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heme/theme3.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tags/tag15.xml" ContentType="application/vnd.openxmlformats-officedocument.presentationml.tags+xml"/>
  <Override PartName="/ppt/notesSlides/notesSlide11.xml" ContentType="application/vnd.openxmlformats-officedocument.presentationml.notesSlide+xml"/>
  <Override PartName="/ppt/tags/tag16.xml" ContentType="application/vnd.openxmlformats-officedocument.presentationml.tags+xml"/>
  <Override PartName="/ppt/notesSlides/notesSlide12.xml" ContentType="application/vnd.openxmlformats-officedocument.presentationml.notesSlide+xml"/>
  <Override PartName="/ppt/tags/tag17.xml" ContentType="application/vnd.openxmlformats-officedocument.presentationml.tags+xml"/>
  <Override PartName="/ppt/notesSlides/notesSlide13.xml" ContentType="application/vnd.openxmlformats-officedocument.presentationml.notesSlide+xml"/>
  <Override PartName="/ppt/tags/tag18.xml" ContentType="application/vnd.openxmlformats-officedocument.presentationml.tags+xml"/>
  <Override PartName="/ppt/notesSlides/notesSlide14.xml" ContentType="application/vnd.openxmlformats-officedocument.presentationml.notesSlide+xml"/>
  <Override PartName="/ppt/tags/tag19.xml" ContentType="application/vnd.openxmlformats-officedocument.presentationml.tags+xml"/>
  <Override PartName="/ppt/notesSlides/notesSlide15.xml" ContentType="application/vnd.openxmlformats-officedocument.presentationml.notesSlide+xml"/>
  <Override PartName="/ppt/tags/tag20.xml" ContentType="application/vnd.openxmlformats-officedocument.presentationml.tags+xml"/>
  <Override PartName="/ppt/notesSlides/notesSlide16.xml" ContentType="application/vnd.openxmlformats-officedocument.presentationml.notesSlide+xml"/>
  <Override PartName="/ppt/tags/tag21.xml" ContentType="application/vnd.openxmlformats-officedocument.presentationml.tags+xml"/>
  <Override PartName="/ppt/notesSlides/notesSlide17.xml" ContentType="application/vnd.openxmlformats-officedocument.presentationml.notesSlide+xml"/>
  <Override PartName="/ppt/tags/tag22.xml" ContentType="application/vnd.openxmlformats-officedocument.presentationml.tags+xml"/>
  <Override PartName="/ppt/notesSlides/notesSlide18.xml" ContentType="application/vnd.openxmlformats-officedocument.presentationml.notesSlide+xml"/>
  <Override PartName="/ppt/tags/tag23.xml" ContentType="application/vnd.openxmlformats-officedocument.presentationml.tags+xml"/>
  <Override PartName="/ppt/notesSlides/notesSlide19.xml" ContentType="application/vnd.openxmlformats-officedocument.presentationml.notesSlide+xml"/>
  <Override PartName="/ppt/tags/tag24.xml" ContentType="application/vnd.openxmlformats-officedocument.presentationml.tags+xml"/>
  <Override PartName="/ppt/notesSlides/notesSlide20.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21.xml" ContentType="application/vnd.openxmlformats-officedocument.presentationml.notesSlide+xml"/>
  <Override PartName="/ppt/tags/tag30.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0" r:id="rId2"/>
  </p:sldMasterIdLst>
  <p:notesMasterIdLst>
    <p:notesMasterId r:id="rId38"/>
  </p:notesMasterIdLst>
  <p:sldIdLst>
    <p:sldId id="256" r:id="rId3"/>
    <p:sldId id="257" r:id="rId4"/>
    <p:sldId id="470" r:id="rId5"/>
    <p:sldId id="471" r:id="rId6"/>
    <p:sldId id="473" r:id="rId7"/>
    <p:sldId id="521" r:id="rId8"/>
    <p:sldId id="522" r:id="rId9"/>
    <p:sldId id="524" r:id="rId10"/>
    <p:sldId id="525" r:id="rId11"/>
    <p:sldId id="526" r:id="rId12"/>
    <p:sldId id="527" r:id="rId13"/>
    <p:sldId id="528" r:id="rId14"/>
    <p:sldId id="529" r:id="rId15"/>
    <p:sldId id="533" r:id="rId16"/>
    <p:sldId id="531" r:id="rId17"/>
    <p:sldId id="530" r:id="rId18"/>
    <p:sldId id="537" r:id="rId19"/>
    <p:sldId id="535" r:id="rId20"/>
    <p:sldId id="538" r:id="rId21"/>
    <p:sldId id="536" r:id="rId22"/>
    <p:sldId id="539" r:id="rId23"/>
    <p:sldId id="540" r:id="rId24"/>
    <p:sldId id="520" r:id="rId25"/>
    <p:sldId id="545" r:id="rId26"/>
    <p:sldId id="546" r:id="rId27"/>
    <p:sldId id="547" r:id="rId28"/>
    <p:sldId id="512" r:id="rId29"/>
    <p:sldId id="513" r:id="rId30"/>
    <p:sldId id="263" r:id="rId31"/>
    <p:sldId id="264" r:id="rId32"/>
    <p:sldId id="541" r:id="rId33"/>
    <p:sldId id="542" r:id="rId34"/>
    <p:sldId id="543" r:id="rId35"/>
    <p:sldId id="544" r:id="rId36"/>
    <p:sldId id="519" r:id="rId37"/>
  </p:sldIdLst>
  <p:sldSz cx="12192000" cy="6858000"/>
  <p:notesSz cx="6858000" cy="9144000"/>
  <p:custDataLst>
    <p:tags r:id="rId3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240" userDrawn="1">
          <p15:clr>
            <a:srgbClr val="A4A3A4"/>
          </p15:clr>
        </p15:guide>
        <p15:guide id="3" orient="horz" pos="8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E0FF"/>
    <a:srgbClr val="0066FF"/>
    <a:srgbClr val="F3F8FF"/>
    <a:srgbClr val="E7F0FF"/>
    <a:srgbClr val="484F9E"/>
    <a:srgbClr val="F9B334"/>
    <a:srgbClr val="BEBFD3"/>
    <a:srgbClr val="ACCBFF"/>
    <a:srgbClr val="839BFF"/>
    <a:srgbClr val="80350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548" y="44"/>
      </p:cViewPr>
      <p:guideLst>
        <p:guide orient="horz" pos="672"/>
        <p:guide pos="240"/>
        <p:guide orient="horz" pos="86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gs" Target="tags/tag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wani Shankar Sahu" userId="e5f9bc2e-d4bb-415b-bd8a-e25372d6a074" providerId="ADAL" clId="{F8F74124-2529-4AB7-B071-FDCB29D46169}"/>
    <pc:docChg chg="modSld">
      <pc:chgData name="Bhawani Shankar Sahu" userId="e5f9bc2e-d4bb-415b-bd8a-e25372d6a074" providerId="ADAL" clId="{F8F74124-2529-4AB7-B071-FDCB29D46169}" dt="2026-03-09T04:00:15.186" v="5" actId="1076"/>
      <pc:docMkLst>
        <pc:docMk/>
      </pc:docMkLst>
      <pc:sldChg chg="modSp mod">
        <pc:chgData name="Bhawani Shankar Sahu" userId="e5f9bc2e-d4bb-415b-bd8a-e25372d6a074" providerId="ADAL" clId="{F8F74124-2529-4AB7-B071-FDCB29D46169}" dt="2026-03-09T03:59:44.499" v="0" actId="1076"/>
        <pc:sldMkLst>
          <pc:docMk/>
          <pc:sldMk cId="3785443010" sldId="530"/>
        </pc:sldMkLst>
        <pc:spChg chg="mod">
          <ac:chgData name="Bhawani Shankar Sahu" userId="e5f9bc2e-d4bb-415b-bd8a-e25372d6a074" providerId="ADAL" clId="{F8F74124-2529-4AB7-B071-FDCB29D46169}" dt="2026-03-09T03:59:44.499" v="0" actId="1076"/>
          <ac:spMkLst>
            <pc:docMk/>
            <pc:sldMk cId="3785443010" sldId="530"/>
            <ac:spMk id="4" creationId="{CEC0F399-E6ED-655C-3BC7-C934EDB1854B}"/>
          </ac:spMkLst>
        </pc:spChg>
      </pc:sldChg>
      <pc:sldChg chg="modSp mod">
        <pc:chgData name="Bhawani Shankar Sahu" userId="e5f9bc2e-d4bb-415b-bd8a-e25372d6a074" providerId="ADAL" clId="{F8F74124-2529-4AB7-B071-FDCB29D46169}" dt="2026-03-09T04:00:05.618" v="3" actId="1076"/>
        <pc:sldMkLst>
          <pc:docMk/>
          <pc:sldMk cId="2912720197" sldId="536"/>
        </pc:sldMkLst>
        <pc:spChg chg="mod">
          <ac:chgData name="Bhawani Shankar Sahu" userId="e5f9bc2e-d4bb-415b-bd8a-e25372d6a074" providerId="ADAL" clId="{F8F74124-2529-4AB7-B071-FDCB29D46169}" dt="2026-03-09T04:00:05.618" v="3" actId="1076"/>
          <ac:spMkLst>
            <pc:docMk/>
            <pc:sldMk cId="2912720197" sldId="536"/>
            <ac:spMk id="4" creationId="{6DA81C3C-4732-7731-A63E-58800321A926}"/>
          </ac:spMkLst>
        </pc:spChg>
      </pc:sldChg>
      <pc:sldChg chg="modSp mod">
        <pc:chgData name="Bhawani Shankar Sahu" userId="e5f9bc2e-d4bb-415b-bd8a-e25372d6a074" providerId="ADAL" clId="{F8F74124-2529-4AB7-B071-FDCB29D46169}" dt="2026-03-09T03:59:53.914" v="1" actId="1076"/>
        <pc:sldMkLst>
          <pc:docMk/>
          <pc:sldMk cId="3824418688" sldId="537"/>
        </pc:sldMkLst>
        <pc:spChg chg="mod">
          <ac:chgData name="Bhawani Shankar Sahu" userId="e5f9bc2e-d4bb-415b-bd8a-e25372d6a074" providerId="ADAL" clId="{F8F74124-2529-4AB7-B071-FDCB29D46169}" dt="2026-03-09T03:59:53.914" v="1" actId="1076"/>
          <ac:spMkLst>
            <pc:docMk/>
            <pc:sldMk cId="3824418688" sldId="537"/>
            <ac:spMk id="4" creationId="{0F8D1968-983E-A809-F61B-A86556871AC5}"/>
          </ac:spMkLst>
        </pc:spChg>
      </pc:sldChg>
      <pc:sldChg chg="modSp mod">
        <pc:chgData name="Bhawani Shankar Sahu" userId="e5f9bc2e-d4bb-415b-bd8a-e25372d6a074" providerId="ADAL" clId="{F8F74124-2529-4AB7-B071-FDCB29D46169}" dt="2026-03-09T04:00:01.514" v="2" actId="1076"/>
        <pc:sldMkLst>
          <pc:docMk/>
          <pc:sldMk cId="1048639421" sldId="538"/>
        </pc:sldMkLst>
        <pc:spChg chg="mod">
          <ac:chgData name="Bhawani Shankar Sahu" userId="e5f9bc2e-d4bb-415b-bd8a-e25372d6a074" providerId="ADAL" clId="{F8F74124-2529-4AB7-B071-FDCB29D46169}" dt="2026-03-09T04:00:01.514" v="2" actId="1076"/>
          <ac:spMkLst>
            <pc:docMk/>
            <pc:sldMk cId="1048639421" sldId="538"/>
            <ac:spMk id="4" creationId="{59B41369-9993-76D7-3E8C-8452F3186D5E}"/>
          </ac:spMkLst>
        </pc:spChg>
      </pc:sldChg>
      <pc:sldChg chg="modSp mod">
        <pc:chgData name="Bhawani Shankar Sahu" userId="e5f9bc2e-d4bb-415b-bd8a-e25372d6a074" providerId="ADAL" clId="{F8F74124-2529-4AB7-B071-FDCB29D46169}" dt="2026-03-09T04:00:10.410" v="4" actId="1076"/>
        <pc:sldMkLst>
          <pc:docMk/>
          <pc:sldMk cId="4183602" sldId="539"/>
        </pc:sldMkLst>
        <pc:spChg chg="mod">
          <ac:chgData name="Bhawani Shankar Sahu" userId="e5f9bc2e-d4bb-415b-bd8a-e25372d6a074" providerId="ADAL" clId="{F8F74124-2529-4AB7-B071-FDCB29D46169}" dt="2026-03-09T04:00:10.410" v="4" actId="1076"/>
          <ac:spMkLst>
            <pc:docMk/>
            <pc:sldMk cId="4183602" sldId="539"/>
            <ac:spMk id="4" creationId="{3BC75D73-04F7-602D-C541-DBE04B8430B3}"/>
          </ac:spMkLst>
        </pc:spChg>
      </pc:sldChg>
      <pc:sldChg chg="modSp mod">
        <pc:chgData name="Bhawani Shankar Sahu" userId="e5f9bc2e-d4bb-415b-bd8a-e25372d6a074" providerId="ADAL" clId="{F8F74124-2529-4AB7-B071-FDCB29D46169}" dt="2026-03-09T04:00:15.186" v="5" actId="1076"/>
        <pc:sldMkLst>
          <pc:docMk/>
          <pc:sldMk cId="975415543" sldId="540"/>
        </pc:sldMkLst>
        <pc:spChg chg="mod">
          <ac:chgData name="Bhawani Shankar Sahu" userId="e5f9bc2e-d4bb-415b-bd8a-e25372d6a074" providerId="ADAL" clId="{F8F74124-2529-4AB7-B071-FDCB29D46169}" dt="2026-03-09T04:00:15.186" v="5" actId="1076"/>
          <ac:spMkLst>
            <pc:docMk/>
            <pc:sldMk cId="975415543" sldId="540"/>
            <ac:spMk id="4" creationId="{2DB70601-3437-7594-6C3A-8CD0B5FC08F2}"/>
          </ac:spMkLst>
        </pc:spChg>
      </pc:sldChg>
    </pc:docChg>
  </pc:docChgLst>
  <pc:docChgLst>
    <pc:chgData name="Aritri Debnath" userId="S::adebnath@edunetfoundation.org::f116131d-fa2d-42fb-ac79-8c29c69af122" providerId="AD" clId="Web-{836AFA84-88D6-2A43-C364-9535AF2A6287}"/>
    <pc:docChg chg="addSld modSld">
      <pc:chgData name="Aritri Debnath" userId="S::adebnath@edunetfoundation.org::f116131d-fa2d-42fb-ac79-8c29c69af122" providerId="AD" clId="Web-{836AFA84-88D6-2A43-C364-9535AF2A6287}" dt="2026-03-06T10:40:00.192" v="132" actId="20577"/>
      <pc:docMkLst>
        <pc:docMk/>
      </pc:docMkLst>
      <pc:sldChg chg="modSp">
        <pc:chgData name="Aritri Debnath" userId="S::adebnath@edunetfoundation.org::f116131d-fa2d-42fb-ac79-8c29c69af122" providerId="AD" clId="Web-{836AFA84-88D6-2A43-C364-9535AF2A6287}" dt="2026-03-06T10:36:55.282" v="23" actId="20577"/>
        <pc:sldMkLst>
          <pc:docMk/>
          <pc:sldMk cId="1476851649" sldId="264"/>
        </pc:sldMkLst>
        <pc:spChg chg="mod">
          <ac:chgData name="Aritri Debnath" userId="S::adebnath@edunetfoundation.org::f116131d-fa2d-42fb-ac79-8c29c69af122" providerId="AD" clId="Web-{836AFA84-88D6-2A43-C364-9535AF2A6287}" dt="2026-03-06T10:36:55.282" v="23" actId="20577"/>
          <ac:spMkLst>
            <pc:docMk/>
            <pc:sldMk cId="1476851649" sldId="264"/>
            <ac:spMk id="17" creationId="{F67DEA04-9A38-2BC5-6A24-6F2AA4D4C1F4}"/>
          </ac:spMkLst>
        </pc:spChg>
      </pc:sldChg>
      <pc:sldChg chg="modSp">
        <pc:chgData name="Aritri Debnath" userId="S::adebnath@edunetfoundation.org::f116131d-fa2d-42fb-ac79-8c29c69af122" providerId="AD" clId="Web-{836AFA84-88D6-2A43-C364-9535AF2A6287}" dt="2026-03-06T10:36:45.360" v="21" actId="20577"/>
        <pc:sldMkLst>
          <pc:docMk/>
          <pc:sldMk cId="2046448142" sldId="520"/>
        </pc:sldMkLst>
        <pc:spChg chg="mod">
          <ac:chgData name="Aritri Debnath" userId="S::adebnath@edunetfoundation.org::f116131d-fa2d-42fb-ac79-8c29c69af122" providerId="AD" clId="Web-{836AFA84-88D6-2A43-C364-9535AF2A6287}" dt="2026-03-06T10:36:45.360" v="21" actId="20577"/>
          <ac:spMkLst>
            <pc:docMk/>
            <pc:sldMk cId="2046448142" sldId="520"/>
            <ac:spMk id="28" creationId="{21B89CD7-B53D-C4BE-D409-15C0D13545AB}"/>
          </ac:spMkLst>
        </pc:spChg>
      </pc:sldChg>
      <pc:sldChg chg="modSp">
        <pc:chgData name="Aritri Debnath" userId="S::adebnath@edunetfoundation.org::f116131d-fa2d-42fb-ac79-8c29c69af122" providerId="AD" clId="Web-{836AFA84-88D6-2A43-C364-9535AF2A6287}" dt="2026-03-06T10:37:02.267" v="24" actId="20577"/>
        <pc:sldMkLst>
          <pc:docMk/>
          <pc:sldMk cId="1043267718" sldId="542"/>
        </pc:sldMkLst>
        <pc:spChg chg="mod">
          <ac:chgData name="Aritri Debnath" userId="S::adebnath@edunetfoundation.org::f116131d-fa2d-42fb-ac79-8c29c69af122" providerId="AD" clId="Web-{836AFA84-88D6-2A43-C364-9535AF2A6287}" dt="2026-03-06T10:37:02.267" v="24" actId="20577"/>
          <ac:spMkLst>
            <pc:docMk/>
            <pc:sldMk cId="1043267718" sldId="542"/>
            <ac:spMk id="17" creationId="{8E70D1DB-3BE1-C3D4-A7BE-5707D4C07AD6}"/>
          </ac:spMkLst>
        </pc:spChg>
      </pc:sldChg>
      <pc:sldChg chg="modSp add replId">
        <pc:chgData name="Aritri Debnath" userId="S::adebnath@edunetfoundation.org::f116131d-fa2d-42fb-ac79-8c29c69af122" providerId="AD" clId="Web-{836AFA84-88D6-2A43-C364-9535AF2A6287}" dt="2026-03-06T10:38:30.706" v="73" actId="20577"/>
        <pc:sldMkLst>
          <pc:docMk/>
          <pc:sldMk cId="1850193239" sldId="545"/>
        </pc:sldMkLst>
        <pc:spChg chg="mod">
          <ac:chgData name="Aritri Debnath" userId="S::adebnath@edunetfoundation.org::f116131d-fa2d-42fb-ac79-8c29c69af122" providerId="AD" clId="Web-{836AFA84-88D6-2A43-C364-9535AF2A6287}" dt="2026-03-06T10:38:30.706" v="73" actId="20577"/>
          <ac:spMkLst>
            <pc:docMk/>
            <pc:sldMk cId="1850193239" sldId="545"/>
            <ac:spMk id="28" creationId="{B70BA456-D402-A82F-D8E8-27D9D80DDF4C}"/>
          </ac:spMkLst>
        </pc:spChg>
      </pc:sldChg>
      <pc:sldChg chg="modSp add replId">
        <pc:chgData name="Aritri Debnath" userId="S::adebnath@edunetfoundation.org::f116131d-fa2d-42fb-ac79-8c29c69af122" providerId="AD" clId="Web-{836AFA84-88D6-2A43-C364-9535AF2A6287}" dt="2026-03-06T10:39:11.879" v="99" actId="20577"/>
        <pc:sldMkLst>
          <pc:docMk/>
          <pc:sldMk cId="2926567045" sldId="546"/>
        </pc:sldMkLst>
        <pc:spChg chg="mod">
          <ac:chgData name="Aritri Debnath" userId="S::adebnath@edunetfoundation.org::f116131d-fa2d-42fb-ac79-8c29c69af122" providerId="AD" clId="Web-{836AFA84-88D6-2A43-C364-9535AF2A6287}" dt="2026-03-06T10:39:11.879" v="99" actId="20577"/>
          <ac:spMkLst>
            <pc:docMk/>
            <pc:sldMk cId="2926567045" sldId="546"/>
            <ac:spMk id="28" creationId="{643215A1-BF76-6CBF-E2EE-3D90AF81B8ED}"/>
          </ac:spMkLst>
        </pc:spChg>
      </pc:sldChg>
      <pc:sldChg chg="modSp add replId">
        <pc:chgData name="Aritri Debnath" userId="S::adebnath@edunetfoundation.org::f116131d-fa2d-42fb-ac79-8c29c69af122" providerId="AD" clId="Web-{836AFA84-88D6-2A43-C364-9535AF2A6287}" dt="2026-03-06T10:40:00.192" v="132" actId="20577"/>
        <pc:sldMkLst>
          <pc:docMk/>
          <pc:sldMk cId="2468698668" sldId="547"/>
        </pc:sldMkLst>
        <pc:spChg chg="mod">
          <ac:chgData name="Aritri Debnath" userId="S::adebnath@edunetfoundation.org::f116131d-fa2d-42fb-ac79-8c29c69af122" providerId="AD" clId="Web-{836AFA84-88D6-2A43-C364-9535AF2A6287}" dt="2026-03-06T10:40:00.192" v="132" actId="20577"/>
          <ac:spMkLst>
            <pc:docMk/>
            <pc:sldMk cId="2468698668" sldId="547"/>
            <ac:spMk id="28" creationId="{2D620BA8-2649-24BF-0A08-0C00CFF5D1AC}"/>
          </ac:spMkLst>
        </pc:spChg>
      </pc:sldChg>
    </pc:docChg>
  </pc:docChgLst>
  <pc:docChgLst>
    <pc:chgData name="Garima Mahendru" userId="S::gmahendru@edunetfoundation.org::096543be-f831-49f1-b7d3-23568e7a55d4" providerId="AD" clId="Web-{6FB71F8C-4629-7DE2-54F9-9E5B374F9158}"/>
    <pc:docChg chg="modSld">
      <pc:chgData name="Garima Mahendru" userId="S::gmahendru@edunetfoundation.org::096543be-f831-49f1-b7d3-23568e7a55d4" providerId="AD" clId="Web-{6FB71F8C-4629-7DE2-54F9-9E5B374F9158}" dt="2026-03-06T11:35:07.753" v="6"/>
      <pc:docMkLst>
        <pc:docMk/>
      </pc:docMkLst>
      <pc:sldChg chg="modNotes">
        <pc:chgData name="Garima Mahendru" userId="S::gmahendru@edunetfoundation.org::096543be-f831-49f1-b7d3-23568e7a55d4" providerId="AD" clId="Web-{6FB71F8C-4629-7DE2-54F9-9E5B374F9158}" dt="2026-03-06T11:35:07.753" v="6"/>
        <pc:sldMkLst>
          <pc:docMk/>
          <pc:sldMk cId="3785443010" sldId="530"/>
        </pc:sldMkLst>
      </pc:sldChg>
      <pc:sldChg chg="modNotes">
        <pc:chgData name="Garima Mahendru" userId="S::gmahendru@edunetfoundation.org::096543be-f831-49f1-b7d3-23568e7a55d4" providerId="AD" clId="Web-{6FB71F8C-4629-7DE2-54F9-9E5B374F9158}" dt="2026-03-06T11:34:32.892" v="5"/>
        <pc:sldMkLst>
          <pc:docMk/>
          <pc:sldMk cId="1208993585" sldId="531"/>
        </pc:sldMkLst>
      </pc:sldChg>
      <pc:sldChg chg="modNotes">
        <pc:chgData name="Garima Mahendru" userId="S::gmahendru@edunetfoundation.org::096543be-f831-49f1-b7d3-23568e7a55d4" providerId="AD" clId="Web-{6FB71F8C-4629-7DE2-54F9-9E5B374F9158}" dt="2026-03-06T11:33:47.406" v="2"/>
        <pc:sldMkLst>
          <pc:docMk/>
          <pc:sldMk cId="3058014410" sldId="533"/>
        </pc:sldMkLst>
      </pc:sldChg>
    </pc:docChg>
  </pc:docChgLst>
  <pc:docChgLst>
    <pc:chgData name="Aritri Debnath" userId="S::adebnath@edunetfoundation.org::f116131d-fa2d-42fb-ac79-8c29c69af122" providerId="AD" clId="Web-{431955FC-7419-5305-3E5C-B9214F166FA3}"/>
    <pc:docChg chg="modSld">
      <pc:chgData name="Aritri Debnath" userId="S::adebnath@edunetfoundation.org::f116131d-fa2d-42fb-ac79-8c29c69af122" providerId="AD" clId="Web-{431955FC-7419-5305-3E5C-B9214F166FA3}" dt="2026-03-07T04:19:19.062" v="172"/>
      <pc:docMkLst>
        <pc:docMk/>
      </pc:docMkLst>
      <pc:sldChg chg="modNotes">
        <pc:chgData name="Aritri Debnath" userId="S::adebnath@edunetfoundation.org::f116131d-fa2d-42fb-ac79-8c29c69af122" providerId="AD" clId="Web-{431955FC-7419-5305-3E5C-B9214F166FA3}" dt="2026-03-07T03:56:26.140" v="1"/>
        <pc:sldMkLst>
          <pc:docMk/>
          <pc:sldMk cId="2918428579" sldId="470"/>
        </pc:sldMkLst>
      </pc:sldChg>
      <pc:sldChg chg="modNotes">
        <pc:chgData name="Aritri Debnath" userId="S::adebnath@edunetfoundation.org::f116131d-fa2d-42fb-ac79-8c29c69af122" providerId="AD" clId="Web-{431955FC-7419-5305-3E5C-B9214F166FA3}" dt="2026-03-07T03:58:22.832" v="4"/>
        <pc:sldMkLst>
          <pc:docMk/>
          <pc:sldMk cId="895194484" sldId="471"/>
        </pc:sldMkLst>
      </pc:sldChg>
      <pc:sldChg chg="modNotes">
        <pc:chgData name="Aritri Debnath" userId="S::adebnath@edunetfoundation.org::f116131d-fa2d-42fb-ac79-8c29c69af122" providerId="AD" clId="Web-{431955FC-7419-5305-3E5C-B9214F166FA3}" dt="2026-03-07T04:18:26.781" v="167"/>
        <pc:sldMkLst>
          <pc:docMk/>
          <pc:sldMk cId="283201601" sldId="512"/>
        </pc:sldMkLst>
      </pc:sldChg>
      <pc:sldChg chg="modNotes">
        <pc:chgData name="Aritri Debnath" userId="S::adebnath@edunetfoundation.org::f116131d-fa2d-42fb-ac79-8c29c69af122" providerId="AD" clId="Web-{431955FC-7419-5305-3E5C-B9214F166FA3}" dt="2026-03-07T04:00:45.226" v="8"/>
        <pc:sldMkLst>
          <pc:docMk/>
          <pc:sldMk cId="3259293323" sldId="521"/>
        </pc:sldMkLst>
      </pc:sldChg>
      <pc:sldChg chg="modNotes">
        <pc:chgData name="Aritri Debnath" userId="S::adebnath@edunetfoundation.org::f116131d-fa2d-42fb-ac79-8c29c69af122" providerId="AD" clId="Web-{431955FC-7419-5305-3E5C-B9214F166FA3}" dt="2026-03-07T04:01:54.086" v="13"/>
        <pc:sldMkLst>
          <pc:docMk/>
          <pc:sldMk cId="1218726591" sldId="522"/>
        </pc:sldMkLst>
      </pc:sldChg>
      <pc:sldChg chg="modNotes">
        <pc:chgData name="Aritri Debnath" userId="S::adebnath@edunetfoundation.org::f116131d-fa2d-42fb-ac79-8c29c69af122" providerId="AD" clId="Web-{431955FC-7419-5305-3E5C-B9214F166FA3}" dt="2026-03-07T04:05:57.355" v="35"/>
        <pc:sldMkLst>
          <pc:docMk/>
          <pc:sldMk cId="746373921" sldId="524"/>
        </pc:sldMkLst>
      </pc:sldChg>
      <pc:sldChg chg="modSp modNotes">
        <pc:chgData name="Aritri Debnath" userId="S::adebnath@edunetfoundation.org::f116131d-fa2d-42fb-ac79-8c29c69af122" providerId="AD" clId="Web-{431955FC-7419-5305-3E5C-B9214F166FA3}" dt="2026-03-07T04:06:13.214" v="37"/>
        <pc:sldMkLst>
          <pc:docMk/>
          <pc:sldMk cId="622881394" sldId="525"/>
        </pc:sldMkLst>
        <pc:spChg chg="mod">
          <ac:chgData name="Aritri Debnath" userId="S::adebnath@edunetfoundation.org::f116131d-fa2d-42fb-ac79-8c29c69af122" providerId="AD" clId="Web-{431955FC-7419-5305-3E5C-B9214F166FA3}" dt="2026-03-07T04:05:55.199" v="34" actId="20577"/>
          <ac:spMkLst>
            <pc:docMk/>
            <pc:sldMk cId="622881394" sldId="525"/>
            <ac:spMk id="2" creationId="{40D62ACE-AD3E-38A5-4FBE-98BC26C45DCF}"/>
          </ac:spMkLst>
        </pc:spChg>
      </pc:sldChg>
      <pc:sldChg chg="modNotes">
        <pc:chgData name="Aritri Debnath" userId="S::adebnath@edunetfoundation.org::f116131d-fa2d-42fb-ac79-8c29c69af122" providerId="AD" clId="Web-{431955FC-7419-5305-3E5C-B9214F166FA3}" dt="2026-03-07T04:06:31.558" v="39"/>
        <pc:sldMkLst>
          <pc:docMk/>
          <pc:sldMk cId="1350634987" sldId="526"/>
        </pc:sldMkLst>
      </pc:sldChg>
      <pc:sldChg chg="modNotes">
        <pc:chgData name="Aritri Debnath" userId="S::adebnath@edunetfoundation.org::f116131d-fa2d-42fb-ac79-8c29c69af122" providerId="AD" clId="Web-{431955FC-7419-5305-3E5C-B9214F166FA3}" dt="2026-03-07T04:08:48.716" v="81"/>
        <pc:sldMkLst>
          <pc:docMk/>
          <pc:sldMk cId="2238998795" sldId="527"/>
        </pc:sldMkLst>
      </pc:sldChg>
      <pc:sldChg chg="modNotes">
        <pc:chgData name="Aritri Debnath" userId="S::adebnath@edunetfoundation.org::f116131d-fa2d-42fb-ac79-8c29c69af122" providerId="AD" clId="Web-{431955FC-7419-5305-3E5C-B9214F166FA3}" dt="2026-03-07T04:13:44.415" v="118"/>
        <pc:sldMkLst>
          <pc:docMk/>
          <pc:sldMk cId="1458807296" sldId="535"/>
        </pc:sldMkLst>
      </pc:sldChg>
      <pc:sldChg chg="modNotes">
        <pc:chgData name="Aritri Debnath" userId="S::adebnath@edunetfoundation.org::f116131d-fa2d-42fb-ac79-8c29c69af122" providerId="AD" clId="Web-{431955FC-7419-5305-3E5C-B9214F166FA3}" dt="2026-03-07T04:17:30.092" v="165"/>
        <pc:sldMkLst>
          <pc:docMk/>
          <pc:sldMk cId="2912720197" sldId="536"/>
        </pc:sldMkLst>
      </pc:sldChg>
      <pc:sldChg chg="modNotes">
        <pc:chgData name="Aritri Debnath" userId="S::adebnath@edunetfoundation.org::f116131d-fa2d-42fb-ac79-8c29c69af122" providerId="AD" clId="Web-{431955FC-7419-5305-3E5C-B9214F166FA3}" dt="2026-03-07T04:11:33.129" v="83"/>
        <pc:sldMkLst>
          <pc:docMk/>
          <pc:sldMk cId="3824418688" sldId="537"/>
        </pc:sldMkLst>
      </pc:sldChg>
      <pc:sldChg chg="modNotes">
        <pc:chgData name="Aritri Debnath" userId="S::adebnath@edunetfoundation.org::f116131d-fa2d-42fb-ac79-8c29c69af122" providerId="AD" clId="Web-{431955FC-7419-5305-3E5C-B9214F166FA3}" dt="2026-03-07T04:17:01.060" v="158"/>
        <pc:sldMkLst>
          <pc:docMk/>
          <pc:sldMk cId="1048639421" sldId="538"/>
        </pc:sldMkLst>
      </pc:sldChg>
      <pc:sldChg chg="modNotes">
        <pc:chgData name="Aritri Debnath" userId="S::adebnath@edunetfoundation.org::f116131d-fa2d-42fb-ac79-8c29c69af122" providerId="AD" clId="Web-{431955FC-7419-5305-3E5C-B9214F166FA3}" dt="2026-03-07T04:18:34.484" v="169"/>
        <pc:sldMkLst>
          <pc:docMk/>
          <pc:sldMk cId="4183602" sldId="539"/>
        </pc:sldMkLst>
      </pc:sldChg>
      <pc:sldChg chg="modNotes">
        <pc:chgData name="Aritri Debnath" userId="S::adebnath@edunetfoundation.org::f116131d-fa2d-42fb-ac79-8c29c69af122" providerId="AD" clId="Web-{431955FC-7419-5305-3E5C-B9214F166FA3}" dt="2026-03-07T04:19:19.062" v="172"/>
        <pc:sldMkLst>
          <pc:docMk/>
          <pc:sldMk cId="975415543" sldId="540"/>
        </pc:sldMkLst>
      </pc:sldChg>
    </pc:docChg>
  </pc:docChgLst>
  <pc:docChgLst>
    <pc:chgData name="Garima Mahendru" userId="S::gmahendru@edunetfoundation.org::096543be-f831-49f1-b7d3-23568e7a55d4" providerId="AD" clId="Web-{A1A2C18E-B4AF-6F11-9E58-AD77DBB8F6F2}"/>
    <pc:docChg chg="modSld sldOrd">
      <pc:chgData name="Garima Mahendru" userId="S::gmahendru@edunetfoundation.org::096543be-f831-49f1-b7d3-23568e7a55d4" providerId="AD" clId="Web-{A1A2C18E-B4AF-6F11-9E58-AD77DBB8F6F2}" dt="2026-03-06T11:28:28.849" v="167"/>
      <pc:docMkLst>
        <pc:docMk/>
      </pc:docMkLst>
      <pc:sldChg chg="modSp">
        <pc:chgData name="Garima Mahendru" userId="S::gmahendru@edunetfoundation.org::096543be-f831-49f1-b7d3-23568e7a55d4" providerId="AD" clId="Web-{A1A2C18E-B4AF-6F11-9E58-AD77DBB8F6F2}" dt="2026-03-06T10:50:24.314" v="0" actId="20577"/>
        <pc:sldMkLst>
          <pc:docMk/>
          <pc:sldMk cId="2310333463" sldId="256"/>
        </pc:sldMkLst>
        <pc:spChg chg="mod">
          <ac:chgData name="Garima Mahendru" userId="S::gmahendru@edunetfoundation.org::096543be-f831-49f1-b7d3-23568e7a55d4" providerId="AD" clId="Web-{A1A2C18E-B4AF-6F11-9E58-AD77DBB8F6F2}" dt="2026-03-06T10:50:24.314" v="0" actId="20577"/>
          <ac:spMkLst>
            <pc:docMk/>
            <pc:sldMk cId="2310333463" sldId="256"/>
            <ac:spMk id="5" creationId="{69AB0D4E-853E-6882-BB79-0AB135C573F7}"/>
          </ac:spMkLst>
        </pc:spChg>
      </pc:sldChg>
      <pc:sldChg chg="modNotes">
        <pc:chgData name="Garima Mahendru" userId="S::gmahendru@edunetfoundation.org::096543be-f831-49f1-b7d3-23568e7a55d4" providerId="AD" clId="Web-{A1A2C18E-B4AF-6F11-9E58-AD77DBB8F6F2}" dt="2026-03-06T11:26:07.705" v="161"/>
        <pc:sldMkLst>
          <pc:docMk/>
          <pc:sldMk cId="2918428579" sldId="470"/>
        </pc:sldMkLst>
      </pc:sldChg>
      <pc:sldChg chg="modSp">
        <pc:chgData name="Garima Mahendru" userId="S::gmahendru@edunetfoundation.org::096543be-f831-49f1-b7d3-23568e7a55d4" providerId="AD" clId="Web-{A1A2C18E-B4AF-6F11-9E58-AD77DBB8F6F2}" dt="2026-03-06T10:52:17.177" v="7"/>
        <pc:sldMkLst>
          <pc:docMk/>
          <pc:sldMk cId="895194484" sldId="471"/>
        </pc:sldMkLst>
        <pc:spChg chg="mod">
          <ac:chgData name="Garima Mahendru" userId="S::gmahendru@edunetfoundation.org::096543be-f831-49f1-b7d3-23568e7a55d4" providerId="AD" clId="Web-{A1A2C18E-B4AF-6F11-9E58-AD77DBB8F6F2}" dt="2026-03-06T10:51:58.176" v="5" actId="20577"/>
          <ac:spMkLst>
            <pc:docMk/>
            <pc:sldMk cId="895194484" sldId="471"/>
            <ac:spMk id="2" creationId="{3EC1CF50-C44B-4663-169F-B206995360F1}"/>
          </ac:spMkLst>
        </pc:spChg>
        <pc:picChg chg="mod">
          <ac:chgData name="Garima Mahendru" userId="S::gmahendru@edunetfoundation.org::096543be-f831-49f1-b7d3-23568e7a55d4" providerId="AD" clId="Web-{A1A2C18E-B4AF-6F11-9E58-AD77DBB8F6F2}" dt="2026-03-06T10:52:17.177" v="7"/>
          <ac:picMkLst>
            <pc:docMk/>
            <pc:sldMk cId="895194484" sldId="471"/>
            <ac:picMk id="5" creationId="{796641BB-AC05-39CC-44E6-F9F9BB9FF978}"/>
          </ac:picMkLst>
        </pc:picChg>
      </pc:sldChg>
      <pc:sldChg chg="modSp">
        <pc:chgData name="Garima Mahendru" userId="S::gmahendru@edunetfoundation.org::096543be-f831-49f1-b7d3-23568e7a55d4" providerId="AD" clId="Web-{A1A2C18E-B4AF-6F11-9E58-AD77DBB8F6F2}" dt="2026-03-06T10:52:55.225" v="10" actId="20577"/>
        <pc:sldMkLst>
          <pc:docMk/>
          <pc:sldMk cId="1960589846" sldId="473"/>
        </pc:sldMkLst>
        <pc:spChg chg="mod">
          <ac:chgData name="Garima Mahendru" userId="S::gmahendru@edunetfoundation.org::096543be-f831-49f1-b7d3-23568e7a55d4" providerId="AD" clId="Web-{A1A2C18E-B4AF-6F11-9E58-AD77DBB8F6F2}" dt="2026-03-06T10:52:55.225" v="10" actId="20577"/>
          <ac:spMkLst>
            <pc:docMk/>
            <pc:sldMk cId="1960589846" sldId="473"/>
            <ac:spMk id="2" creationId="{9835D79F-345C-6435-F4A9-FE2A9E806174}"/>
          </ac:spMkLst>
        </pc:spChg>
        <pc:picChg chg="mod">
          <ac:chgData name="Garima Mahendru" userId="S::gmahendru@edunetfoundation.org::096543be-f831-49f1-b7d3-23568e7a55d4" providerId="AD" clId="Web-{A1A2C18E-B4AF-6F11-9E58-AD77DBB8F6F2}" dt="2026-03-06T10:52:31.037" v="9" actId="1076"/>
          <ac:picMkLst>
            <pc:docMk/>
            <pc:sldMk cId="1960589846" sldId="473"/>
            <ac:picMk id="2050" creationId="{AC4D61DE-26E3-9EA5-80F3-8FFA5F30AD6B}"/>
          </ac:picMkLst>
        </pc:picChg>
      </pc:sldChg>
      <pc:sldChg chg="modSp modNotes">
        <pc:chgData name="Garima Mahendru" userId="S::gmahendru@edunetfoundation.org::096543be-f831-49f1-b7d3-23568e7a55d4" providerId="AD" clId="Web-{A1A2C18E-B4AF-6F11-9E58-AD77DBB8F6F2}" dt="2026-03-06T11:22:40.873" v="159"/>
        <pc:sldMkLst>
          <pc:docMk/>
          <pc:sldMk cId="283201601" sldId="512"/>
        </pc:sldMkLst>
        <pc:spChg chg="mod">
          <ac:chgData name="Garima Mahendru" userId="S::gmahendru@edunetfoundation.org::096543be-f831-49f1-b7d3-23568e7a55d4" providerId="AD" clId="Web-{A1A2C18E-B4AF-6F11-9E58-AD77DBB8F6F2}" dt="2026-03-06T11:21:59.014" v="157" actId="20577"/>
          <ac:spMkLst>
            <pc:docMk/>
            <pc:sldMk cId="283201601" sldId="512"/>
            <ac:spMk id="2" creationId="{976EDFFF-7E60-F4A2-ECDA-81CD89054335}"/>
          </ac:spMkLst>
        </pc:spChg>
        <pc:spChg chg="mod">
          <ac:chgData name="Garima Mahendru" userId="S::gmahendru@edunetfoundation.org::096543be-f831-49f1-b7d3-23568e7a55d4" providerId="AD" clId="Web-{A1A2C18E-B4AF-6F11-9E58-AD77DBB8F6F2}" dt="2026-03-06T11:22:02.514" v="158" actId="1076"/>
          <ac:spMkLst>
            <pc:docMk/>
            <pc:sldMk cId="283201601" sldId="512"/>
            <ac:spMk id="3" creationId="{C603D4E8-9BAA-B8B5-0D8A-9F11B05FF385}"/>
          </ac:spMkLst>
        </pc:spChg>
      </pc:sldChg>
      <pc:sldChg chg="modSp">
        <pc:chgData name="Garima Mahendru" userId="S::gmahendru@edunetfoundation.org::096543be-f831-49f1-b7d3-23568e7a55d4" providerId="AD" clId="Web-{A1A2C18E-B4AF-6F11-9E58-AD77DBB8F6F2}" dt="2026-03-06T10:53:23.023" v="12" actId="20577"/>
        <pc:sldMkLst>
          <pc:docMk/>
          <pc:sldMk cId="3259293323" sldId="521"/>
        </pc:sldMkLst>
        <pc:spChg chg="mod">
          <ac:chgData name="Garima Mahendru" userId="S::gmahendru@edunetfoundation.org::096543be-f831-49f1-b7d3-23568e7a55d4" providerId="AD" clId="Web-{A1A2C18E-B4AF-6F11-9E58-AD77DBB8F6F2}" dt="2026-03-06T10:53:23.023" v="12" actId="20577"/>
          <ac:spMkLst>
            <pc:docMk/>
            <pc:sldMk cId="3259293323" sldId="521"/>
            <ac:spMk id="2" creationId="{4F165979-D498-6C12-BD34-B515670F9733}"/>
          </ac:spMkLst>
        </pc:spChg>
        <pc:picChg chg="mod">
          <ac:chgData name="Garima Mahendru" userId="S::gmahendru@edunetfoundation.org::096543be-f831-49f1-b7d3-23568e7a55d4" providerId="AD" clId="Web-{A1A2C18E-B4AF-6F11-9E58-AD77DBB8F6F2}" dt="2026-03-06T10:53:10.382" v="11"/>
          <ac:picMkLst>
            <pc:docMk/>
            <pc:sldMk cId="3259293323" sldId="521"/>
            <ac:picMk id="6" creationId="{E58DD0C3-1A20-25ED-2556-A9394C045152}"/>
          </ac:picMkLst>
        </pc:picChg>
      </pc:sldChg>
      <pc:sldChg chg="addSp delSp modSp">
        <pc:chgData name="Garima Mahendru" userId="S::gmahendru@edunetfoundation.org::096543be-f831-49f1-b7d3-23568e7a55d4" providerId="AD" clId="Web-{A1A2C18E-B4AF-6F11-9E58-AD77DBB8F6F2}" dt="2026-03-06T11:13:15.759" v="132" actId="1076"/>
        <pc:sldMkLst>
          <pc:docMk/>
          <pc:sldMk cId="1218726591" sldId="522"/>
        </pc:sldMkLst>
        <pc:picChg chg="add mod">
          <ac:chgData name="Garima Mahendru" userId="S::gmahendru@edunetfoundation.org::096543be-f831-49f1-b7d3-23568e7a55d4" providerId="AD" clId="Web-{A1A2C18E-B4AF-6F11-9E58-AD77DBB8F6F2}" dt="2026-03-06T11:13:15.759" v="132" actId="1076"/>
          <ac:picMkLst>
            <pc:docMk/>
            <pc:sldMk cId="1218726591" sldId="522"/>
            <ac:picMk id="3" creationId="{819B6503-F0E5-67A9-D76B-64EBD190485A}"/>
          </ac:picMkLst>
        </pc:picChg>
      </pc:sldChg>
      <pc:sldChg chg="addSp delSp modSp mod setBg">
        <pc:chgData name="Garima Mahendru" userId="S::gmahendru@edunetfoundation.org::096543be-f831-49f1-b7d3-23568e7a55d4" providerId="AD" clId="Web-{A1A2C18E-B4AF-6F11-9E58-AD77DBB8F6F2}" dt="2026-03-06T11:16:26.730" v="142"/>
        <pc:sldMkLst>
          <pc:docMk/>
          <pc:sldMk cId="746373921" sldId="524"/>
        </pc:sldMkLst>
        <pc:spChg chg="mod">
          <ac:chgData name="Garima Mahendru" userId="S::gmahendru@edunetfoundation.org::096543be-f831-49f1-b7d3-23568e7a55d4" providerId="AD" clId="Web-{A1A2C18E-B4AF-6F11-9E58-AD77DBB8F6F2}" dt="2026-03-06T11:16:13.074" v="139"/>
          <ac:spMkLst>
            <pc:docMk/>
            <pc:sldMk cId="746373921" sldId="524"/>
            <ac:spMk id="4" creationId="{B1345FB6-A339-E229-8DF6-7A74518B9486}"/>
          </ac:spMkLst>
        </pc:spChg>
        <pc:spChg chg="ord">
          <ac:chgData name="Garima Mahendru" userId="S::gmahendru@edunetfoundation.org::096543be-f831-49f1-b7d3-23568e7a55d4" providerId="AD" clId="Web-{A1A2C18E-B4AF-6F11-9E58-AD77DBB8F6F2}" dt="2026-03-06T11:16:13.074" v="139"/>
          <ac:spMkLst>
            <pc:docMk/>
            <pc:sldMk cId="746373921" sldId="524"/>
            <ac:spMk id="10" creationId="{BC89E085-ABA7-B8D8-82B7-ED11535C2301}"/>
          </ac:spMkLst>
        </pc:spChg>
        <pc:picChg chg="add mod ord">
          <ac:chgData name="Garima Mahendru" userId="S::gmahendru@edunetfoundation.org::096543be-f831-49f1-b7d3-23568e7a55d4" providerId="AD" clId="Web-{A1A2C18E-B4AF-6F11-9E58-AD77DBB8F6F2}" dt="2026-03-06T11:16:26.730" v="142"/>
          <ac:picMkLst>
            <pc:docMk/>
            <pc:sldMk cId="746373921" sldId="524"/>
            <ac:picMk id="5" creationId="{A5A52F2B-D276-2D39-1073-FC7B8B21D552}"/>
          </ac:picMkLst>
        </pc:picChg>
      </pc:sldChg>
      <pc:sldChg chg="modSp modNotes">
        <pc:chgData name="Garima Mahendru" userId="S::gmahendru@edunetfoundation.org::096543be-f831-49f1-b7d3-23568e7a55d4" providerId="AD" clId="Web-{A1A2C18E-B4AF-6F11-9E58-AD77DBB8F6F2}" dt="2026-03-06T11:26:57.175" v="162"/>
        <pc:sldMkLst>
          <pc:docMk/>
          <pc:sldMk cId="622881394" sldId="525"/>
        </pc:sldMkLst>
        <pc:spChg chg="mod">
          <ac:chgData name="Garima Mahendru" userId="S::gmahendru@edunetfoundation.org::096543be-f831-49f1-b7d3-23568e7a55d4" providerId="AD" clId="Web-{A1A2C18E-B4AF-6F11-9E58-AD77DBB8F6F2}" dt="2026-03-06T10:54:49.853" v="23" actId="14100"/>
          <ac:spMkLst>
            <pc:docMk/>
            <pc:sldMk cId="622881394" sldId="525"/>
            <ac:spMk id="2" creationId="{40D62ACE-AD3E-38A5-4FBE-98BC26C45DCF}"/>
          </ac:spMkLst>
        </pc:spChg>
        <pc:picChg chg="mod">
          <ac:chgData name="Garima Mahendru" userId="S::gmahendru@edunetfoundation.org::096543be-f831-49f1-b7d3-23568e7a55d4" providerId="AD" clId="Web-{A1A2C18E-B4AF-6F11-9E58-AD77DBB8F6F2}" dt="2026-03-06T10:55:08.291" v="25" actId="1076"/>
          <ac:picMkLst>
            <pc:docMk/>
            <pc:sldMk cId="622881394" sldId="525"/>
            <ac:picMk id="3" creationId="{2FCC0570-3C8F-99A8-DEC2-0D72E6D4CBBE}"/>
          </ac:picMkLst>
        </pc:picChg>
      </pc:sldChg>
      <pc:sldChg chg="modSp modNotes">
        <pc:chgData name="Garima Mahendru" userId="S::gmahendru@edunetfoundation.org::096543be-f831-49f1-b7d3-23568e7a55d4" providerId="AD" clId="Web-{A1A2C18E-B4AF-6F11-9E58-AD77DBB8F6F2}" dt="2026-03-06T11:27:27.192" v="163"/>
        <pc:sldMkLst>
          <pc:docMk/>
          <pc:sldMk cId="1350634987" sldId="526"/>
        </pc:sldMkLst>
        <pc:spChg chg="mod">
          <ac:chgData name="Garima Mahendru" userId="S::gmahendru@edunetfoundation.org::096543be-f831-49f1-b7d3-23568e7a55d4" providerId="AD" clId="Web-{A1A2C18E-B4AF-6F11-9E58-AD77DBB8F6F2}" dt="2026-03-06T10:56:00.010" v="36" actId="20577"/>
          <ac:spMkLst>
            <pc:docMk/>
            <pc:sldMk cId="1350634987" sldId="526"/>
            <ac:spMk id="2" creationId="{90A44777-B54A-BE3D-6F76-7FC6A0398DEB}"/>
          </ac:spMkLst>
        </pc:spChg>
      </pc:sldChg>
      <pc:sldChg chg="modSp modNotes">
        <pc:chgData name="Garima Mahendru" userId="S::gmahendru@edunetfoundation.org::096543be-f831-49f1-b7d3-23568e7a55d4" providerId="AD" clId="Web-{A1A2C18E-B4AF-6F11-9E58-AD77DBB8F6F2}" dt="2026-03-06T11:27:48.130" v="164"/>
        <pc:sldMkLst>
          <pc:docMk/>
          <pc:sldMk cId="2238998795" sldId="527"/>
        </pc:sldMkLst>
        <pc:spChg chg="mod">
          <ac:chgData name="Garima Mahendru" userId="S::gmahendru@edunetfoundation.org::096543be-f831-49f1-b7d3-23568e7a55d4" providerId="AD" clId="Web-{A1A2C18E-B4AF-6F11-9E58-AD77DBB8F6F2}" dt="2026-03-06T11:17:03.793" v="143" actId="20577"/>
          <ac:spMkLst>
            <pc:docMk/>
            <pc:sldMk cId="2238998795" sldId="527"/>
            <ac:spMk id="4" creationId="{95763B43-CD0C-D91A-E80F-1F498CAB251A}"/>
          </ac:spMkLst>
        </pc:spChg>
        <pc:picChg chg="mod">
          <ac:chgData name="Garima Mahendru" userId="S::gmahendru@edunetfoundation.org::096543be-f831-49f1-b7d3-23568e7a55d4" providerId="AD" clId="Web-{A1A2C18E-B4AF-6F11-9E58-AD77DBB8F6F2}" dt="2026-03-06T10:56:16.167" v="42" actId="1076"/>
          <ac:picMkLst>
            <pc:docMk/>
            <pc:sldMk cId="2238998795" sldId="527"/>
            <ac:picMk id="5123" creationId="{DB16BA76-1E49-2330-4309-966BAEC62BD6}"/>
          </ac:picMkLst>
        </pc:picChg>
        <pc:picChg chg="mod">
          <ac:chgData name="Garima Mahendru" userId="S::gmahendru@edunetfoundation.org::096543be-f831-49f1-b7d3-23568e7a55d4" providerId="AD" clId="Web-{A1A2C18E-B4AF-6F11-9E58-AD77DBB8F6F2}" dt="2026-03-06T10:56:12.839" v="41" actId="1076"/>
          <ac:picMkLst>
            <pc:docMk/>
            <pc:sldMk cId="2238998795" sldId="527"/>
            <ac:picMk id="5127" creationId="{AAD9412D-1E5A-D772-78A4-866DF3A0BF3B}"/>
          </ac:picMkLst>
        </pc:picChg>
        <pc:picChg chg="mod">
          <ac:chgData name="Garima Mahendru" userId="S::gmahendru@edunetfoundation.org::096543be-f831-49f1-b7d3-23568e7a55d4" providerId="AD" clId="Web-{A1A2C18E-B4AF-6F11-9E58-AD77DBB8F6F2}" dt="2026-03-06T10:56:06.573" v="38" actId="1076"/>
          <ac:picMkLst>
            <pc:docMk/>
            <pc:sldMk cId="2238998795" sldId="527"/>
            <ac:picMk id="5129" creationId="{E47B3980-8916-55B9-92FB-6FF0FFD5D4F6}"/>
          </ac:picMkLst>
        </pc:picChg>
      </pc:sldChg>
      <pc:sldChg chg="modSp modNotes">
        <pc:chgData name="Garima Mahendru" userId="S::gmahendru@edunetfoundation.org::096543be-f831-49f1-b7d3-23568e7a55d4" providerId="AD" clId="Web-{A1A2C18E-B4AF-6F11-9E58-AD77DBB8F6F2}" dt="2026-03-06T11:28:18.568" v="165"/>
        <pc:sldMkLst>
          <pc:docMk/>
          <pc:sldMk cId="1769660359" sldId="528"/>
        </pc:sldMkLst>
        <pc:spChg chg="mod">
          <ac:chgData name="Garima Mahendru" userId="S::gmahendru@edunetfoundation.org::096543be-f831-49f1-b7d3-23568e7a55d4" providerId="AD" clId="Web-{A1A2C18E-B4AF-6F11-9E58-AD77DBB8F6F2}" dt="2026-03-06T10:56:44.652" v="49" actId="20577"/>
          <ac:spMkLst>
            <pc:docMk/>
            <pc:sldMk cId="1769660359" sldId="528"/>
            <ac:spMk id="2" creationId="{AEF1FCE3-44FC-91B1-7DA9-64462E14C5E4}"/>
          </ac:spMkLst>
        </pc:spChg>
        <pc:spChg chg="mod">
          <ac:chgData name="Garima Mahendru" userId="S::gmahendru@edunetfoundation.org::096543be-f831-49f1-b7d3-23568e7a55d4" providerId="AD" clId="Web-{A1A2C18E-B4AF-6F11-9E58-AD77DBB8F6F2}" dt="2026-03-06T11:17:13.246" v="144" actId="20577"/>
          <ac:spMkLst>
            <pc:docMk/>
            <pc:sldMk cId="1769660359" sldId="528"/>
            <ac:spMk id="4" creationId="{917A97B2-AAAC-2A9B-F796-D076C1C0AE3F}"/>
          </ac:spMkLst>
        </pc:spChg>
      </pc:sldChg>
      <pc:sldChg chg="modSp modNotes">
        <pc:chgData name="Garima Mahendru" userId="S::gmahendru@edunetfoundation.org::096543be-f831-49f1-b7d3-23568e7a55d4" providerId="AD" clId="Web-{A1A2C18E-B4AF-6F11-9E58-AD77DBB8F6F2}" dt="2026-03-06T11:28:28.849" v="167"/>
        <pc:sldMkLst>
          <pc:docMk/>
          <pc:sldMk cId="560034931" sldId="529"/>
        </pc:sldMkLst>
        <pc:spChg chg="mod">
          <ac:chgData name="Garima Mahendru" userId="S::gmahendru@edunetfoundation.org::096543be-f831-49f1-b7d3-23568e7a55d4" providerId="AD" clId="Web-{A1A2C18E-B4AF-6F11-9E58-AD77DBB8F6F2}" dt="2026-03-06T10:57:30.809" v="60" actId="20577"/>
          <ac:spMkLst>
            <pc:docMk/>
            <pc:sldMk cId="560034931" sldId="529"/>
            <ac:spMk id="2" creationId="{A209F46F-E162-B9DA-C8AD-0366A6D16EBE}"/>
          </ac:spMkLst>
        </pc:spChg>
        <pc:spChg chg="mod">
          <ac:chgData name="Garima Mahendru" userId="S::gmahendru@edunetfoundation.org::096543be-f831-49f1-b7d3-23568e7a55d4" providerId="AD" clId="Web-{A1A2C18E-B4AF-6F11-9E58-AD77DBB8F6F2}" dt="2026-03-06T11:17:21.106" v="145" actId="20577"/>
          <ac:spMkLst>
            <pc:docMk/>
            <pc:sldMk cId="560034931" sldId="529"/>
            <ac:spMk id="4" creationId="{261AA54E-69D2-800A-0AE3-5737C147B86D}"/>
          </ac:spMkLst>
        </pc:spChg>
        <pc:picChg chg="mod">
          <ac:chgData name="Garima Mahendru" userId="S::gmahendru@edunetfoundation.org::096543be-f831-49f1-b7d3-23568e7a55d4" providerId="AD" clId="Web-{A1A2C18E-B4AF-6F11-9E58-AD77DBB8F6F2}" dt="2026-03-06T11:17:26.371" v="146" actId="1076"/>
          <ac:picMkLst>
            <pc:docMk/>
            <pc:sldMk cId="560034931" sldId="529"/>
            <ac:picMk id="7171" creationId="{29FD8086-608B-781F-D839-AD59B3B0B88C}"/>
          </ac:picMkLst>
        </pc:picChg>
      </pc:sldChg>
      <pc:sldChg chg="modSp">
        <pc:chgData name="Garima Mahendru" userId="S::gmahendru@edunetfoundation.org::096543be-f831-49f1-b7d3-23568e7a55d4" providerId="AD" clId="Web-{A1A2C18E-B4AF-6F11-9E58-AD77DBB8F6F2}" dt="2026-03-06T10:59:01.966" v="82" actId="20577"/>
        <pc:sldMkLst>
          <pc:docMk/>
          <pc:sldMk cId="3785443010" sldId="530"/>
        </pc:sldMkLst>
        <pc:spChg chg="mod">
          <ac:chgData name="Garima Mahendru" userId="S::gmahendru@edunetfoundation.org::096543be-f831-49f1-b7d3-23568e7a55d4" providerId="AD" clId="Web-{A1A2C18E-B4AF-6F11-9E58-AD77DBB8F6F2}" dt="2026-03-06T10:59:01.966" v="82" actId="20577"/>
          <ac:spMkLst>
            <pc:docMk/>
            <pc:sldMk cId="3785443010" sldId="530"/>
            <ac:spMk id="2" creationId="{ED80BE2D-999F-12AB-B5F5-DEB8694A1796}"/>
          </ac:spMkLst>
        </pc:spChg>
      </pc:sldChg>
      <pc:sldChg chg="modSp">
        <pc:chgData name="Garima Mahendru" userId="S::gmahendru@edunetfoundation.org::096543be-f831-49f1-b7d3-23568e7a55d4" providerId="AD" clId="Web-{A1A2C18E-B4AF-6F11-9E58-AD77DBB8F6F2}" dt="2026-03-06T10:58:35.387" v="76"/>
        <pc:sldMkLst>
          <pc:docMk/>
          <pc:sldMk cId="1208993585" sldId="531"/>
        </pc:sldMkLst>
        <pc:spChg chg="mod">
          <ac:chgData name="Garima Mahendru" userId="S::gmahendru@edunetfoundation.org::096543be-f831-49f1-b7d3-23568e7a55d4" providerId="AD" clId="Web-{A1A2C18E-B4AF-6F11-9E58-AD77DBB8F6F2}" dt="2026-03-06T10:58:30.919" v="75" actId="20577"/>
          <ac:spMkLst>
            <pc:docMk/>
            <pc:sldMk cId="1208993585" sldId="531"/>
            <ac:spMk id="2" creationId="{81A00419-91BB-EEBC-E0BF-8DF08DBC61BF}"/>
          </ac:spMkLst>
        </pc:spChg>
        <pc:picChg chg="mod">
          <ac:chgData name="Garima Mahendru" userId="S::gmahendru@edunetfoundation.org::096543be-f831-49f1-b7d3-23568e7a55d4" providerId="AD" clId="Web-{A1A2C18E-B4AF-6F11-9E58-AD77DBB8F6F2}" dt="2026-03-06T10:58:35.387" v="76"/>
          <ac:picMkLst>
            <pc:docMk/>
            <pc:sldMk cId="1208993585" sldId="531"/>
            <ac:picMk id="5" creationId="{3CAD6895-4BDC-B484-9862-AF95A978F506}"/>
          </ac:picMkLst>
        </pc:picChg>
      </pc:sldChg>
      <pc:sldChg chg="modSp">
        <pc:chgData name="Garima Mahendru" userId="S::gmahendru@edunetfoundation.org::096543be-f831-49f1-b7d3-23568e7a55d4" providerId="AD" clId="Web-{A1A2C18E-B4AF-6F11-9E58-AD77DBB8F6F2}" dt="2026-03-06T10:58:01.512" v="68" actId="20577"/>
        <pc:sldMkLst>
          <pc:docMk/>
          <pc:sldMk cId="3058014410" sldId="533"/>
        </pc:sldMkLst>
        <pc:spChg chg="mod">
          <ac:chgData name="Garima Mahendru" userId="S::gmahendru@edunetfoundation.org::096543be-f831-49f1-b7d3-23568e7a55d4" providerId="AD" clId="Web-{A1A2C18E-B4AF-6F11-9E58-AD77DBB8F6F2}" dt="2026-03-06T10:58:01.512" v="68" actId="20577"/>
          <ac:spMkLst>
            <pc:docMk/>
            <pc:sldMk cId="3058014410" sldId="533"/>
            <ac:spMk id="2" creationId="{B7937C45-CA84-D2D8-4330-131D9D779C73}"/>
          </ac:spMkLst>
        </pc:spChg>
        <pc:picChg chg="mod">
          <ac:chgData name="Garima Mahendru" userId="S::gmahendru@edunetfoundation.org::096543be-f831-49f1-b7d3-23568e7a55d4" providerId="AD" clId="Web-{A1A2C18E-B4AF-6F11-9E58-AD77DBB8F6F2}" dt="2026-03-06T10:57:45.043" v="62" actId="1076"/>
          <ac:picMkLst>
            <pc:docMk/>
            <pc:sldMk cId="3058014410" sldId="533"/>
            <ac:picMk id="7171" creationId="{58BF5AE4-0E0F-B90D-EC23-B699B5A6557D}"/>
          </ac:picMkLst>
        </pc:picChg>
      </pc:sldChg>
      <pc:sldChg chg="addSp delSp modSp">
        <pc:chgData name="Garima Mahendru" userId="S::gmahendru@edunetfoundation.org::096543be-f831-49f1-b7d3-23568e7a55d4" providerId="AD" clId="Web-{A1A2C18E-B4AF-6F11-9E58-AD77DBB8F6F2}" dt="2026-03-06T11:21:19.529" v="155" actId="14100"/>
        <pc:sldMkLst>
          <pc:docMk/>
          <pc:sldMk cId="1458807296" sldId="535"/>
        </pc:sldMkLst>
        <pc:spChg chg="mod">
          <ac:chgData name="Garima Mahendru" userId="S::gmahendru@edunetfoundation.org::096543be-f831-49f1-b7d3-23568e7a55d4" providerId="AD" clId="Web-{A1A2C18E-B4AF-6F11-9E58-AD77DBB8F6F2}" dt="2026-03-06T11:21:04.076" v="152" actId="20577"/>
          <ac:spMkLst>
            <pc:docMk/>
            <pc:sldMk cId="1458807296" sldId="535"/>
            <ac:spMk id="4" creationId="{21EC6F30-6883-BA5D-C4F1-A4220D13F286}"/>
          </ac:spMkLst>
        </pc:spChg>
        <pc:picChg chg="add mod">
          <ac:chgData name="Garima Mahendru" userId="S::gmahendru@edunetfoundation.org::096543be-f831-49f1-b7d3-23568e7a55d4" providerId="AD" clId="Web-{A1A2C18E-B4AF-6F11-9E58-AD77DBB8F6F2}" dt="2026-03-06T11:21:19.529" v="155" actId="14100"/>
          <ac:picMkLst>
            <pc:docMk/>
            <pc:sldMk cId="1458807296" sldId="535"/>
            <ac:picMk id="3" creationId="{6C96E25B-C317-78D9-0449-2CAC40E41018}"/>
          </ac:picMkLst>
        </pc:picChg>
      </pc:sldChg>
      <pc:sldChg chg="addSp delSp modSp modNotes">
        <pc:chgData name="Garima Mahendru" userId="S::gmahendru@edunetfoundation.org::096543be-f831-49f1-b7d3-23568e7a55d4" providerId="AD" clId="Web-{A1A2C18E-B4AF-6F11-9E58-AD77DBB8F6F2}" dt="2026-03-06T11:24:06.702" v="160"/>
        <pc:sldMkLst>
          <pc:docMk/>
          <pc:sldMk cId="2912720197" sldId="536"/>
        </pc:sldMkLst>
        <pc:picChg chg="add mod">
          <ac:chgData name="Garima Mahendru" userId="S::gmahendru@edunetfoundation.org::096543be-f831-49f1-b7d3-23568e7a55d4" providerId="AD" clId="Web-{A1A2C18E-B4AF-6F11-9E58-AD77DBB8F6F2}" dt="2026-03-06T11:05:46.687" v="109"/>
          <ac:picMkLst>
            <pc:docMk/>
            <pc:sldMk cId="2912720197" sldId="536"/>
            <ac:picMk id="215" creationId="{66786C79-B66E-AA61-61CE-0A35120D6E58}"/>
          </ac:picMkLst>
        </pc:picChg>
      </pc:sldChg>
      <pc:sldChg chg="addSp delSp modSp ord">
        <pc:chgData name="Garima Mahendru" userId="S::gmahendru@edunetfoundation.org::096543be-f831-49f1-b7d3-23568e7a55d4" providerId="AD" clId="Web-{A1A2C18E-B4AF-6F11-9E58-AD77DBB8F6F2}" dt="2026-03-06T11:19:21.935" v="147"/>
        <pc:sldMkLst>
          <pc:docMk/>
          <pc:sldMk cId="3824418688" sldId="537"/>
        </pc:sldMkLst>
        <pc:picChg chg="add mod">
          <ac:chgData name="Garima Mahendru" userId="S::gmahendru@edunetfoundation.org::096543be-f831-49f1-b7d3-23568e7a55d4" providerId="AD" clId="Web-{A1A2C18E-B4AF-6F11-9E58-AD77DBB8F6F2}" dt="2026-03-06T11:10:48.928" v="123"/>
          <ac:picMkLst>
            <pc:docMk/>
            <pc:sldMk cId="3824418688" sldId="537"/>
            <ac:picMk id="3" creationId="{567A0000-6D26-983C-288B-06264373C1D4}"/>
          </ac:picMkLst>
        </pc:picChg>
      </pc:sldChg>
      <pc:sldChg chg="addSp delSp modSp">
        <pc:chgData name="Garima Mahendru" userId="S::gmahendru@edunetfoundation.org::096543be-f831-49f1-b7d3-23568e7a55d4" providerId="AD" clId="Web-{A1A2C18E-B4AF-6F11-9E58-AD77DBB8F6F2}" dt="2026-03-06T11:08:09.688" v="118"/>
        <pc:sldMkLst>
          <pc:docMk/>
          <pc:sldMk cId="1048639421" sldId="538"/>
        </pc:sldMkLst>
        <pc:picChg chg="add mod">
          <ac:chgData name="Garima Mahendru" userId="S::gmahendru@edunetfoundation.org::096543be-f831-49f1-b7d3-23568e7a55d4" providerId="AD" clId="Web-{A1A2C18E-B4AF-6F11-9E58-AD77DBB8F6F2}" dt="2026-03-06T11:08:09.688" v="118"/>
          <ac:picMkLst>
            <pc:docMk/>
            <pc:sldMk cId="1048639421" sldId="538"/>
            <ac:picMk id="3" creationId="{042BED3F-0165-C197-2398-ACB2BDFF8A82}"/>
          </ac:picMkLst>
        </pc:picChg>
      </pc:sldChg>
      <pc:sldChg chg="modSp">
        <pc:chgData name="Garima Mahendru" userId="S::gmahendru@edunetfoundation.org::096543be-f831-49f1-b7d3-23568e7a55d4" providerId="AD" clId="Web-{A1A2C18E-B4AF-6F11-9E58-AD77DBB8F6F2}" dt="2026-03-06T11:06:56.578" v="110" actId="20577"/>
        <pc:sldMkLst>
          <pc:docMk/>
          <pc:sldMk cId="4183602" sldId="539"/>
        </pc:sldMkLst>
        <pc:spChg chg="mod">
          <ac:chgData name="Garima Mahendru" userId="S::gmahendru@edunetfoundation.org::096543be-f831-49f1-b7d3-23568e7a55d4" providerId="AD" clId="Web-{A1A2C18E-B4AF-6F11-9E58-AD77DBB8F6F2}" dt="2026-03-06T11:06:56.578" v="110" actId="20577"/>
          <ac:spMkLst>
            <pc:docMk/>
            <pc:sldMk cId="4183602" sldId="539"/>
            <ac:spMk id="2" creationId="{87DDA953-A6F4-D8E3-5229-6046514F42E6}"/>
          </ac:spMkLst>
        </pc:spChg>
      </pc:sldChg>
      <pc:sldChg chg="modSp">
        <pc:chgData name="Garima Mahendru" userId="S::gmahendru@edunetfoundation.org::096543be-f831-49f1-b7d3-23568e7a55d4" providerId="AD" clId="Web-{A1A2C18E-B4AF-6F11-9E58-AD77DBB8F6F2}" dt="2026-03-06T11:07:08.203" v="111" actId="20577"/>
        <pc:sldMkLst>
          <pc:docMk/>
          <pc:sldMk cId="975415543" sldId="540"/>
        </pc:sldMkLst>
        <pc:spChg chg="mod">
          <ac:chgData name="Garima Mahendru" userId="S::gmahendru@edunetfoundation.org::096543be-f831-49f1-b7d3-23568e7a55d4" providerId="AD" clId="Web-{A1A2C18E-B4AF-6F11-9E58-AD77DBB8F6F2}" dt="2026-03-06T11:07:08.203" v="111" actId="20577"/>
          <ac:spMkLst>
            <pc:docMk/>
            <pc:sldMk cId="975415543" sldId="540"/>
            <ac:spMk id="2" creationId="{AFC72005-B8A2-77E9-9C88-F15A41D90C08}"/>
          </ac:spMkLst>
        </pc:spChg>
      </pc:sldChg>
    </pc:docChg>
  </pc:docChgLst>
  <pc:docChgLst>
    <pc:chgData name="Aritri Debnath" userId="S::adebnath@edunetfoundation.org::f116131d-fa2d-42fb-ac79-8c29c69af122" providerId="AD" clId="Web-{4F6D7343-A7D3-53D7-EC2A-50582C0947FB}"/>
    <pc:docChg chg="addSld delSld modSld sldOrd">
      <pc:chgData name="Aritri Debnath" userId="S::adebnath@edunetfoundation.org::f116131d-fa2d-42fb-ac79-8c29c69af122" providerId="AD" clId="Web-{4F6D7343-A7D3-53D7-EC2A-50582C0947FB}" dt="2026-03-06T09:33:52.983" v="493" actId="14100"/>
      <pc:docMkLst>
        <pc:docMk/>
      </pc:docMkLst>
      <pc:sldChg chg="modSp">
        <pc:chgData name="Aritri Debnath" userId="S::adebnath@edunetfoundation.org::f116131d-fa2d-42fb-ac79-8c29c69af122" providerId="AD" clId="Web-{4F6D7343-A7D3-53D7-EC2A-50582C0947FB}" dt="2026-03-06T09:22:54.289" v="264" actId="20577"/>
        <pc:sldMkLst>
          <pc:docMk/>
          <pc:sldMk cId="1476851649" sldId="264"/>
        </pc:sldMkLst>
        <pc:spChg chg="mod">
          <ac:chgData name="Aritri Debnath" userId="S::adebnath@edunetfoundation.org::f116131d-fa2d-42fb-ac79-8c29c69af122" providerId="AD" clId="Web-{4F6D7343-A7D3-53D7-EC2A-50582C0947FB}" dt="2026-03-06T09:22:19.741" v="254" actId="20577"/>
          <ac:spMkLst>
            <pc:docMk/>
            <pc:sldMk cId="1476851649" sldId="264"/>
            <ac:spMk id="14" creationId="{E1F0CCD2-56D3-6ED7-A4D2-DC293A4DECED}"/>
          </ac:spMkLst>
        </pc:spChg>
        <pc:spChg chg="mod">
          <ac:chgData name="Aritri Debnath" userId="S::adebnath@edunetfoundation.org::f116131d-fa2d-42fb-ac79-8c29c69af122" providerId="AD" clId="Web-{4F6D7343-A7D3-53D7-EC2A-50582C0947FB}" dt="2026-03-06T09:22:54.289" v="264" actId="20577"/>
          <ac:spMkLst>
            <pc:docMk/>
            <pc:sldMk cId="1476851649" sldId="264"/>
            <ac:spMk id="17" creationId="{F67DEA04-9A38-2BC5-6A24-6F2AA4D4C1F4}"/>
          </ac:spMkLst>
        </pc:spChg>
      </pc:sldChg>
      <pc:sldChg chg="modSp">
        <pc:chgData name="Aritri Debnath" userId="S::adebnath@edunetfoundation.org::f116131d-fa2d-42fb-ac79-8c29c69af122" providerId="AD" clId="Web-{4F6D7343-A7D3-53D7-EC2A-50582C0947FB}" dt="2026-03-06T09:33:52.983" v="493" actId="14100"/>
        <pc:sldMkLst>
          <pc:docMk/>
          <pc:sldMk cId="283201601" sldId="512"/>
        </pc:sldMkLst>
        <pc:spChg chg="mod">
          <ac:chgData name="Aritri Debnath" userId="S::adebnath@edunetfoundation.org::f116131d-fa2d-42fb-ac79-8c29c69af122" providerId="AD" clId="Web-{4F6D7343-A7D3-53D7-EC2A-50582C0947FB}" dt="2026-03-06T09:33:52.983" v="493" actId="14100"/>
          <ac:spMkLst>
            <pc:docMk/>
            <pc:sldMk cId="283201601" sldId="512"/>
            <ac:spMk id="2" creationId="{976EDFFF-7E60-F4A2-ECDA-81CD89054335}"/>
          </ac:spMkLst>
        </pc:spChg>
      </pc:sldChg>
      <pc:sldChg chg="modSp">
        <pc:chgData name="Aritri Debnath" userId="S::adebnath@edunetfoundation.org::f116131d-fa2d-42fb-ac79-8c29c69af122" providerId="AD" clId="Web-{4F6D7343-A7D3-53D7-EC2A-50582C0947FB}" dt="2026-03-06T09:20:28.691" v="221" actId="14100"/>
        <pc:sldMkLst>
          <pc:docMk/>
          <pc:sldMk cId="4268352602" sldId="513"/>
        </pc:sldMkLst>
        <pc:spChg chg="mod">
          <ac:chgData name="Aritri Debnath" userId="S::adebnath@edunetfoundation.org::f116131d-fa2d-42fb-ac79-8c29c69af122" providerId="AD" clId="Web-{4F6D7343-A7D3-53D7-EC2A-50582C0947FB}" dt="2026-03-06T09:20:28.691" v="221" actId="14100"/>
          <ac:spMkLst>
            <pc:docMk/>
            <pc:sldMk cId="4268352602" sldId="513"/>
            <ac:spMk id="8" creationId="{8FB8E816-E868-A86A-9AC1-52D61C79325A}"/>
          </ac:spMkLst>
        </pc:spChg>
      </pc:sldChg>
      <pc:sldChg chg="modSp">
        <pc:chgData name="Aritri Debnath" userId="S::adebnath@edunetfoundation.org::f116131d-fa2d-42fb-ac79-8c29c69af122" providerId="AD" clId="Web-{4F6D7343-A7D3-53D7-EC2A-50582C0947FB}" dt="2026-03-06T09:09:15.635" v="113" actId="20577"/>
        <pc:sldMkLst>
          <pc:docMk/>
          <pc:sldMk cId="3785443010" sldId="530"/>
        </pc:sldMkLst>
        <pc:spChg chg="mod">
          <ac:chgData name="Aritri Debnath" userId="S::adebnath@edunetfoundation.org::f116131d-fa2d-42fb-ac79-8c29c69af122" providerId="AD" clId="Web-{4F6D7343-A7D3-53D7-EC2A-50582C0947FB}" dt="2026-03-06T09:09:15.635" v="113" actId="20577"/>
          <ac:spMkLst>
            <pc:docMk/>
            <pc:sldMk cId="3785443010" sldId="530"/>
            <ac:spMk id="2" creationId="{ED80BE2D-999F-12AB-B5F5-DEB8694A1796}"/>
          </ac:spMkLst>
        </pc:spChg>
      </pc:sldChg>
      <pc:sldChg chg="modSp">
        <pc:chgData name="Aritri Debnath" userId="S::adebnath@edunetfoundation.org::f116131d-fa2d-42fb-ac79-8c29c69af122" providerId="AD" clId="Web-{4F6D7343-A7D3-53D7-EC2A-50582C0947FB}" dt="2026-03-06T09:09:20.557" v="114" actId="20577"/>
        <pc:sldMkLst>
          <pc:docMk/>
          <pc:sldMk cId="1208993585" sldId="531"/>
        </pc:sldMkLst>
        <pc:spChg chg="mod">
          <ac:chgData name="Aritri Debnath" userId="S::adebnath@edunetfoundation.org::f116131d-fa2d-42fb-ac79-8c29c69af122" providerId="AD" clId="Web-{4F6D7343-A7D3-53D7-EC2A-50582C0947FB}" dt="2026-03-06T09:09:20.557" v="114" actId="20577"/>
          <ac:spMkLst>
            <pc:docMk/>
            <pc:sldMk cId="1208993585" sldId="531"/>
            <ac:spMk id="2" creationId="{81A00419-91BB-EEBC-E0BF-8DF08DBC61BF}"/>
          </ac:spMkLst>
        </pc:spChg>
      </pc:sldChg>
      <pc:sldChg chg="addSp delSp modSp add replId">
        <pc:chgData name="Aritri Debnath" userId="S::adebnath@edunetfoundation.org::f116131d-fa2d-42fb-ac79-8c29c69af122" providerId="AD" clId="Web-{4F6D7343-A7D3-53D7-EC2A-50582C0947FB}" dt="2026-03-06T08:47:19.599" v="32" actId="20577"/>
        <pc:sldMkLst>
          <pc:docMk/>
          <pc:sldMk cId="3058014410" sldId="533"/>
        </pc:sldMkLst>
        <pc:spChg chg="mod">
          <ac:chgData name="Aritri Debnath" userId="S::adebnath@edunetfoundation.org::f116131d-fa2d-42fb-ac79-8c29c69af122" providerId="AD" clId="Web-{4F6D7343-A7D3-53D7-EC2A-50582C0947FB}" dt="2026-03-06T08:47:19.599" v="32" actId="20577"/>
          <ac:spMkLst>
            <pc:docMk/>
            <pc:sldMk cId="3058014410" sldId="533"/>
            <ac:spMk id="2" creationId="{B7937C45-CA84-D2D8-4330-131D9D779C73}"/>
          </ac:spMkLst>
        </pc:spChg>
        <pc:spChg chg="mod">
          <ac:chgData name="Aritri Debnath" userId="S::adebnath@edunetfoundation.org::f116131d-fa2d-42fb-ac79-8c29c69af122" providerId="AD" clId="Web-{4F6D7343-A7D3-53D7-EC2A-50582C0947FB}" dt="2026-03-06T08:45:06.876" v="19" actId="20577"/>
          <ac:spMkLst>
            <pc:docMk/>
            <pc:sldMk cId="3058014410" sldId="533"/>
            <ac:spMk id="4" creationId="{A467416E-53D0-45F4-BE1F-0BE5503FABA3}"/>
          </ac:spMkLst>
        </pc:spChg>
      </pc:sldChg>
      <pc:sldChg chg="modSp add replId">
        <pc:chgData name="Aritri Debnath" userId="S::adebnath@edunetfoundation.org::f116131d-fa2d-42fb-ac79-8c29c69af122" providerId="AD" clId="Web-{4F6D7343-A7D3-53D7-EC2A-50582C0947FB}" dt="2026-03-06T09:09:08.510" v="112" actId="20577"/>
        <pc:sldMkLst>
          <pc:docMk/>
          <pc:sldMk cId="1458807296" sldId="535"/>
        </pc:sldMkLst>
        <pc:spChg chg="mod">
          <ac:chgData name="Aritri Debnath" userId="S::adebnath@edunetfoundation.org::f116131d-fa2d-42fb-ac79-8c29c69af122" providerId="AD" clId="Web-{4F6D7343-A7D3-53D7-EC2A-50582C0947FB}" dt="2026-03-06T09:04:06.849" v="40" actId="20577"/>
          <ac:spMkLst>
            <pc:docMk/>
            <pc:sldMk cId="1458807296" sldId="535"/>
            <ac:spMk id="4" creationId="{21EC6F30-6883-BA5D-C4F1-A4220D13F286}"/>
          </ac:spMkLst>
        </pc:spChg>
      </pc:sldChg>
      <pc:sldChg chg="modSp add replId">
        <pc:chgData name="Aritri Debnath" userId="S::adebnath@edunetfoundation.org::f116131d-fa2d-42fb-ac79-8c29c69af122" providerId="AD" clId="Web-{4F6D7343-A7D3-53D7-EC2A-50582C0947FB}" dt="2026-03-06T09:07:28.618" v="67" actId="20577"/>
        <pc:sldMkLst>
          <pc:docMk/>
          <pc:sldMk cId="2912720197" sldId="536"/>
        </pc:sldMkLst>
        <pc:spChg chg="mod">
          <ac:chgData name="Aritri Debnath" userId="S::adebnath@edunetfoundation.org::f116131d-fa2d-42fb-ac79-8c29c69af122" providerId="AD" clId="Web-{4F6D7343-A7D3-53D7-EC2A-50582C0947FB}" dt="2026-03-06T09:07:05.149" v="62" actId="20577"/>
          <ac:spMkLst>
            <pc:docMk/>
            <pc:sldMk cId="2912720197" sldId="536"/>
            <ac:spMk id="4" creationId="{6DA81C3C-4732-7731-A63E-58800321A926}"/>
          </ac:spMkLst>
        </pc:spChg>
      </pc:sldChg>
      <pc:sldChg chg="modSp add replId">
        <pc:chgData name="Aritri Debnath" userId="S::adebnath@edunetfoundation.org::f116131d-fa2d-42fb-ac79-8c29c69af122" providerId="AD" clId="Web-{4F6D7343-A7D3-53D7-EC2A-50582C0947FB}" dt="2026-03-06T09:11:31.059" v="130" actId="20577"/>
        <pc:sldMkLst>
          <pc:docMk/>
          <pc:sldMk cId="3824418688" sldId="537"/>
        </pc:sldMkLst>
        <pc:spChg chg="mod">
          <ac:chgData name="Aritri Debnath" userId="S::adebnath@edunetfoundation.org::f116131d-fa2d-42fb-ac79-8c29c69af122" providerId="AD" clId="Web-{4F6D7343-A7D3-53D7-EC2A-50582C0947FB}" dt="2026-03-06T09:10:14.105" v="129" actId="20577"/>
          <ac:spMkLst>
            <pc:docMk/>
            <pc:sldMk cId="3824418688" sldId="537"/>
            <ac:spMk id="4" creationId="{0F8D1968-983E-A809-F61B-A86556871AC5}"/>
          </ac:spMkLst>
        </pc:spChg>
      </pc:sldChg>
      <pc:sldChg chg="modSp add replId">
        <pc:chgData name="Aritri Debnath" userId="S::adebnath@edunetfoundation.org::f116131d-fa2d-42fb-ac79-8c29c69af122" providerId="AD" clId="Web-{4F6D7343-A7D3-53D7-EC2A-50582C0947FB}" dt="2026-03-06T09:14:29.091" v="162" actId="20577"/>
        <pc:sldMkLst>
          <pc:docMk/>
          <pc:sldMk cId="1048639421" sldId="538"/>
        </pc:sldMkLst>
        <pc:spChg chg="mod">
          <ac:chgData name="Aritri Debnath" userId="S::adebnath@edunetfoundation.org::f116131d-fa2d-42fb-ac79-8c29c69af122" providerId="AD" clId="Web-{4F6D7343-A7D3-53D7-EC2A-50582C0947FB}" dt="2026-03-06T09:13:32.497" v="145" actId="20577"/>
          <ac:spMkLst>
            <pc:docMk/>
            <pc:sldMk cId="1048639421" sldId="538"/>
            <ac:spMk id="4" creationId="{59B41369-9993-76D7-3E8C-8452F3186D5E}"/>
          </ac:spMkLst>
        </pc:spChg>
      </pc:sldChg>
      <pc:sldChg chg="modSp add replId">
        <pc:chgData name="Aritri Debnath" userId="S::adebnath@edunetfoundation.org::f116131d-fa2d-42fb-ac79-8c29c69af122" providerId="AD" clId="Web-{4F6D7343-A7D3-53D7-EC2A-50582C0947FB}" dt="2026-03-06T09:16:37.873" v="175" actId="20577"/>
        <pc:sldMkLst>
          <pc:docMk/>
          <pc:sldMk cId="4183602" sldId="539"/>
        </pc:sldMkLst>
        <pc:spChg chg="mod">
          <ac:chgData name="Aritri Debnath" userId="S::adebnath@edunetfoundation.org::f116131d-fa2d-42fb-ac79-8c29c69af122" providerId="AD" clId="Web-{4F6D7343-A7D3-53D7-EC2A-50582C0947FB}" dt="2026-03-06T09:16:37.873" v="175" actId="20577"/>
          <ac:spMkLst>
            <pc:docMk/>
            <pc:sldMk cId="4183602" sldId="539"/>
            <ac:spMk id="2" creationId="{87DDA953-A6F4-D8E3-5229-6046514F42E6}"/>
          </ac:spMkLst>
        </pc:spChg>
        <pc:spChg chg="mod">
          <ac:chgData name="Aritri Debnath" userId="S::adebnath@edunetfoundation.org::f116131d-fa2d-42fb-ac79-8c29c69af122" providerId="AD" clId="Web-{4F6D7343-A7D3-53D7-EC2A-50582C0947FB}" dt="2026-03-06T09:15:36.779" v="169" actId="20577"/>
          <ac:spMkLst>
            <pc:docMk/>
            <pc:sldMk cId="4183602" sldId="539"/>
            <ac:spMk id="4" creationId="{3BC75D73-04F7-602D-C541-DBE04B8430B3}"/>
          </ac:spMkLst>
        </pc:spChg>
      </pc:sldChg>
      <pc:sldChg chg="modSp add replId">
        <pc:chgData name="Aritri Debnath" userId="S::adebnath@edunetfoundation.org::f116131d-fa2d-42fb-ac79-8c29c69af122" providerId="AD" clId="Web-{4F6D7343-A7D3-53D7-EC2A-50582C0947FB}" dt="2026-03-06T09:17:42.358" v="183" actId="20577"/>
        <pc:sldMkLst>
          <pc:docMk/>
          <pc:sldMk cId="975415543" sldId="540"/>
        </pc:sldMkLst>
        <pc:spChg chg="mod">
          <ac:chgData name="Aritri Debnath" userId="S::adebnath@edunetfoundation.org::f116131d-fa2d-42fb-ac79-8c29c69af122" providerId="AD" clId="Web-{4F6D7343-A7D3-53D7-EC2A-50582C0947FB}" dt="2026-03-06T09:17:42.358" v="183" actId="20577"/>
          <ac:spMkLst>
            <pc:docMk/>
            <pc:sldMk cId="975415543" sldId="540"/>
            <ac:spMk id="2" creationId="{AFC72005-B8A2-77E9-9C88-F15A41D90C08}"/>
          </ac:spMkLst>
        </pc:spChg>
        <pc:spChg chg="mod">
          <ac:chgData name="Aritri Debnath" userId="S::adebnath@edunetfoundation.org::f116131d-fa2d-42fb-ac79-8c29c69af122" providerId="AD" clId="Web-{4F6D7343-A7D3-53D7-EC2A-50582C0947FB}" dt="2026-03-06T09:17:19.217" v="181" actId="20577"/>
          <ac:spMkLst>
            <pc:docMk/>
            <pc:sldMk cId="975415543" sldId="540"/>
            <ac:spMk id="4" creationId="{2DB70601-3437-7594-6C3A-8CD0B5FC08F2}"/>
          </ac:spMkLst>
        </pc:spChg>
      </pc:sldChg>
      <pc:sldChg chg="modSp add replId">
        <pc:chgData name="Aritri Debnath" userId="S::adebnath@edunetfoundation.org::f116131d-fa2d-42fb-ac79-8c29c69af122" providerId="AD" clId="Web-{4F6D7343-A7D3-53D7-EC2A-50582C0947FB}" dt="2026-03-06T09:24:06.962" v="289" actId="20577"/>
        <pc:sldMkLst>
          <pc:docMk/>
          <pc:sldMk cId="1687405305" sldId="541"/>
        </pc:sldMkLst>
        <pc:spChg chg="mod">
          <ac:chgData name="Aritri Debnath" userId="S::adebnath@edunetfoundation.org::f116131d-fa2d-42fb-ac79-8c29c69af122" providerId="AD" clId="Web-{4F6D7343-A7D3-53D7-EC2A-50582C0947FB}" dt="2026-03-06T09:24:06.962" v="289" actId="20577"/>
          <ac:spMkLst>
            <pc:docMk/>
            <pc:sldMk cId="1687405305" sldId="541"/>
            <ac:spMk id="14" creationId="{51F3A560-B3A7-92EB-0476-309D40897E51}"/>
          </ac:spMkLst>
        </pc:spChg>
        <pc:spChg chg="mod">
          <ac:chgData name="Aritri Debnath" userId="S::adebnath@edunetfoundation.org::f116131d-fa2d-42fb-ac79-8c29c69af122" providerId="AD" clId="Web-{4F6D7343-A7D3-53D7-EC2A-50582C0947FB}" dt="2026-03-06T09:23:35.227" v="286" actId="20577"/>
          <ac:spMkLst>
            <pc:docMk/>
            <pc:sldMk cId="1687405305" sldId="541"/>
            <ac:spMk id="17" creationId="{FEE441ED-2F27-4526-5A76-DE9D5A2D28A1}"/>
          </ac:spMkLst>
        </pc:spChg>
      </pc:sldChg>
      <pc:sldChg chg="modSp add replId">
        <pc:chgData name="Aritri Debnath" userId="S::adebnath@edunetfoundation.org::f116131d-fa2d-42fb-ac79-8c29c69af122" providerId="AD" clId="Web-{4F6D7343-A7D3-53D7-EC2A-50582C0947FB}" dt="2026-03-06T09:25:22.494" v="319" actId="20577"/>
        <pc:sldMkLst>
          <pc:docMk/>
          <pc:sldMk cId="1043267718" sldId="542"/>
        </pc:sldMkLst>
        <pc:spChg chg="mod">
          <ac:chgData name="Aritri Debnath" userId="S::adebnath@edunetfoundation.org::f116131d-fa2d-42fb-ac79-8c29c69af122" providerId="AD" clId="Web-{4F6D7343-A7D3-53D7-EC2A-50582C0947FB}" dt="2026-03-06T09:25:22.494" v="319" actId="20577"/>
          <ac:spMkLst>
            <pc:docMk/>
            <pc:sldMk cId="1043267718" sldId="542"/>
            <ac:spMk id="14" creationId="{C4B4363E-D761-F6D7-7399-EC8C9636E932}"/>
          </ac:spMkLst>
        </pc:spChg>
        <pc:spChg chg="mod">
          <ac:chgData name="Aritri Debnath" userId="S::adebnath@edunetfoundation.org::f116131d-fa2d-42fb-ac79-8c29c69af122" providerId="AD" clId="Web-{4F6D7343-A7D3-53D7-EC2A-50582C0947FB}" dt="2026-03-06T09:25:12.713" v="318" actId="20577"/>
          <ac:spMkLst>
            <pc:docMk/>
            <pc:sldMk cId="1043267718" sldId="542"/>
            <ac:spMk id="17" creationId="{8E70D1DB-3BE1-C3D4-A7BE-5707D4C07AD6}"/>
          </ac:spMkLst>
        </pc:spChg>
      </pc:sldChg>
      <pc:sldChg chg="modSp add replId">
        <pc:chgData name="Aritri Debnath" userId="S::adebnath@edunetfoundation.org::f116131d-fa2d-42fb-ac79-8c29c69af122" providerId="AD" clId="Web-{4F6D7343-A7D3-53D7-EC2A-50582C0947FB}" dt="2026-03-06T09:27:26.902" v="377" actId="20577"/>
        <pc:sldMkLst>
          <pc:docMk/>
          <pc:sldMk cId="3753205006" sldId="543"/>
        </pc:sldMkLst>
        <pc:spChg chg="mod">
          <ac:chgData name="Aritri Debnath" userId="S::adebnath@edunetfoundation.org::f116131d-fa2d-42fb-ac79-8c29c69af122" providerId="AD" clId="Web-{4F6D7343-A7D3-53D7-EC2A-50582C0947FB}" dt="2026-03-06T09:27:26.902" v="377" actId="20577"/>
          <ac:spMkLst>
            <pc:docMk/>
            <pc:sldMk cId="3753205006" sldId="543"/>
            <ac:spMk id="14" creationId="{DE09EBF1-1F8E-C0BE-09C1-6C6563F42581}"/>
          </ac:spMkLst>
        </pc:spChg>
        <pc:spChg chg="mod">
          <ac:chgData name="Aritri Debnath" userId="S::adebnath@edunetfoundation.org::f116131d-fa2d-42fb-ac79-8c29c69af122" providerId="AD" clId="Web-{4F6D7343-A7D3-53D7-EC2A-50582C0947FB}" dt="2026-03-06T09:27:17.277" v="376" actId="20577"/>
          <ac:spMkLst>
            <pc:docMk/>
            <pc:sldMk cId="3753205006" sldId="543"/>
            <ac:spMk id="17" creationId="{2D330A8B-1AF6-882B-CBEF-2C6BD710F89B}"/>
          </ac:spMkLst>
        </pc:spChg>
      </pc:sldChg>
      <pc:sldChg chg="modSp add replId">
        <pc:chgData name="Aritri Debnath" userId="S::adebnath@edunetfoundation.org::f116131d-fa2d-42fb-ac79-8c29c69af122" providerId="AD" clId="Web-{4F6D7343-A7D3-53D7-EC2A-50582C0947FB}" dt="2026-03-06T09:29:28.200" v="411" actId="20577"/>
        <pc:sldMkLst>
          <pc:docMk/>
          <pc:sldMk cId="3049436826" sldId="544"/>
        </pc:sldMkLst>
        <pc:spChg chg="mod">
          <ac:chgData name="Aritri Debnath" userId="S::adebnath@edunetfoundation.org::f116131d-fa2d-42fb-ac79-8c29c69af122" providerId="AD" clId="Web-{4F6D7343-A7D3-53D7-EC2A-50582C0947FB}" dt="2026-03-06T09:29:28.200" v="411" actId="20577"/>
          <ac:spMkLst>
            <pc:docMk/>
            <pc:sldMk cId="3049436826" sldId="544"/>
            <ac:spMk id="14" creationId="{A54372BD-E4CE-12AD-14D8-F859695530F1}"/>
          </ac:spMkLst>
        </pc:spChg>
        <pc:spChg chg="mod">
          <ac:chgData name="Aritri Debnath" userId="S::adebnath@edunetfoundation.org::f116131d-fa2d-42fb-ac79-8c29c69af122" providerId="AD" clId="Web-{4F6D7343-A7D3-53D7-EC2A-50582C0947FB}" dt="2026-03-06T09:29:15.794" v="409" actId="20577"/>
          <ac:spMkLst>
            <pc:docMk/>
            <pc:sldMk cId="3049436826" sldId="544"/>
            <ac:spMk id="17" creationId="{CC427624-FB53-0DEB-44E2-08F170D93C5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B617E5-F3A5-47F0-AA4C-1BC069E72CED}" type="datetimeFigureOut">
              <a:rPr lang="en-IN" smtClean="0"/>
              <a:t>09-03-2026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0FC4EF-F040-4629-96AB-A33446C1CF54}" type="slidenum">
              <a:rPr lang="en-IN" smtClean="0"/>
              <a:t>‹#›</a:t>
            </a:fld>
            <a:endParaRPr lang="en-IN"/>
          </a:p>
        </p:txBody>
      </p:sp>
    </p:spTree>
    <p:extLst>
      <p:ext uri="{BB962C8B-B14F-4D97-AF65-F5344CB8AC3E}">
        <p14:creationId xmlns:p14="http://schemas.microsoft.com/office/powerpoint/2010/main" val="42346000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code.visualstudio.com/download"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python.org/downloads/"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github.com/signup"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this chapter, students will first understand what GitHub Copilot is and how it works as an AI-powered coding assistant that helps developers write code more efficiently.</a:t>
            </a:r>
            <a:endParaRPr lang="en-US" dirty="0">
              <a:ea typeface="Calibri"/>
              <a:cs typeface="Calibri"/>
            </a:endParaRPr>
          </a:p>
          <a:p>
            <a:r>
              <a:rPr lang="en-US"/>
              <a:t>Next, they will learn how to set up the required environment, which includes installing Python and Visual Studio Code so they can start writing and running programs.</a:t>
            </a:r>
            <a:endParaRPr lang="en-US" dirty="0">
              <a:ea typeface="Calibri"/>
              <a:cs typeface="Calibri"/>
            </a:endParaRPr>
          </a:p>
          <a:p>
            <a:r>
              <a:rPr lang="en-US"/>
              <a:t>Students will then install and activate the GitHub Copilot extension from the VS Code Extensions Marketplace.</a:t>
            </a:r>
            <a:endParaRPr lang="en-US" dirty="0">
              <a:ea typeface="Calibri"/>
              <a:cs typeface="Calibri"/>
            </a:endParaRPr>
          </a:p>
          <a:p>
            <a:r>
              <a:rPr lang="en-US" dirty="0"/>
              <a:t>After the setup is complete, they will practice writing Python programs with AI assistance, where Copilot suggests code snippets, functions, and possible solutions while they type.</a:t>
            </a:r>
            <a:endParaRPr lang="en-US" dirty="0">
              <a:ea typeface="Calibri"/>
              <a:cs typeface="Calibri"/>
            </a:endParaRPr>
          </a:p>
          <a:p>
            <a:r>
              <a:rPr lang="en-US"/>
              <a:t>Finally, students will follow a simple beginner-friendly workflow that involves thinking about the problem, writing comments, reviewing Copilot suggestions, testing the code, and improving the solution.</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F00FC4EF-F040-4629-96AB-A33446C1CF54}" type="slidenum">
              <a:rPr lang="en-IN" smtClean="0"/>
              <a:t>3</a:t>
            </a:fld>
            <a:endParaRPr lang="en-IN"/>
          </a:p>
        </p:txBody>
      </p:sp>
    </p:spTree>
    <p:extLst>
      <p:ext uri="{BB962C8B-B14F-4D97-AF65-F5344CB8AC3E}">
        <p14:creationId xmlns:p14="http://schemas.microsoft.com/office/powerpoint/2010/main" val="21306880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module is designed especially for ITI and Polytechnic students, as well as beginners who are interested in learning programming in a simple and practical way. It is suitable for students who are just starting their journey in technology and want to explore modern tools like AI-assisted coding.</a:t>
            </a:r>
            <a:endParaRPr lang="en-US" dirty="0">
              <a:ea typeface="Calibri"/>
              <a:cs typeface="Calibri"/>
            </a:endParaRPr>
          </a:p>
          <a:p>
            <a:r>
              <a:rPr lang="en-US" dirty="0"/>
              <a:t>The good news is that no prior coding experience is required to take this module. Even if you have never written a program before, you will still be able to follow along and learn step by step.</a:t>
            </a:r>
            <a:endParaRPr lang="en-US" dirty="0">
              <a:ea typeface="Calibri"/>
              <a:cs typeface="Calibri"/>
            </a:endParaRPr>
          </a:p>
          <a:p>
            <a:r>
              <a:rPr lang="en-US" dirty="0"/>
              <a:t>What we really expect from participants is curiosity and a willingness to explore. Technology, especially Artificial Intelligence, is evolving rapidly, and this module encourages learners to experiment, ask questions, and try new ideas while coding.</a:t>
            </a:r>
            <a:endParaRPr lang="en-US" dirty="0">
              <a:ea typeface="Calibri"/>
              <a:cs typeface="Calibri"/>
            </a:endParaRPr>
          </a:p>
          <a:p>
            <a:r>
              <a:rPr lang="en-US"/>
              <a:t>Finally, this module is perfect for anyone interested in AI-powered programming.</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F00FC4EF-F040-4629-96AB-A33446C1CF54}" type="slidenum">
              <a:rPr lang="en-IN" smtClean="0"/>
              <a:t>4</a:t>
            </a:fld>
            <a:endParaRPr lang="en-IN"/>
          </a:p>
        </p:txBody>
      </p:sp>
    </p:spTree>
    <p:extLst>
      <p:ext uri="{BB962C8B-B14F-4D97-AF65-F5344CB8AC3E}">
        <p14:creationId xmlns:p14="http://schemas.microsoft.com/office/powerpoint/2010/main" val="40246935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Think of GitHub Copilot as: </a:t>
            </a:r>
            <a:r>
              <a:rPr lang="en-US" b="0"/>
              <a:t>Your AI Coding Friend</a:t>
            </a:r>
          </a:p>
          <a:p>
            <a:r>
              <a:rPr lang="en-US"/>
              <a:t>Just like a friend sitting next to you while coding:</a:t>
            </a:r>
          </a:p>
          <a:p>
            <a:pPr marL="171450" indent="-171450">
              <a:buFont typeface="Arial" panose="020B0604020202020204" pitchFamily="34" charset="0"/>
              <a:buChar char="•"/>
            </a:pPr>
            <a:r>
              <a:rPr lang="en-US"/>
              <a:t>You say what you want to build</a:t>
            </a:r>
          </a:p>
          <a:p>
            <a:pPr marL="171450" indent="-171450">
              <a:buFont typeface="Arial" panose="020B0604020202020204" pitchFamily="34" charset="0"/>
              <a:buChar char="•"/>
            </a:pPr>
            <a:r>
              <a:rPr lang="en-US"/>
              <a:t>Your friend suggests how to write the code</a:t>
            </a:r>
          </a:p>
          <a:p>
            <a:pPr marL="171450" indent="-171450">
              <a:buFont typeface="Arial" panose="020B0604020202020204" pitchFamily="34" charset="0"/>
              <a:buChar char="•"/>
            </a:pPr>
            <a:r>
              <a:rPr lang="en-US"/>
              <a:t>You review it and decide whether to use it</a:t>
            </a:r>
          </a:p>
          <a:p>
            <a:pPr marL="171450" indent="-171450">
              <a:buFont typeface="Arial" panose="020B0604020202020204" pitchFamily="34" charset="0"/>
              <a:buChar char="•"/>
            </a:pPr>
            <a:r>
              <a:rPr lang="en-US"/>
              <a:t>Copilot does the same thing </a:t>
            </a:r>
            <a:r>
              <a:rPr lang="en-US" b="0"/>
              <a:t>automatically while you type.</a:t>
            </a:r>
          </a:p>
          <a:p>
            <a:endParaRPr lang="en-IN"/>
          </a:p>
        </p:txBody>
      </p:sp>
      <p:sp>
        <p:nvSpPr>
          <p:cNvPr id="4" name="Slide Number Placeholder 3"/>
          <p:cNvSpPr>
            <a:spLocks noGrp="1"/>
          </p:cNvSpPr>
          <p:nvPr>
            <p:ph type="sldNum" sz="quarter" idx="10"/>
          </p:nvPr>
        </p:nvSpPr>
        <p:spPr/>
        <p:txBody>
          <a:bodyPr/>
          <a:lstStyle/>
          <a:p>
            <a:fld id="{61387AB6-0C90-4C13-BFEE-4EBE8F3CA032}" type="slidenum">
              <a:rPr lang="en-IN" smtClean="0"/>
              <a:t>5</a:t>
            </a:fld>
            <a:endParaRPr lang="en-IN"/>
          </a:p>
        </p:txBody>
      </p:sp>
    </p:spTree>
    <p:extLst>
      <p:ext uri="{BB962C8B-B14F-4D97-AF65-F5344CB8AC3E}">
        <p14:creationId xmlns:p14="http://schemas.microsoft.com/office/powerpoint/2010/main" val="25357842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3C6A1-C902-F1F0-4E44-2A75C1E807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49DA94-1E27-AD27-2A29-D5E08E4E2A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4AB112-86FE-31E0-66E1-9D1E71D439B1}"/>
              </a:ext>
            </a:extLst>
          </p:cNvPr>
          <p:cNvSpPr>
            <a:spLocks noGrp="1"/>
          </p:cNvSpPr>
          <p:nvPr>
            <p:ph type="body" idx="1"/>
          </p:nvPr>
        </p:nvSpPr>
        <p:spPr/>
        <p:txBody>
          <a:bodyPr/>
          <a:lstStyle/>
          <a:p>
            <a:pPr marL="171450" indent="-171450">
              <a:buFont typeface="Arial"/>
              <a:buChar char="•"/>
            </a:pPr>
            <a:r>
              <a:rPr lang="en-US" dirty="0"/>
              <a:t>Let’s understand how GitHub Copilot actually works while coding.</a:t>
            </a:r>
            <a:endParaRPr lang="en-US" dirty="0">
              <a:ea typeface="Calibri"/>
              <a:cs typeface="Calibri"/>
            </a:endParaRPr>
          </a:p>
          <a:p>
            <a:pPr marL="171450" indent="-171450">
              <a:buFont typeface="Arial"/>
              <a:buChar char="•"/>
            </a:pPr>
            <a:r>
              <a:rPr lang="en-US"/>
              <a:t>The process usually starts when you write a comment or begin typing some code. For example, you might type a comment like </a:t>
            </a:r>
            <a:r>
              <a:rPr lang="en-US" i="1"/>
              <a:t>“Python program to print student details.”</a:t>
            </a:r>
            <a:endParaRPr lang="en-US" dirty="0">
              <a:ea typeface="Calibri"/>
              <a:cs typeface="Calibri"/>
            </a:endParaRPr>
          </a:p>
          <a:p>
            <a:pPr marL="171450" indent="-171450">
              <a:buFont typeface="Arial"/>
              <a:buChar char="•"/>
            </a:pPr>
            <a:r>
              <a:rPr lang="en-US"/>
              <a:t>Copilot then analyzes the context of what you are writing. It looks at the comment, the existing code in the file, and even the programming language you are using.</a:t>
            </a:r>
            <a:endParaRPr lang="en-US" dirty="0">
              <a:ea typeface="Calibri"/>
              <a:cs typeface="Calibri"/>
            </a:endParaRPr>
          </a:p>
          <a:p>
            <a:pPr marL="171450" indent="-171450">
              <a:buFont typeface="Arial"/>
              <a:buChar char="•"/>
            </a:pPr>
            <a:r>
              <a:rPr lang="en-US" dirty="0"/>
              <a:t>Based on this context, Copilot predicts the next possible lines of code that you might want to write. This prediction is generated using AI models trained on large amounts of programming data.</a:t>
            </a:r>
            <a:endParaRPr lang="en-US" dirty="0">
              <a:ea typeface="Calibri"/>
              <a:cs typeface="Calibri"/>
            </a:endParaRPr>
          </a:p>
          <a:p>
            <a:pPr marL="171450" indent="-171450">
              <a:buFont typeface="Arial"/>
              <a:buChar char="•"/>
            </a:pPr>
            <a:r>
              <a:rPr lang="en-US"/>
              <a:t>The suggested code appears in gray color inside the editor, which is called ghost text. This text is only a suggestion and does not become part of your code until you accept it.</a:t>
            </a:r>
            <a:endParaRPr lang="en-US" dirty="0">
              <a:ea typeface="Calibri"/>
              <a:cs typeface="Calibri"/>
            </a:endParaRPr>
          </a:p>
          <a:p>
            <a:pPr marL="171450" indent="-171450">
              <a:buFont typeface="Arial"/>
              <a:buChar char="•"/>
            </a:pPr>
            <a:r>
              <a:rPr lang="en-US"/>
              <a:t>If the suggestion is correct, you can press the Tab key to accept it instantly, saving time and effort.</a:t>
            </a:r>
            <a:endParaRPr lang="en-US" dirty="0">
              <a:ea typeface="Calibri"/>
              <a:cs typeface="Calibri"/>
            </a:endParaRPr>
          </a:p>
          <a:p>
            <a:pPr marL="171450" indent="-171450">
              <a:buFont typeface="Arial"/>
              <a:buChar char="•"/>
            </a:pPr>
            <a:r>
              <a:rPr lang="en-US"/>
              <a:t>So, you can think of Copilot as auto-complete in programming—but much smarter and context-aware, because it understands what you are trying to build and suggests meaningful code instead of just single words.</a:t>
            </a:r>
            <a:endParaRPr lang="en-US" dirty="0">
              <a:ea typeface="Calibri"/>
              <a:cs typeface="Calibri"/>
            </a:endParaRPr>
          </a:p>
          <a:p>
            <a:pPr marL="171450" indent="-171450">
              <a:buFont typeface="Arial"/>
              <a:buChar char="•"/>
            </a:pPr>
            <a:r>
              <a:rPr lang="en-US"/>
              <a:t>This makes coding faster, easier, and more efficient, especially for repetitive tasks or when learning new programming concepts.</a:t>
            </a:r>
            <a:endParaRPr lang="en-US" dirty="0">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74AB6FB6-7A9F-517B-7FE6-13753F88E132}"/>
              </a:ext>
            </a:extLst>
          </p:cNvPr>
          <p:cNvSpPr>
            <a:spLocks noGrp="1"/>
          </p:cNvSpPr>
          <p:nvPr>
            <p:ph type="sldNum" sz="quarter" idx="10"/>
          </p:nvPr>
        </p:nvSpPr>
        <p:spPr/>
        <p:txBody>
          <a:bodyPr/>
          <a:lstStyle/>
          <a:p>
            <a:fld id="{61387AB6-0C90-4C13-BFEE-4EBE8F3CA032}" type="slidenum">
              <a:rPr lang="en-IN" smtClean="0"/>
              <a:t>6</a:t>
            </a:fld>
            <a:endParaRPr lang="en-IN"/>
          </a:p>
        </p:txBody>
      </p:sp>
    </p:spTree>
    <p:extLst>
      <p:ext uri="{BB962C8B-B14F-4D97-AF65-F5344CB8AC3E}">
        <p14:creationId xmlns:p14="http://schemas.microsoft.com/office/powerpoint/2010/main" val="30459122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544D2-6315-0201-E7C4-E830C8A6A4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27FAE2-C00E-0634-7CE1-8EE1139CBA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E7119F-8DCF-14E0-9622-CD027A344D9D}"/>
              </a:ext>
            </a:extLst>
          </p:cNvPr>
          <p:cNvSpPr>
            <a:spLocks noGrp="1"/>
          </p:cNvSpPr>
          <p:nvPr>
            <p:ph type="body" idx="1"/>
          </p:nvPr>
        </p:nvSpPr>
        <p:spPr/>
        <p:txBody>
          <a:bodyPr/>
          <a:lstStyle/>
          <a:p>
            <a:pPr marL="171450" indent="-171450">
              <a:buFont typeface="Arial"/>
              <a:buChar char="•"/>
            </a:pPr>
            <a:r>
              <a:rPr lang="en-US"/>
              <a:t>Today, AI copilots are becoming assistants that help professionals work faster, smarter, and more efficiently.</a:t>
            </a:r>
            <a:endParaRPr lang="en-US" dirty="0">
              <a:ea typeface="Calibri"/>
              <a:cs typeface="Calibri"/>
            </a:endParaRPr>
          </a:p>
          <a:p>
            <a:pPr marL="171450" indent="-171450">
              <a:buFont typeface="Arial"/>
              <a:buChar char="•"/>
            </a:pPr>
            <a:r>
              <a:rPr lang="en-US"/>
              <a:t>For example, in Excel, Copilot can automatically analyze large datasets, identify trends, and even generate charts or summaries with a simple prompt. This helps users save a lot of time compared to manual analysis.</a:t>
            </a:r>
            <a:endParaRPr lang="en-US" dirty="0">
              <a:ea typeface="Calibri"/>
              <a:cs typeface="Calibri"/>
            </a:endParaRPr>
          </a:p>
          <a:p>
            <a:pPr marL="171450" indent="-171450">
              <a:buFont typeface="Arial"/>
              <a:buChar char="•"/>
            </a:pPr>
            <a:r>
              <a:rPr lang="en-US"/>
              <a:t>In Word, Copilot helps draft documents, summarize reports, and improve writing. Instead of starting from scratch, users can ask Copilot to generate a first draft and then refine it.</a:t>
            </a:r>
            <a:endParaRPr lang="en-US" dirty="0">
              <a:ea typeface="Calibri"/>
              <a:cs typeface="Calibri"/>
            </a:endParaRPr>
          </a:p>
          <a:p>
            <a:pPr marL="171450" indent="-171450">
              <a:buFont typeface="Arial"/>
              <a:buChar char="•"/>
            </a:pPr>
            <a:r>
              <a:rPr lang="en-US"/>
              <a:t>In PowerPoint, Copilot can convert text into professional-looking presentations, suggest slide layouts, and even generate speaker notes.</a:t>
            </a:r>
            <a:endParaRPr lang="en-US" dirty="0">
              <a:ea typeface="Calibri"/>
              <a:cs typeface="Calibri"/>
            </a:endParaRPr>
          </a:p>
          <a:p>
            <a:pPr marL="171450" indent="-171450">
              <a:buFont typeface="Arial"/>
              <a:buChar char="•"/>
            </a:pPr>
            <a:r>
              <a:rPr lang="en-US"/>
              <a:t>Developers use Copilot in coding environments like VS Code to automatically suggest code, complete functions, and help debug errors.</a:t>
            </a:r>
            <a:endParaRPr lang="en-US" dirty="0">
              <a:ea typeface="Calibri"/>
              <a:cs typeface="Calibri"/>
            </a:endParaRPr>
          </a:p>
          <a:p>
            <a:pPr marL="171450" indent="-171450">
              <a:buFont typeface="Arial"/>
              <a:buChar char="•"/>
            </a:pPr>
            <a:r>
              <a:rPr lang="en-US"/>
              <a:t>In emails and communication tools, Copilot can draft responses, summarize long email threads, and highlight key points.</a:t>
            </a:r>
            <a:endParaRPr lang="en-US" dirty="0">
              <a:ea typeface="Calibri"/>
              <a:cs typeface="Calibri"/>
            </a:endParaRPr>
          </a:p>
          <a:p>
            <a:pPr marL="171450" indent="-171450">
              <a:buFont typeface="Arial"/>
              <a:buChar char="•"/>
            </a:pPr>
            <a:r>
              <a:rPr lang="en-US"/>
              <a:t>Overall, Copilot acts like a smart digital assistant that reduces repetitive work and allows people to focus more on thinking, creativity, and decision-making.</a:t>
            </a:r>
            <a:endParaRPr lang="en-US" dirty="0">
              <a:ea typeface="Calibri"/>
              <a:cs typeface="Calibri"/>
            </a:endParaRPr>
          </a:p>
          <a:p>
            <a:pPr marL="171450" indent="-171450">
              <a:buFont typeface="Arial"/>
              <a:buChar char="•"/>
            </a:pPr>
            <a:r>
              <a:rPr lang="en-US"/>
              <a:t>The key idea is that Copilot does not replace humans—it enhances human productivity by working alongside us.</a:t>
            </a:r>
            <a:endParaRPr lang="en-US" dirty="0">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720E1A9D-2F77-8864-C472-86BD8D25C66C}"/>
              </a:ext>
            </a:extLst>
          </p:cNvPr>
          <p:cNvSpPr>
            <a:spLocks noGrp="1"/>
          </p:cNvSpPr>
          <p:nvPr>
            <p:ph type="sldNum" sz="quarter" idx="10"/>
          </p:nvPr>
        </p:nvSpPr>
        <p:spPr/>
        <p:txBody>
          <a:bodyPr/>
          <a:lstStyle/>
          <a:p>
            <a:fld id="{61387AB6-0C90-4C13-BFEE-4EBE8F3CA032}" type="slidenum">
              <a:rPr lang="en-IN" smtClean="0"/>
              <a:t>7</a:t>
            </a:fld>
            <a:endParaRPr lang="en-IN"/>
          </a:p>
        </p:txBody>
      </p:sp>
    </p:spTree>
    <p:extLst>
      <p:ext uri="{BB962C8B-B14F-4D97-AF65-F5344CB8AC3E}">
        <p14:creationId xmlns:p14="http://schemas.microsoft.com/office/powerpoint/2010/main" val="30954543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9E94C-8AD0-6FF0-56EC-9B26C98617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D2109-4513-30C5-89B1-B4BAE05145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31CFE5-731D-4C1E-E01B-FCA596C2EECE}"/>
              </a:ext>
            </a:extLst>
          </p:cNvPr>
          <p:cNvSpPr>
            <a:spLocks noGrp="1"/>
          </p:cNvSpPr>
          <p:nvPr>
            <p:ph type="body" idx="1"/>
          </p:nvPr>
        </p:nvSpPr>
        <p:spPr/>
        <p:txBody>
          <a:bodyPr/>
          <a:lstStyle/>
          <a:p>
            <a:pPr marL="171450" indent="-171450">
              <a:buFont typeface="Arial"/>
              <a:buChar char="•"/>
            </a:pPr>
            <a:r>
              <a:rPr lang="en-IN"/>
              <a:t>Struggling with a New Skill - When beginners start learning a new tool or programming language, they often struggle with remembering syntax, commands, or the correct approach to solve a problem. AI assistants or smart tools help reduce this struggle by suggesting the next steps, providing examples, and guiding learners while they work. This makes the learning process less intimidating and more interactive.</a:t>
            </a:r>
            <a:endParaRPr lang="en-US">
              <a:ea typeface="Calibri"/>
              <a:cs typeface="Calibri"/>
            </a:endParaRPr>
          </a:p>
          <a:p>
            <a:pPr marL="171450" indent="-171450">
              <a:buFont typeface="Arial"/>
              <a:buChar char="•"/>
            </a:pPr>
            <a:r>
              <a:rPr lang="en-IN" dirty="0"/>
              <a:t>Time Reduction- Beginners usually spend a lot of time searching for solutions online or debugging small issues. With AI-powered suggestions, tasks can be completed much faster. Instead of starting from scratch, learners receive instant suggestions, templates, or code snippets that help them move forward quickly.</a:t>
            </a:r>
            <a:endParaRPr lang="en-IN" dirty="0">
              <a:ea typeface="Calibri"/>
              <a:cs typeface="Calibri"/>
            </a:endParaRPr>
          </a:p>
          <a:p>
            <a:pPr marL="171450" indent="-171450">
              <a:buFont typeface="Arial"/>
              <a:buChar char="•"/>
            </a:pPr>
            <a:r>
              <a:rPr lang="en-IN"/>
              <a:t>Pattern Recognition- AI tools are trained on large datasets and can recognize common coding or data patterns. This helps beginners understand best practices, common structures, and standard approaches used in real-world scenarios. Over time, learners start recognizing these patterns themselves and improve their problem-solving ability.</a:t>
            </a:r>
            <a:endParaRPr lang="en-IN">
              <a:ea typeface="Calibri"/>
              <a:cs typeface="Calibri"/>
            </a:endParaRPr>
          </a:p>
          <a:p>
            <a:pPr marL="171450" indent="-171450">
              <a:buFont typeface="Arial"/>
              <a:buChar char="•"/>
            </a:pPr>
            <a:r>
              <a:rPr lang="en-IN"/>
              <a:t>Mistake Reduction -</a:t>
            </a:r>
            <a:br>
              <a:rPr lang="en-IN" dirty="0">
                <a:cs typeface="+mn-lt"/>
              </a:rPr>
            </a:br>
            <a:r>
              <a:rPr lang="en-IN"/>
              <a:t> Beginners often make small errors such as syntax mistakes, incorrect functions, or logical issues. AI tools can detect these errors early and suggest corrections. This reduces frustration, helps learners debug faster, and improves the overall quality of their work.</a:t>
            </a:r>
            <a:endParaRPr lang="en-IN">
              <a:ea typeface="Calibri"/>
              <a:cs typeface="Calibri"/>
            </a:endParaRPr>
          </a:p>
          <a:p>
            <a:endParaRPr lang="en-IN" dirty="0">
              <a:ea typeface="Calibri"/>
              <a:cs typeface="Calibri"/>
            </a:endParaRPr>
          </a:p>
        </p:txBody>
      </p:sp>
      <p:sp>
        <p:nvSpPr>
          <p:cNvPr id="4" name="Slide Number Placeholder 3">
            <a:extLst>
              <a:ext uri="{FF2B5EF4-FFF2-40B4-BE49-F238E27FC236}">
                <a16:creationId xmlns:a16="http://schemas.microsoft.com/office/drawing/2014/main" id="{0E54C98A-9727-A005-BC11-22236D7CC1A7}"/>
              </a:ext>
            </a:extLst>
          </p:cNvPr>
          <p:cNvSpPr>
            <a:spLocks noGrp="1"/>
          </p:cNvSpPr>
          <p:nvPr>
            <p:ph type="sldNum" sz="quarter" idx="10"/>
          </p:nvPr>
        </p:nvSpPr>
        <p:spPr/>
        <p:txBody>
          <a:bodyPr/>
          <a:lstStyle/>
          <a:p>
            <a:fld id="{61387AB6-0C90-4C13-BFEE-4EBE8F3CA032}" type="slidenum">
              <a:rPr lang="en-IN" smtClean="0"/>
              <a:t>8</a:t>
            </a:fld>
            <a:endParaRPr lang="en-IN"/>
          </a:p>
        </p:txBody>
      </p:sp>
    </p:spTree>
    <p:extLst>
      <p:ext uri="{BB962C8B-B14F-4D97-AF65-F5344CB8AC3E}">
        <p14:creationId xmlns:p14="http://schemas.microsoft.com/office/powerpoint/2010/main" val="13661993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E7B41-F680-F254-CCA0-44A91CA5AF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DC6D93-5C2C-719A-F3E9-6FE49B8C70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8C6541-93EE-292E-7B27-50C6237762C1}"/>
              </a:ext>
            </a:extLst>
          </p:cNvPr>
          <p:cNvSpPr>
            <a:spLocks noGrp="1"/>
          </p:cNvSpPr>
          <p:nvPr>
            <p:ph type="body" idx="1"/>
          </p:nvPr>
        </p:nvSpPr>
        <p:spPr/>
        <p:txBody>
          <a:bodyPr/>
          <a:lstStyle/>
          <a:p>
            <a:r>
              <a:rPr lang="en-IN" dirty="0"/>
              <a:t>GitHub Copilot is very useful because it saves a lot of time while coding. For example, if you type a comment such as </a:t>
            </a:r>
            <a:r>
              <a:rPr lang="en-IN" i="1" dirty="0"/>
              <a:t>“function to check even or odd”</a:t>
            </a:r>
            <a:r>
              <a:rPr lang="en-IN" dirty="0"/>
              <a:t>, Copilot can automatically suggest a complete function. It may generate code like a Python function that checks whether a number is even or odd using a simple condition. This helps programmers avoid writing every line from scratch.</a:t>
            </a:r>
            <a:endParaRPr lang="en-US">
              <a:ea typeface="Calibri"/>
              <a:cs typeface="Calibri"/>
            </a:endParaRPr>
          </a:p>
          <a:p>
            <a:r>
              <a:rPr lang="en-IN" dirty="0"/>
              <a:t>Another benefit is that Copilot helps students learn Python while coding. The suggestions show correct indentation, proper syntax, function structure, and common loop patterns. By observing these suggestions, students can understand how good Python code is written. They can choose to accept the suggestion, study it, modify it if needed, and learn from it.</a:t>
            </a:r>
            <a:endParaRPr lang="en-IN" dirty="0">
              <a:ea typeface="Calibri"/>
              <a:cs typeface="Calibri"/>
            </a:endParaRPr>
          </a:p>
          <a:p>
            <a:r>
              <a:rPr lang="en-IN" dirty="0"/>
              <a:t>Copilot also reduces typing errors. It works somewhat like a spell-checker for code. It helps prevent common mistakes such as missing colons, incorrect indentation, or wrong variable names. This makes coding smoother and helps beginners focus more on the logic rather than small syntax mistakes.</a:t>
            </a:r>
            <a:endParaRPr lang="en-IN" dirty="0">
              <a:ea typeface="Calibri"/>
              <a:cs typeface="Calibri"/>
            </a:endParaRPr>
          </a:p>
          <a:p>
            <a:endParaRPr lang="en-IN" dirty="0">
              <a:ea typeface="Calibri"/>
              <a:cs typeface="Calibri"/>
            </a:endParaRPr>
          </a:p>
        </p:txBody>
      </p:sp>
      <p:sp>
        <p:nvSpPr>
          <p:cNvPr id="4" name="Slide Number Placeholder 3">
            <a:extLst>
              <a:ext uri="{FF2B5EF4-FFF2-40B4-BE49-F238E27FC236}">
                <a16:creationId xmlns:a16="http://schemas.microsoft.com/office/drawing/2014/main" id="{1A53183A-7284-CD40-9CB3-629078423279}"/>
              </a:ext>
            </a:extLst>
          </p:cNvPr>
          <p:cNvSpPr>
            <a:spLocks noGrp="1"/>
          </p:cNvSpPr>
          <p:nvPr>
            <p:ph type="sldNum" sz="quarter" idx="10"/>
          </p:nvPr>
        </p:nvSpPr>
        <p:spPr/>
        <p:txBody>
          <a:bodyPr/>
          <a:lstStyle/>
          <a:p>
            <a:fld id="{61387AB6-0C90-4C13-BFEE-4EBE8F3CA032}" type="slidenum">
              <a:rPr lang="en-IN" smtClean="0"/>
              <a:t>9</a:t>
            </a:fld>
            <a:endParaRPr lang="en-IN"/>
          </a:p>
        </p:txBody>
      </p:sp>
    </p:spTree>
    <p:extLst>
      <p:ext uri="{BB962C8B-B14F-4D97-AF65-F5344CB8AC3E}">
        <p14:creationId xmlns:p14="http://schemas.microsoft.com/office/powerpoint/2010/main" val="4309804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94B86-3174-0E02-542C-F817454D7C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5A064F-A39C-5F10-B0FB-D31EC8E487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ED3CF4-8BB3-D158-80CF-F07E498C1F4E}"/>
              </a:ext>
            </a:extLst>
          </p:cNvPr>
          <p:cNvSpPr>
            <a:spLocks noGrp="1"/>
          </p:cNvSpPr>
          <p:nvPr>
            <p:ph type="body" idx="1"/>
          </p:nvPr>
        </p:nvSpPr>
        <p:spPr/>
        <p:txBody>
          <a:bodyPr/>
          <a:lstStyle/>
          <a:p>
            <a:r>
              <a:rPr lang="en-IN"/>
              <a:t>GitHub Copilot can suggest code in many programming languages such as Python, JavaScript, Java, and C#.</a:t>
            </a:r>
            <a:endParaRPr lang="en-US">
              <a:ea typeface="Calibri"/>
              <a:cs typeface="Calibri"/>
            </a:endParaRPr>
          </a:p>
          <a:p>
            <a:r>
              <a:rPr lang="en-IN" dirty="0"/>
              <a:t>For beginners, Python is recommended because it has simple and easy-to-read syntax. The code looks similar to plain English, which makes it easier to understand.</a:t>
            </a:r>
            <a:endParaRPr lang="en-IN" dirty="0">
              <a:ea typeface="Calibri"/>
              <a:cs typeface="Calibri"/>
            </a:endParaRPr>
          </a:p>
          <a:p>
            <a:r>
              <a:rPr lang="en-IN"/>
              <a:t>Python is also widely used in AI, Data Science, and Web development, and it has a large community, so learners can easily find help and resources.</a:t>
            </a:r>
            <a:endParaRPr lang="en-IN" dirty="0">
              <a:ea typeface="Calibri"/>
              <a:cs typeface="Calibri"/>
            </a:endParaRPr>
          </a:p>
          <a:p>
            <a:endParaRPr lang="en-IN" dirty="0">
              <a:ea typeface="Calibri"/>
              <a:cs typeface="Calibri"/>
            </a:endParaRPr>
          </a:p>
        </p:txBody>
      </p:sp>
      <p:sp>
        <p:nvSpPr>
          <p:cNvPr id="4" name="Slide Number Placeholder 3">
            <a:extLst>
              <a:ext uri="{FF2B5EF4-FFF2-40B4-BE49-F238E27FC236}">
                <a16:creationId xmlns:a16="http://schemas.microsoft.com/office/drawing/2014/main" id="{69F7A3C2-2EE4-C116-176B-64569B516E3A}"/>
              </a:ext>
            </a:extLst>
          </p:cNvPr>
          <p:cNvSpPr>
            <a:spLocks noGrp="1"/>
          </p:cNvSpPr>
          <p:nvPr>
            <p:ph type="sldNum" sz="quarter" idx="10"/>
          </p:nvPr>
        </p:nvSpPr>
        <p:spPr/>
        <p:txBody>
          <a:bodyPr/>
          <a:lstStyle/>
          <a:p>
            <a:fld id="{61387AB6-0C90-4C13-BFEE-4EBE8F3CA032}" type="slidenum">
              <a:rPr lang="en-IN" smtClean="0"/>
              <a:t>10</a:t>
            </a:fld>
            <a:endParaRPr lang="en-IN"/>
          </a:p>
        </p:txBody>
      </p:sp>
    </p:spTree>
    <p:extLst>
      <p:ext uri="{BB962C8B-B14F-4D97-AF65-F5344CB8AC3E}">
        <p14:creationId xmlns:p14="http://schemas.microsoft.com/office/powerpoint/2010/main" val="13707112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FC994-FE4D-C838-CC7D-AAD90D88FA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8A2B28-12C3-F825-31A1-02DA8454F5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EC27B0-EF3F-7838-634C-6AC4F598244E}"/>
              </a:ext>
            </a:extLst>
          </p:cNvPr>
          <p:cNvSpPr>
            <a:spLocks noGrp="1"/>
          </p:cNvSpPr>
          <p:nvPr>
            <p:ph type="body" idx="1"/>
          </p:nvPr>
        </p:nvSpPr>
        <p:spPr/>
        <p:txBody>
          <a:bodyPr/>
          <a:lstStyle/>
          <a:p>
            <a:pPr marL="171450" indent="-171450">
              <a:buFont typeface="Arial"/>
              <a:buChar char="•"/>
            </a:pPr>
            <a:r>
              <a:rPr lang="en-IN" dirty="0"/>
              <a:t>VS Code (Visual Studio Code). This is a lightweight and powerful code editor widely used by developers. It supports multiple programming languages and provides features such as syntax highlighting, extensions, and an integrated terminal, which make coding easier and more </a:t>
            </a:r>
            <a:r>
              <a:rPr lang="en-IN"/>
              <a:t>efficient.</a:t>
            </a:r>
          </a:p>
          <a:p>
            <a:pPr marL="171450" indent="-171450">
              <a:buFont typeface="Arial"/>
              <a:buChar char="•"/>
            </a:pPr>
            <a:r>
              <a:rPr lang="en-IN"/>
              <a:t>Python version 3.10 or above. Python will be the programming language we use for our examples and exercises. It is beginner-friendly, easy to read, and widely used in areas like data science, artificial intelligence, and automation.</a:t>
            </a:r>
            <a:endParaRPr lang="en-IN" dirty="0"/>
          </a:p>
          <a:p>
            <a:pPr marL="171450" indent="-171450">
              <a:buFont typeface="Arial"/>
              <a:buChar char="•"/>
            </a:pPr>
            <a:r>
              <a:rPr lang="en-IN"/>
              <a:t>GitHub is a platform where developers store and manage their code. It also allows us to integrate tools like Copilot and collaborate with others.</a:t>
            </a:r>
          </a:p>
          <a:p>
            <a:pPr marL="171450" indent="-171450">
              <a:buFont typeface="Arial"/>
              <a:buChar char="•"/>
            </a:pPr>
            <a:r>
              <a:rPr lang="en-IN"/>
              <a:t>GitHub Copilot is an AI-powered coding assistant that suggests code as we type. It helps developers write code faster, learn new programming patterns, and reduce repetitive work.</a:t>
            </a:r>
            <a:endParaRPr lang="en-IN">
              <a:ea typeface="Calibri"/>
              <a:cs typeface="Calibri"/>
            </a:endParaRPr>
          </a:p>
          <a:p>
            <a:endParaRPr lang="en-IN" dirty="0">
              <a:ea typeface="Calibri"/>
              <a:cs typeface="Calibri"/>
            </a:endParaRPr>
          </a:p>
        </p:txBody>
      </p:sp>
      <p:sp>
        <p:nvSpPr>
          <p:cNvPr id="4" name="Slide Number Placeholder 3">
            <a:extLst>
              <a:ext uri="{FF2B5EF4-FFF2-40B4-BE49-F238E27FC236}">
                <a16:creationId xmlns:a16="http://schemas.microsoft.com/office/drawing/2014/main" id="{A77B4556-60A8-45A8-C833-55FBEF400193}"/>
              </a:ext>
            </a:extLst>
          </p:cNvPr>
          <p:cNvSpPr>
            <a:spLocks noGrp="1"/>
          </p:cNvSpPr>
          <p:nvPr>
            <p:ph type="sldNum" sz="quarter" idx="10"/>
          </p:nvPr>
        </p:nvSpPr>
        <p:spPr/>
        <p:txBody>
          <a:bodyPr/>
          <a:lstStyle/>
          <a:p>
            <a:fld id="{61387AB6-0C90-4C13-BFEE-4EBE8F3CA032}" type="slidenum">
              <a:rPr lang="en-IN" smtClean="0"/>
              <a:t>11</a:t>
            </a:fld>
            <a:endParaRPr lang="en-IN"/>
          </a:p>
        </p:txBody>
      </p:sp>
    </p:spTree>
    <p:extLst>
      <p:ext uri="{BB962C8B-B14F-4D97-AF65-F5344CB8AC3E}">
        <p14:creationId xmlns:p14="http://schemas.microsoft.com/office/powerpoint/2010/main" val="32587069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48539-09AF-9BC3-C322-D11D9254B9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D19295-FB7F-A4E1-68AE-5FCE5D8EA9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480827-846C-573F-449D-0C5C0B954BC8}"/>
              </a:ext>
            </a:extLst>
          </p:cNvPr>
          <p:cNvSpPr>
            <a:spLocks noGrp="1"/>
          </p:cNvSpPr>
          <p:nvPr>
            <p:ph type="body" idx="1"/>
          </p:nvPr>
        </p:nvSpPr>
        <p:spPr/>
        <p:txBody>
          <a:bodyPr/>
          <a:lstStyle/>
          <a:p>
            <a:r>
              <a:rPr lang="en-IN" b="1"/>
              <a:t>Why VS Code?</a:t>
            </a:r>
            <a:br>
              <a:rPr lang="en-IN" b="1"/>
            </a:br>
            <a:r>
              <a:rPr lang="en-IN" b="1"/>
              <a:t> Visual Studio Code is widely used because it is free</a:t>
            </a:r>
            <a:r>
              <a:rPr lang="en-IN"/>
              <a:t>, </a:t>
            </a:r>
            <a:r>
              <a:rPr lang="en-IN" b="1"/>
              <a:t>lightweight</a:t>
            </a:r>
            <a:r>
              <a:rPr lang="en-IN"/>
              <a:t>, and easy to use. It is also one of the </a:t>
            </a:r>
            <a:r>
              <a:rPr lang="en-IN" b="1"/>
              <a:t>most popular code editors</a:t>
            </a:r>
            <a:r>
              <a:rPr lang="en-IN"/>
              <a:t> used by developers around the world. Another advantage is that it works on </a:t>
            </a:r>
            <a:r>
              <a:rPr lang="en-IN" b="1"/>
              <a:t>Windows, Mac, and Linux</a:t>
            </a:r>
            <a:r>
              <a:rPr lang="en-IN"/>
              <a:t>, making it accessible to many users.</a:t>
            </a:r>
            <a:endParaRPr lang="en-US"/>
          </a:p>
          <a:p>
            <a:r>
              <a:rPr lang="en-IN" b="1"/>
              <a:t>Installing VS Code on Windows</a:t>
            </a:r>
            <a:br>
              <a:rPr lang="en-IN" b="1"/>
            </a:br>
            <a:r>
              <a:rPr lang="en-IN" b="1"/>
              <a:t> To install it, first go to </a:t>
            </a:r>
            <a:r>
              <a:rPr lang="en-IN" b="1">
                <a:hlinkClick r:id="rId3"/>
              </a:rPr>
              <a:t>https://code.visualstudio.com/download</a:t>
            </a:r>
            <a:r>
              <a:rPr lang="en-IN"/>
              <a:t> and download the Windows version. After downloading, </a:t>
            </a:r>
            <a:r>
              <a:rPr lang="en-IN" b="1"/>
              <a:t>double-click the installer file</a:t>
            </a:r>
            <a:r>
              <a:rPr lang="en-IN"/>
              <a:t>. Then follow the installation steps by clicking </a:t>
            </a:r>
            <a:r>
              <a:rPr lang="en-IN" b="1"/>
              <a:t>Next → Next</a:t>
            </a:r>
            <a:r>
              <a:rPr lang="en-IN"/>
              <a:t>, select the option </a:t>
            </a:r>
            <a:r>
              <a:rPr lang="en-IN" b="1"/>
              <a:t>“Add to PATH”</a:t>
            </a:r>
            <a:r>
              <a:rPr lang="en-IN"/>
              <a:t>, and finally click </a:t>
            </a:r>
            <a:r>
              <a:rPr lang="en-IN" b="1"/>
              <a:t>Finish</a:t>
            </a:r>
            <a:r>
              <a:rPr lang="en-IN"/>
              <a:t> to complete the installation.</a:t>
            </a:r>
          </a:p>
          <a:p>
            <a:endParaRPr lang="en-IN">
              <a:ea typeface="Calibri"/>
              <a:cs typeface="Calibri"/>
            </a:endParaRPr>
          </a:p>
        </p:txBody>
      </p:sp>
      <p:sp>
        <p:nvSpPr>
          <p:cNvPr id="4" name="Slide Number Placeholder 3">
            <a:extLst>
              <a:ext uri="{FF2B5EF4-FFF2-40B4-BE49-F238E27FC236}">
                <a16:creationId xmlns:a16="http://schemas.microsoft.com/office/drawing/2014/main" id="{23EC3C4E-756F-4117-A99D-322C41A6B5F0}"/>
              </a:ext>
            </a:extLst>
          </p:cNvPr>
          <p:cNvSpPr>
            <a:spLocks noGrp="1"/>
          </p:cNvSpPr>
          <p:nvPr>
            <p:ph type="sldNum" sz="quarter" idx="10"/>
          </p:nvPr>
        </p:nvSpPr>
        <p:spPr/>
        <p:txBody>
          <a:bodyPr/>
          <a:lstStyle/>
          <a:p>
            <a:fld id="{61387AB6-0C90-4C13-BFEE-4EBE8F3CA032}" type="slidenum">
              <a:rPr lang="en-IN" smtClean="0"/>
              <a:t>12</a:t>
            </a:fld>
            <a:endParaRPr lang="en-IN"/>
          </a:p>
        </p:txBody>
      </p:sp>
    </p:spTree>
    <p:extLst>
      <p:ext uri="{BB962C8B-B14F-4D97-AF65-F5344CB8AC3E}">
        <p14:creationId xmlns:p14="http://schemas.microsoft.com/office/powerpoint/2010/main" val="16638930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D47AD-BDAF-99C2-D156-ACB996227A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D42B42-AE65-D011-B885-43FEF45AC9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D01062-E9BB-D164-EC36-F8E5EF87C2AD}"/>
              </a:ext>
            </a:extLst>
          </p:cNvPr>
          <p:cNvSpPr>
            <a:spLocks noGrp="1"/>
          </p:cNvSpPr>
          <p:nvPr>
            <p:ph type="body" idx="1"/>
          </p:nvPr>
        </p:nvSpPr>
        <p:spPr/>
        <p:txBody>
          <a:bodyPr/>
          <a:lstStyle/>
          <a:p>
            <a:r>
              <a:rPr lang="en-IN" b="1"/>
              <a:t>Why Python 3.10 or higher?</a:t>
            </a:r>
            <a:br>
              <a:rPr lang="en-IN" b="1"/>
            </a:br>
            <a:r>
              <a:rPr lang="en-IN" b="1"/>
              <a:t> Python 3.10+ is recommended because it is stable</a:t>
            </a:r>
            <a:r>
              <a:rPr lang="en-IN"/>
              <a:t>, works well with </a:t>
            </a:r>
            <a:r>
              <a:rPr lang="en-IN" b="1"/>
              <a:t>GitHub Copilot</a:t>
            </a:r>
            <a:r>
              <a:rPr lang="en-IN"/>
              <a:t>, and is supported by most modern </a:t>
            </a:r>
            <a:r>
              <a:rPr lang="en-IN" b="1"/>
              <a:t>Python libraries and tools</a:t>
            </a:r>
            <a:r>
              <a:rPr lang="en-IN"/>
              <a:t>.</a:t>
            </a:r>
            <a:endParaRPr lang="en-US"/>
          </a:p>
          <a:p>
            <a:r>
              <a:rPr lang="en-IN" b="1"/>
              <a:t>Installing Python on Windows</a:t>
            </a:r>
            <a:br>
              <a:rPr lang="en-IN" b="1"/>
            </a:br>
            <a:r>
              <a:rPr lang="en-IN" b="1"/>
              <a:t> Go to </a:t>
            </a:r>
            <a:r>
              <a:rPr lang="en-IN" b="1">
                <a:hlinkClick r:id="rId3"/>
              </a:rPr>
              <a:t>https://www.python.org/downloads/</a:t>
            </a:r>
            <a:r>
              <a:rPr lang="en-IN"/>
              <a:t> and download the latest Python version. After downloading, </a:t>
            </a:r>
            <a:r>
              <a:rPr lang="en-IN" b="1"/>
              <a:t>double-click the installer</a:t>
            </a:r>
            <a:r>
              <a:rPr lang="en-IN"/>
              <a:t> and follow the steps by clicking </a:t>
            </a:r>
            <a:r>
              <a:rPr lang="en-IN" b="1"/>
              <a:t>Next → Next</a:t>
            </a:r>
            <a:r>
              <a:rPr lang="en-IN"/>
              <a:t>. Make sure to select the option </a:t>
            </a:r>
            <a:r>
              <a:rPr lang="en-IN" b="1"/>
              <a:t>“Add Python to PATH”</a:t>
            </a:r>
            <a:r>
              <a:rPr lang="en-IN"/>
              <a:t>, and then click </a:t>
            </a:r>
            <a:r>
              <a:rPr lang="en-IN" b="1"/>
              <a:t>Finish</a:t>
            </a:r>
            <a:r>
              <a:rPr lang="en-IN"/>
              <a:t> to complete the installation.</a:t>
            </a:r>
          </a:p>
          <a:p>
            <a:r>
              <a:rPr lang="en-IN" b="1"/>
              <a:t>Verify Python Installation</a:t>
            </a:r>
            <a:br>
              <a:rPr lang="en-IN" b="1"/>
            </a:br>
            <a:r>
              <a:rPr lang="en-IN" b="1"/>
              <a:t> After installation, open the VS Code terminal</a:t>
            </a:r>
            <a:r>
              <a:rPr lang="en-IN"/>
              <a:t> and type:</a:t>
            </a:r>
            <a:br>
              <a:rPr lang="en-IN"/>
            </a:br>
            <a:r>
              <a:rPr lang="en-IN"/>
              <a:t> python --version</a:t>
            </a:r>
          </a:p>
          <a:p>
            <a:r>
              <a:rPr lang="en-IN"/>
              <a:t>If Python is installed correctly, the expected output will be something like:</a:t>
            </a:r>
            <a:br>
              <a:rPr lang="en-IN">
                <a:cs typeface="+mn-lt"/>
              </a:rPr>
            </a:br>
            <a:r>
              <a:rPr lang="en-IN"/>
              <a:t> </a:t>
            </a:r>
            <a:r>
              <a:rPr lang="en-IN" b="1"/>
              <a:t>Python 3.11.x</a:t>
            </a:r>
            <a:r>
              <a:rPr lang="en-IN"/>
              <a:t>.</a:t>
            </a:r>
          </a:p>
          <a:p>
            <a:endParaRPr lang="en-IN">
              <a:ea typeface="Calibri"/>
              <a:cs typeface="Calibri"/>
            </a:endParaRPr>
          </a:p>
        </p:txBody>
      </p:sp>
      <p:sp>
        <p:nvSpPr>
          <p:cNvPr id="4" name="Slide Number Placeholder 3">
            <a:extLst>
              <a:ext uri="{FF2B5EF4-FFF2-40B4-BE49-F238E27FC236}">
                <a16:creationId xmlns:a16="http://schemas.microsoft.com/office/drawing/2014/main" id="{3B55DA9C-6CBD-B246-2CA4-4AE5072571FA}"/>
              </a:ext>
            </a:extLst>
          </p:cNvPr>
          <p:cNvSpPr>
            <a:spLocks noGrp="1"/>
          </p:cNvSpPr>
          <p:nvPr>
            <p:ph type="sldNum" sz="quarter" idx="10"/>
          </p:nvPr>
        </p:nvSpPr>
        <p:spPr/>
        <p:txBody>
          <a:bodyPr/>
          <a:lstStyle/>
          <a:p>
            <a:fld id="{61387AB6-0C90-4C13-BFEE-4EBE8F3CA032}" type="slidenum">
              <a:rPr lang="en-IN" smtClean="0"/>
              <a:t>13</a:t>
            </a:fld>
            <a:endParaRPr lang="en-IN"/>
          </a:p>
        </p:txBody>
      </p:sp>
    </p:spTree>
    <p:extLst>
      <p:ext uri="{BB962C8B-B14F-4D97-AF65-F5344CB8AC3E}">
        <p14:creationId xmlns:p14="http://schemas.microsoft.com/office/powerpoint/2010/main" val="14642045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F4B0A-E9C8-0B74-3B69-7D389E7B2A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205C88-B2CF-26ED-C069-129591720E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3DF910-BE06-2131-3CB7-E4948DA1336D}"/>
              </a:ext>
            </a:extLst>
          </p:cNvPr>
          <p:cNvSpPr>
            <a:spLocks noGrp="1"/>
          </p:cNvSpPr>
          <p:nvPr>
            <p:ph type="body" idx="1"/>
          </p:nvPr>
        </p:nvSpPr>
        <p:spPr/>
        <p:txBody>
          <a:bodyPr/>
          <a:lstStyle/>
          <a:p>
            <a:r>
              <a:rPr lang="en-IN">
                <a:ea typeface="Calibri"/>
                <a:cs typeface="Calibri"/>
              </a:rPr>
              <a:t>S</a:t>
            </a:r>
            <a:r>
              <a:rPr lang="en-IN"/>
              <a:t>ometimes students may face small issues during setup.</a:t>
            </a:r>
            <a:endParaRPr lang="en-IN">
              <a:ea typeface="Calibri"/>
              <a:cs typeface="Calibri"/>
            </a:endParaRPr>
          </a:p>
          <a:p>
            <a:r>
              <a:rPr lang="en-IN"/>
              <a:t>If the message </a:t>
            </a:r>
            <a:r>
              <a:rPr lang="en-IN" b="1"/>
              <a:t>“Python not recognized”</a:t>
            </a:r>
            <a:r>
              <a:rPr lang="en-IN"/>
              <a:t> appears, it usually means Python was installed without adding it to the </a:t>
            </a:r>
            <a:r>
              <a:rPr lang="en-IN" b="1"/>
              <a:t>PATH</a:t>
            </a:r>
            <a:r>
              <a:rPr lang="en-IN"/>
              <a:t>. In this case, reinstall Python and make sure the </a:t>
            </a:r>
            <a:r>
              <a:rPr lang="en-IN" b="1"/>
              <a:t>“Add to PATH”</a:t>
            </a:r>
            <a:r>
              <a:rPr lang="en-IN"/>
              <a:t> option is checked.</a:t>
            </a:r>
            <a:endParaRPr lang="en-IN">
              <a:ea typeface="Calibri"/>
              <a:cs typeface="Calibri"/>
            </a:endParaRPr>
          </a:p>
          <a:p>
            <a:r>
              <a:rPr lang="en-IN"/>
              <a:t>If the </a:t>
            </a:r>
            <a:r>
              <a:rPr lang="en-IN" b="1"/>
              <a:t>wrong Python version</a:t>
            </a:r>
            <a:r>
              <a:rPr lang="en-IN"/>
              <a:t> is installed, simply download and install the </a:t>
            </a:r>
            <a:r>
              <a:rPr lang="en-IN" b="1"/>
              <a:t>latest version of Python</a:t>
            </a:r>
            <a:r>
              <a:rPr lang="en-IN"/>
              <a:t> from the official website.</a:t>
            </a:r>
          </a:p>
          <a:p>
            <a:r>
              <a:rPr lang="en-IN"/>
              <a:t>If the </a:t>
            </a:r>
            <a:r>
              <a:rPr lang="en-IN" b="1"/>
              <a:t>VS Code terminal is not opening or not working properly</a:t>
            </a:r>
            <a:r>
              <a:rPr lang="en-IN"/>
              <a:t>, restarting </a:t>
            </a:r>
            <a:r>
              <a:rPr lang="en-IN" b="1"/>
              <a:t>VS Code or the computer</a:t>
            </a:r>
            <a:r>
              <a:rPr lang="en-IN"/>
              <a:t> usually resolves the issue.</a:t>
            </a:r>
          </a:p>
          <a:p>
            <a:endParaRPr lang="en-IN">
              <a:ea typeface="Calibri"/>
              <a:cs typeface="Calibri"/>
            </a:endParaRPr>
          </a:p>
        </p:txBody>
      </p:sp>
      <p:sp>
        <p:nvSpPr>
          <p:cNvPr id="4" name="Slide Number Placeholder 3">
            <a:extLst>
              <a:ext uri="{FF2B5EF4-FFF2-40B4-BE49-F238E27FC236}">
                <a16:creationId xmlns:a16="http://schemas.microsoft.com/office/drawing/2014/main" id="{6EDFEC1C-F905-BF77-41A7-C132E30878F3}"/>
              </a:ext>
            </a:extLst>
          </p:cNvPr>
          <p:cNvSpPr>
            <a:spLocks noGrp="1"/>
          </p:cNvSpPr>
          <p:nvPr>
            <p:ph type="sldNum" sz="quarter" idx="10"/>
          </p:nvPr>
        </p:nvSpPr>
        <p:spPr/>
        <p:txBody>
          <a:bodyPr/>
          <a:lstStyle/>
          <a:p>
            <a:fld id="{61387AB6-0C90-4C13-BFEE-4EBE8F3CA032}" type="slidenum">
              <a:rPr lang="en-IN" smtClean="0"/>
              <a:t>14</a:t>
            </a:fld>
            <a:endParaRPr lang="en-IN"/>
          </a:p>
        </p:txBody>
      </p:sp>
    </p:spTree>
    <p:extLst>
      <p:ext uri="{BB962C8B-B14F-4D97-AF65-F5344CB8AC3E}">
        <p14:creationId xmlns:p14="http://schemas.microsoft.com/office/powerpoint/2010/main" val="16150720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3ECB8-7A4E-AD1B-F8AF-8099F15EB7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4ECBAB-2FC7-D48C-BF56-7AE1587ED7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B0F271-B00E-74D6-9702-6B716E406A7D}"/>
              </a:ext>
            </a:extLst>
          </p:cNvPr>
          <p:cNvSpPr>
            <a:spLocks noGrp="1"/>
          </p:cNvSpPr>
          <p:nvPr>
            <p:ph type="body" idx="1"/>
          </p:nvPr>
        </p:nvSpPr>
        <p:spPr/>
        <p:txBody>
          <a:bodyPr/>
          <a:lstStyle/>
          <a:p>
            <a:r>
              <a:rPr lang="en-IN">
                <a:ea typeface="Calibri"/>
                <a:cs typeface="Calibri"/>
              </a:rPr>
              <a:t>t</a:t>
            </a:r>
            <a:r>
              <a:rPr lang="en-IN"/>
              <a:t>o start using GitHub services, go to </a:t>
            </a:r>
            <a:r>
              <a:rPr lang="en-IN" b="1">
                <a:hlinkClick r:id="rId3"/>
              </a:rPr>
              <a:t>https://github.com/signup</a:t>
            </a:r>
            <a:r>
              <a:rPr lang="en-IN"/>
              <a:t> and create a </a:t>
            </a:r>
            <a:r>
              <a:rPr lang="en-IN" b="1"/>
              <a:t>free GitHub account</a:t>
            </a:r>
            <a:r>
              <a:rPr lang="en-IN"/>
              <a:t>. This account will allow students to access repositories, extensions, and tools like GitHub Copilot.</a:t>
            </a:r>
            <a:endParaRPr lang="en-IN">
              <a:ea typeface="Calibri"/>
              <a:cs typeface="Calibri"/>
            </a:endParaRPr>
          </a:p>
          <a:p>
            <a:r>
              <a:rPr lang="en-IN"/>
              <a:t>For </a:t>
            </a:r>
            <a:r>
              <a:rPr lang="en-IN" b="1"/>
              <a:t>GitHub Copilot access</a:t>
            </a:r>
            <a:r>
              <a:rPr lang="en-IN"/>
              <a:t>, there are a few options available. Students can start with a </a:t>
            </a:r>
            <a:r>
              <a:rPr lang="en-IN" b="1"/>
              <a:t>free trial</a:t>
            </a:r>
            <a:r>
              <a:rPr lang="en-IN"/>
              <a:t>. Another option is the </a:t>
            </a:r>
            <a:r>
              <a:rPr lang="en-IN" b="1"/>
              <a:t>Student Developer Pack</a:t>
            </a:r>
            <a:r>
              <a:rPr lang="en-IN"/>
              <a:t>, which provides free access to Copilot for verified students. Otherwise, users can subscribe through a </a:t>
            </a:r>
            <a:r>
              <a:rPr lang="en-IN" b="1"/>
              <a:t>paid monthly plan</a:t>
            </a:r>
            <a:r>
              <a:rPr lang="en-IN"/>
              <a:t> to continue using the service.</a:t>
            </a:r>
            <a:endParaRPr lang="en-IN">
              <a:ea typeface="Calibri"/>
              <a:cs typeface="Calibri"/>
            </a:endParaRPr>
          </a:p>
          <a:p>
            <a:endParaRPr lang="en-IN">
              <a:ea typeface="Calibri"/>
              <a:cs typeface="Calibri"/>
            </a:endParaRPr>
          </a:p>
        </p:txBody>
      </p:sp>
      <p:sp>
        <p:nvSpPr>
          <p:cNvPr id="4" name="Slide Number Placeholder 3">
            <a:extLst>
              <a:ext uri="{FF2B5EF4-FFF2-40B4-BE49-F238E27FC236}">
                <a16:creationId xmlns:a16="http://schemas.microsoft.com/office/drawing/2014/main" id="{738DE58B-6A22-8BC8-B0CC-00501501AD4C}"/>
              </a:ext>
            </a:extLst>
          </p:cNvPr>
          <p:cNvSpPr>
            <a:spLocks noGrp="1"/>
          </p:cNvSpPr>
          <p:nvPr>
            <p:ph type="sldNum" sz="quarter" idx="10"/>
          </p:nvPr>
        </p:nvSpPr>
        <p:spPr/>
        <p:txBody>
          <a:bodyPr/>
          <a:lstStyle/>
          <a:p>
            <a:fld id="{61387AB6-0C90-4C13-BFEE-4EBE8F3CA032}" type="slidenum">
              <a:rPr lang="en-IN" smtClean="0"/>
              <a:t>15</a:t>
            </a:fld>
            <a:endParaRPr lang="en-IN"/>
          </a:p>
        </p:txBody>
      </p:sp>
    </p:spTree>
    <p:extLst>
      <p:ext uri="{BB962C8B-B14F-4D97-AF65-F5344CB8AC3E}">
        <p14:creationId xmlns:p14="http://schemas.microsoft.com/office/powerpoint/2010/main" val="26603449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08BBE-5DCB-CCB5-57F1-792554B36F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7D96AE-DEBC-ABD8-F5B3-A9AF6AF9E1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692077-C102-47AC-E315-D7D92F4EE309}"/>
              </a:ext>
            </a:extLst>
          </p:cNvPr>
          <p:cNvSpPr>
            <a:spLocks noGrp="1"/>
          </p:cNvSpPr>
          <p:nvPr>
            <p:ph type="body" idx="1"/>
          </p:nvPr>
        </p:nvSpPr>
        <p:spPr/>
        <p:txBody>
          <a:bodyPr/>
          <a:lstStyle/>
          <a:p>
            <a:r>
              <a:rPr lang="en-IN"/>
              <a:t>To install GitHub Copilot in VS Code, first </a:t>
            </a:r>
            <a:r>
              <a:rPr lang="en-IN" b="1"/>
              <a:t>open the Extensions panel</a:t>
            </a:r>
            <a:r>
              <a:rPr lang="en-IN"/>
              <a:t>. In the search bar, type </a:t>
            </a:r>
            <a:r>
              <a:rPr lang="en-IN" b="1"/>
              <a:t>“GitHub Copilot”</a:t>
            </a:r>
            <a:r>
              <a:rPr lang="en-IN"/>
              <a:t> and click </a:t>
            </a:r>
            <a:r>
              <a:rPr lang="en-IN" b="1"/>
              <a:t>Install</a:t>
            </a:r>
            <a:r>
              <a:rPr lang="en-IN"/>
              <a:t>.</a:t>
            </a:r>
            <a:endParaRPr lang="en-US"/>
          </a:p>
          <a:p>
            <a:r>
              <a:rPr lang="en-IN"/>
              <a:t>It is also recommended to install </a:t>
            </a:r>
            <a:r>
              <a:rPr lang="en-IN" b="1"/>
              <a:t>Copilot Chat</a:t>
            </a:r>
            <a:r>
              <a:rPr lang="en-IN"/>
              <a:t>, which allows you to interact with Copilot using natural language.</a:t>
            </a:r>
          </a:p>
          <a:p>
            <a:r>
              <a:rPr lang="en-IN"/>
              <a:t>After installation, click </a:t>
            </a:r>
            <a:r>
              <a:rPr lang="en-IN" b="1"/>
              <a:t>Sign In to GitHub</a:t>
            </a:r>
            <a:r>
              <a:rPr lang="en-IN"/>
              <a:t>. A </a:t>
            </a:r>
            <a:r>
              <a:rPr lang="en-IN" b="1"/>
              <a:t>browser window will open</a:t>
            </a:r>
            <a:r>
              <a:rPr lang="en-IN"/>
              <a:t>, where you need to log in and </a:t>
            </a:r>
            <a:r>
              <a:rPr lang="en-IN" b="1"/>
              <a:t>authorize VS Code</a:t>
            </a:r>
            <a:r>
              <a:rPr lang="en-IN"/>
              <a:t> to access your GitHub account.</a:t>
            </a:r>
          </a:p>
          <a:p>
            <a:r>
              <a:rPr lang="en-IN"/>
              <a:t>Once the authorization is complete, </a:t>
            </a:r>
            <a:r>
              <a:rPr lang="en-IN" b="1"/>
              <a:t>return to VS Code</a:t>
            </a:r>
            <a:r>
              <a:rPr lang="en-IN"/>
              <a:t>, and Copilot will be ready to assist while coding.</a:t>
            </a:r>
          </a:p>
          <a:p>
            <a:endParaRPr lang="en-IN">
              <a:ea typeface="Calibri"/>
              <a:cs typeface="Calibri"/>
            </a:endParaRPr>
          </a:p>
        </p:txBody>
      </p:sp>
      <p:sp>
        <p:nvSpPr>
          <p:cNvPr id="4" name="Slide Number Placeholder 3">
            <a:extLst>
              <a:ext uri="{FF2B5EF4-FFF2-40B4-BE49-F238E27FC236}">
                <a16:creationId xmlns:a16="http://schemas.microsoft.com/office/drawing/2014/main" id="{661BC4A8-20AC-7CB3-A8E5-37D7AF7FD534}"/>
              </a:ext>
            </a:extLst>
          </p:cNvPr>
          <p:cNvSpPr>
            <a:spLocks noGrp="1"/>
          </p:cNvSpPr>
          <p:nvPr>
            <p:ph type="sldNum" sz="quarter" idx="10"/>
          </p:nvPr>
        </p:nvSpPr>
        <p:spPr/>
        <p:txBody>
          <a:bodyPr/>
          <a:lstStyle/>
          <a:p>
            <a:fld id="{61387AB6-0C90-4C13-BFEE-4EBE8F3CA032}" type="slidenum">
              <a:rPr lang="en-IN" smtClean="0"/>
              <a:t>16</a:t>
            </a:fld>
            <a:endParaRPr lang="en-IN"/>
          </a:p>
        </p:txBody>
      </p:sp>
    </p:spTree>
    <p:extLst>
      <p:ext uri="{BB962C8B-B14F-4D97-AF65-F5344CB8AC3E}">
        <p14:creationId xmlns:p14="http://schemas.microsoft.com/office/powerpoint/2010/main" val="12209577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88398-4FDE-52EB-B819-602322CE50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8AE728-17BA-DEB4-757C-530BBA74AF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81F3B3-5D2B-BAF3-0EF8-23746ED8DB6B}"/>
              </a:ext>
            </a:extLst>
          </p:cNvPr>
          <p:cNvSpPr>
            <a:spLocks noGrp="1"/>
          </p:cNvSpPr>
          <p:nvPr>
            <p:ph type="body" idx="1"/>
          </p:nvPr>
        </p:nvSpPr>
        <p:spPr/>
        <p:txBody>
          <a:bodyPr/>
          <a:lstStyle/>
          <a:p>
            <a:pPr marL="171450" indent="-171450">
              <a:buFont typeface="Arial"/>
              <a:buChar char="•"/>
            </a:pPr>
            <a:r>
              <a:rPr lang="en-IN" dirty="0"/>
              <a:t>This slide explains the </a:t>
            </a:r>
            <a:r>
              <a:rPr lang="en-IN" b="1" dirty="0"/>
              <a:t>basic workflow of how Copilot assists users while working</a:t>
            </a:r>
            <a:r>
              <a:rPr lang="en-IN" dirty="0"/>
              <a:t>. It shows the simple interaction cycle between the </a:t>
            </a:r>
            <a:r>
              <a:rPr lang="en-IN" b="1" dirty="0"/>
              <a:t>user and the AI assistant</a:t>
            </a:r>
            <a:r>
              <a:rPr lang="en-IN" dirty="0"/>
              <a:t>.</a:t>
            </a:r>
            <a:endParaRPr lang="en-US" dirty="0"/>
          </a:p>
          <a:p>
            <a:pPr marL="171450" indent="-171450">
              <a:buFont typeface="Arial"/>
              <a:buChar char="•"/>
            </a:pPr>
            <a:r>
              <a:rPr lang="en-IN"/>
              <a:t>The process starts with </a:t>
            </a:r>
            <a:r>
              <a:rPr lang="en-IN" b="1"/>
              <a:t>User Action</a:t>
            </a:r>
            <a:r>
              <a:rPr lang="en-IN"/>
              <a:t>.</a:t>
            </a:r>
            <a:br>
              <a:rPr lang="en-IN" dirty="0"/>
            </a:br>
            <a:r>
              <a:rPr lang="en-IN"/>
              <a:t> The user performs an activity such as typing a command, writing a comment, entering data, or asking a question in the application.</a:t>
            </a:r>
          </a:p>
          <a:p>
            <a:pPr marL="171450" indent="-171450">
              <a:buFont typeface="Arial"/>
              <a:buChar char="•"/>
            </a:pPr>
            <a:r>
              <a:rPr lang="en-IN" dirty="0"/>
              <a:t>Next is </a:t>
            </a:r>
            <a:r>
              <a:rPr lang="en-IN" b="1" dirty="0"/>
              <a:t>Copilot Analysis</a:t>
            </a:r>
            <a:r>
              <a:rPr lang="en-IN" dirty="0"/>
              <a:t>.</a:t>
            </a:r>
            <a:br>
              <a:rPr lang="en-IN" dirty="0">
                <a:cs typeface="+mn-lt"/>
              </a:rPr>
            </a:br>
            <a:r>
              <a:rPr lang="en-IN" dirty="0"/>
              <a:t> Copilot </a:t>
            </a:r>
            <a:r>
              <a:rPr lang="en-IN" dirty="0" err="1"/>
              <a:t>analyzes</a:t>
            </a:r>
            <a:r>
              <a:rPr lang="en-IN" dirty="0"/>
              <a:t> the user’s input using </a:t>
            </a:r>
            <a:r>
              <a:rPr lang="en-IN" b="1" dirty="0"/>
              <a:t>AI and contextual understanding</a:t>
            </a:r>
            <a:r>
              <a:rPr lang="en-IN" dirty="0"/>
              <a:t>. It looks at the text, the surrounding content, and the task being performed to understand the user’s intention.</a:t>
            </a:r>
            <a:endParaRPr lang="en-IN" dirty="0">
              <a:ea typeface="Calibri"/>
              <a:cs typeface="Calibri"/>
            </a:endParaRPr>
          </a:p>
          <a:p>
            <a:pPr marL="171450" indent="-171450">
              <a:buFont typeface="Arial"/>
              <a:buChar char="•"/>
            </a:pPr>
            <a:r>
              <a:rPr lang="en-IN" dirty="0"/>
              <a:t>After </a:t>
            </a:r>
            <a:r>
              <a:rPr lang="en-IN" dirty="0" err="1"/>
              <a:t>analyzing</a:t>
            </a:r>
            <a:r>
              <a:rPr lang="en-IN" dirty="0"/>
              <a:t> the request, Copilot moves to </a:t>
            </a:r>
            <a:r>
              <a:rPr lang="en-IN" b="1" dirty="0"/>
              <a:t>Display Suggestion</a:t>
            </a:r>
            <a:r>
              <a:rPr lang="en-IN" dirty="0"/>
              <a:t>.</a:t>
            </a:r>
            <a:br>
              <a:rPr lang="en-IN" dirty="0">
                <a:cs typeface="+mn-lt"/>
              </a:rPr>
            </a:br>
            <a:r>
              <a:rPr lang="en-IN" dirty="0"/>
              <a:t> Based on the analysis, it generates </a:t>
            </a:r>
            <a:r>
              <a:rPr lang="en-IN" b="1" dirty="0"/>
              <a:t>intelligent suggestions</a:t>
            </a:r>
            <a:r>
              <a:rPr lang="en-IN" dirty="0"/>
              <a:t>. These suggestions may include code completion, formulas, explanations, summaries, or recommendations depending on the application.</a:t>
            </a:r>
            <a:endParaRPr lang="en-IN" dirty="0">
              <a:ea typeface="Calibri"/>
              <a:cs typeface="Calibri"/>
            </a:endParaRPr>
          </a:p>
          <a:p>
            <a:pPr marL="171450" indent="-171450">
              <a:buFont typeface="Arial"/>
              <a:buChar char="•"/>
            </a:pPr>
            <a:r>
              <a:rPr lang="en-IN" dirty="0"/>
              <a:t>Finally, we have </a:t>
            </a:r>
            <a:r>
              <a:rPr lang="en-IN" b="1" dirty="0"/>
              <a:t>User Response</a:t>
            </a:r>
            <a:r>
              <a:rPr lang="en-IN" dirty="0"/>
              <a:t>.</a:t>
            </a:r>
            <a:br>
              <a:rPr lang="en-IN" dirty="0">
                <a:cs typeface="+mn-lt"/>
              </a:rPr>
            </a:br>
            <a:r>
              <a:rPr lang="en-IN" dirty="0"/>
              <a:t> The user reviews the suggestion and decides whether to </a:t>
            </a:r>
            <a:r>
              <a:rPr lang="en-IN" b="1" dirty="0"/>
              <a:t>accept, modify, or ignore</a:t>
            </a:r>
            <a:r>
              <a:rPr lang="en-IN" dirty="0"/>
              <a:t> it. If accepted, the suggestion is inserted automatically; if not, the user can continue working or refine the request.</a:t>
            </a:r>
            <a:endParaRPr lang="en-IN" dirty="0">
              <a:ea typeface="Calibri"/>
              <a:cs typeface="Calibri"/>
            </a:endParaRPr>
          </a:p>
          <a:p>
            <a:endParaRPr lang="en-IN" dirty="0">
              <a:ea typeface="Calibri"/>
              <a:cs typeface="Calibri"/>
            </a:endParaRPr>
          </a:p>
        </p:txBody>
      </p:sp>
      <p:sp>
        <p:nvSpPr>
          <p:cNvPr id="4" name="Slide Number Placeholder 3">
            <a:extLst>
              <a:ext uri="{FF2B5EF4-FFF2-40B4-BE49-F238E27FC236}">
                <a16:creationId xmlns:a16="http://schemas.microsoft.com/office/drawing/2014/main" id="{CEDA878F-CF7F-4F65-3CB7-957952A49542}"/>
              </a:ext>
            </a:extLst>
          </p:cNvPr>
          <p:cNvSpPr>
            <a:spLocks noGrp="1"/>
          </p:cNvSpPr>
          <p:nvPr>
            <p:ph type="sldNum" sz="quarter" idx="10"/>
          </p:nvPr>
        </p:nvSpPr>
        <p:spPr/>
        <p:txBody>
          <a:bodyPr/>
          <a:lstStyle/>
          <a:p>
            <a:fld id="{61387AB6-0C90-4C13-BFEE-4EBE8F3CA032}" type="slidenum">
              <a:rPr lang="en-IN" smtClean="0"/>
              <a:t>17</a:t>
            </a:fld>
            <a:endParaRPr lang="en-IN"/>
          </a:p>
        </p:txBody>
      </p:sp>
    </p:spTree>
    <p:extLst>
      <p:ext uri="{BB962C8B-B14F-4D97-AF65-F5344CB8AC3E}">
        <p14:creationId xmlns:p14="http://schemas.microsoft.com/office/powerpoint/2010/main" val="16736995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F09CF-6B68-591D-FD94-D73511C2B0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3341C8-78F4-D336-0BE7-F126F3868B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2A7126-8CE8-493E-C1B6-8B9FC7B606B4}"/>
              </a:ext>
            </a:extLst>
          </p:cNvPr>
          <p:cNvSpPr>
            <a:spLocks noGrp="1"/>
          </p:cNvSpPr>
          <p:nvPr>
            <p:ph type="body" idx="1"/>
          </p:nvPr>
        </p:nvSpPr>
        <p:spPr/>
        <p:txBody>
          <a:bodyPr/>
          <a:lstStyle/>
          <a:p>
            <a:r>
              <a:rPr lang="en-IN" b="1"/>
              <a:t>Accept Suggestion - </a:t>
            </a:r>
            <a:r>
              <a:rPr lang="en-IN"/>
              <a:t>If the suggested code matches what we want, we can </a:t>
            </a:r>
            <a:r>
              <a:rPr lang="en-IN" b="1"/>
              <a:t>quickly accept it by pressing the Tab key</a:t>
            </a:r>
            <a:r>
              <a:rPr lang="en-IN"/>
              <a:t>. This saves time because the AI completes the entire line or block of code for us. Accepting suggestions helps developers </a:t>
            </a:r>
            <a:r>
              <a:rPr lang="en-IN" b="1"/>
              <a:t>write code faster and reduce manual typing</a:t>
            </a:r>
            <a:r>
              <a:rPr lang="en-IN"/>
              <a:t>.</a:t>
            </a:r>
            <a:endParaRPr lang="en-US">
              <a:ea typeface="Calibri" panose="020F0502020204030204"/>
              <a:cs typeface="Calibri" panose="020F0502020204030204"/>
            </a:endParaRPr>
          </a:p>
          <a:p>
            <a:r>
              <a:rPr lang="en-IN" b="1"/>
              <a:t>Reject Suggestion - </a:t>
            </a:r>
            <a:r>
              <a:rPr lang="en-IN"/>
              <a:t>Sometimes the suggestion may not be exactly what we need. In that case, we can simply </a:t>
            </a:r>
            <a:r>
              <a:rPr lang="en-IN" b="1"/>
              <a:t>ignore it and continue typing</a:t>
            </a:r>
            <a:r>
              <a:rPr lang="en-IN"/>
              <a:t>, or press </a:t>
            </a:r>
            <a:r>
              <a:rPr lang="en-IN" b="1"/>
              <a:t>Esc</a:t>
            </a:r>
            <a:r>
              <a:rPr lang="en-IN"/>
              <a:t> to dismiss the suggestion. This ensures that </a:t>
            </a:r>
            <a:r>
              <a:rPr lang="en-IN" b="1"/>
              <a:t>the developer still has full control over the code</a:t>
            </a:r>
            <a:r>
              <a:rPr lang="en-IN"/>
              <a:t>.</a:t>
            </a:r>
            <a:endParaRPr lang="en-IN">
              <a:ea typeface="Calibri"/>
              <a:cs typeface="Calibri"/>
            </a:endParaRPr>
          </a:p>
          <a:p>
            <a:r>
              <a:rPr lang="en-IN" b="1" dirty="0"/>
              <a:t>Explore Alternatives - </a:t>
            </a:r>
            <a:r>
              <a:rPr lang="en-IN" dirty="0"/>
              <a:t>AI tools often generate </a:t>
            </a:r>
            <a:r>
              <a:rPr lang="en-IN" b="1" dirty="0"/>
              <a:t>multiple </a:t>
            </a:r>
            <a:r>
              <a:rPr lang="en-IN" b="1"/>
              <a:t>possible solutions</a:t>
            </a:r>
            <a:r>
              <a:rPr lang="en-IN"/>
              <a:t>. We can browse these alternatives using shortcut keys such as </a:t>
            </a:r>
            <a:r>
              <a:rPr lang="en-IN" b="1"/>
              <a:t>Alt + ] or Alt + [</a:t>
            </a:r>
            <a:r>
              <a:rPr lang="en-IN"/>
              <a:t> in VS Code. This allows us to </a:t>
            </a:r>
            <a:r>
              <a:rPr lang="en-IN" b="1"/>
              <a:t>compare different coding approaches and choose the best one</a:t>
            </a:r>
            <a:r>
              <a:rPr lang="en-IN"/>
              <a:t>.</a:t>
            </a:r>
            <a:endParaRPr lang="en-IN" dirty="0">
              <a:ea typeface="Calibri" panose="020F0502020204030204"/>
              <a:cs typeface="Calibri" panose="020F0502020204030204"/>
            </a:endParaRPr>
          </a:p>
          <a:p>
            <a:endParaRPr lang="en-IN" dirty="0">
              <a:ea typeface="Calibri" panose="020F0502020204030204"/>
              <a:cs typeface="Calibri" panose="020F0502020204030204"/>
            </a:endParaRPr>
          </a:p>
        </p:txBody>
      </p:sp>
      <p:sp>
        <p:nvSpPr>
          <p:cNvPr id="4" name="Slide Number Placeholder 3">
            <a:extLst>
              <a:ext uri="{FF2B5EF4-FFF2-40B4-BE49-F238E27FC236}">
                <a16:creationId xmlns:a16="http://schemas.microsoft.com/office/drawing/2014/main" id="{39CF693C-F36A-B650-C673-986C8485BA96}"/>
              </a:ext>
            </a:extLst>
          </p:cNvPr>
          <p:cNvSpPr>
            <a:spLocks noGrp="1"/>
          </p:cNvSpPr>
          <p:nvPr>
            <p:ph type="sldNum" sz="quarter" idx="10"/>
          </p:nvPr>
        </p:nvSpPr>
        <p:spPr/>
        <p:txBody>
          <a:bodyPr/>
          <a:lstStyle/>
          <a:p>
            <a:fld id="{61387AB6-0C90-4C13-BFEE-4EBE8F3CA032}" type="slidenum">
              <a:rPr lang="en-IN" smtClean="0"/>
              <a:t>18</a:t>
            </a:fld>
            <a:endParaRPr lang="en-IN"/>
          </a:p>
        </p:txBody>
      </p:sp>
    </p:spTree>
    <p:extLst>
      <p:ext uri="{BB962C8B-B14F-4D97-AF65-F5344CB8AC3E}">
        <p14:creationId xmlns:p14="http://schemas.microsoft.com/office/powerpoint/2010/main" val="9237853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28466-50BC-8BBD-600E-37217EFB3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406038-CF32-AB58-5398-BF0CF33F70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C4DCBE-F8A6-5C19-988E-0111F8C9EFD9}"/>
              </a:ext>
            </a:extLst>
          </p:cNvPr>
          <p:cNvSpPr>
            <a:spLocks noGrp="1"/>
          </p:cNvSpPr>
          <p:nvPr>
            <p:ph type="body" idx="1"/>
          </p:nvPr>
        </p:nvSpPr>
        <p:spPr/>
        <p:txBody>
          <a:bodyPr/>
          <a:lstStyle/>
          <a:p>
            <a:pPr marL="171450" indent="-171450">
              <a:buFont typeface="Arial"/>
              <a:buChar char="•"/>
            </a:pPr>
            <a:r>
              <a:rPr lang="en-IN" dirty="0"/>
              <a:t>Write Clear and Descriptive Comments -  Start by writing clear comments explaining what you want the code to do. AI tools like Copilot understand natural language instructions. When your comment is specific, the suggestions become more accurate</a:t>
            </a:r>
            <a:r>
              <a:rPr lang="en-IN"/>
              <a:t> and useful.</a:t>
            </a:r>
          </a:p>
          <a:p>
            <a:pPr marL="171450" indent="-171450">
              <a:buFont typeface="Arial"/>
              <a:buChar char="•"/>
            </a:pPr>
            <a:r>
              <a:rPr lang="en-IN" dirty="0"/>
              <a:t>Use Meaningful Variable and Function Names - Good naming helps the AI understand the context of your program. For example, instead of writing x or data, use names like </a:t>
            </a:r>
            <a:r>
              <a:rPr lang="en-IN" err="1"/>
              <a:t>student_marks</a:t>
            </a:r>
            <a:r>
              <a:rPr lang="en-IN" dirty="0"/>
              <a:t>, </a:t>
            </a:r>
            <a:r>
              <a:rPr lang="en-IN" err="1"/>
              <a:t>total_score</a:t>
            </a:r>
            <a:r>
              <a:rPr lang="en-IN" dirty="0"/>
              <a:t>, or </a:t>
            </a:r>
            <a:r>
              <a:rPr lang="en-IN"/>
              <a:t>average_marks.</a:t>
            </a:r>
          </a:p>
          <a:p>
            <a:pPr marL="171450" indent="-171450">
              <a:buFont typeface="Arial"/>
              <a:buChar char="•"/>
            </a:pPr>
            <a:r>
              <a:rPr lang="en-IN"/>
              <a:t>Break Problems into Small Steps- Instead of asking AI to generate a large block of code, divide the problem into smaller tasks. Write one step at a time. This improves the quality of suggestions and makes the code easier to understand.</a:t>
            </a:r>
          </a:p>
          <a:p>
            <a:pPr marL="171450" indent="-171450">
              <a:buFont typeface="Arial"/>
              <a:buChar char="•"/>
            </a:pPr>
            <a:r>
              <a:rPr lang="en-IN"/>
              <a:t>Review Suggestions Before Accepting- AI suggestions are helpful, but they are not always perfect. Always read the suggested code carefully before accepting it. Make sure it matches your requirement and follows correct logic.</a:t>
            </a:r>
          </a:p>
          <a:p>
            <a:pPr marL="171450" indent="-171450">
              <a:buFont typeface="Arial"/>
              <a:buChar char="•"/>
            </a:pPr>
            <a:r>
              <a:rPr lang="en-IN"/>
              <a:t>Keep Writing Code Continuously- AI suggestions improve when you provide more context. The more code you write before requesting suggestions, the better the AI understands what you are trying to build.</a:t>
            </a:r>
          </a:p>
          <a:p>
            <a:pPr marL="171450" indent="-171450">
              <a:buFont typeface="Arial"/>
              <a:buChar char="•"/>
            </a:pPr>
            <a:r>
              <a:rPr lang="en-IN" dirty="0"/>
              <a:t>Experiment and Learn-  Don’t hesitate to modify</a:t>
            </a:r>
            <a:r>
              <a:rPr lang="en-IN"/>
              <a:t> AI-generated code. Try changing variables, logic, or outputs. This helps you learn programming concepts while using AI as a learning assistant.</a:t>
            </a:r>
          </a:p>
          <a:p>
            <a:pPr marL="171450" indent="-171450">
              <a:buFont typeface="Arial"/>
              <a:buChar char="•"/>
            </a:pPr>
            <a:r>
              <a:rPr lang="en-IN"/>
              <a:t>Use AI as a Helper, Not a Replacement-</a:t>
            </a:r>
            <a:r>
              <a:rPr lang="en-IN" dirty="0"/>
              <a:t> Remember that AI tools support your coding process, but understanding the code is still very important</a:t>
            </a:r>
            <a:r>
              <a:rPr lang="en-IN"/>
              <a:t>. Always try to learn the logic behind the generated code.</a:t>
            </a:r>
            <a:endParaRPr lang="en-IN">
              <a:ea typeface="Calibri"/>
              <a:cs typeface="Calibri"/>
            </a:endParaRPr>
          </a:p>
        </p:txBody>
      </p:sp>
      <p:sp>
        <p:nvSpPr>
          <p:cNvPr id="4" name="Slide Number Placeholder 3">
            <a:extLst>
              <a:ext uri="{FF2B5EF4-FFF2-40B4-BE49-F238E27FC236}">
                <a16:creationId xmlns:a16="http://schemas.microsoft.com/office/drawing/2014/main" id="{BFAF4806-6A1B-6D17-A54D-B7EBF1CE1EFB}"/>
              </a:ext>
            </a:extLst>
          </p:cNvPr>
          <p:cNvSpPr>
            <a:spLocks noGrp="1"/>
          </p:cNvSpPr>
          <p:nvPr>
            <p:ph type="sldNum" sz="quarter" idx="10"/>
          </p:nvPr>
        </p:nvSpPr>
        <p:spPr/>
        <p:txBody>
          <a:bodyPr/>
          <a:lstStyle/>
          <a:p>
            <a:fld id="{61387AB6-0C90-4C13-BFEE-4EBE8F3CA032}" type="slidenum">
              <a:rPr lang="en-IN" smtClean="0"/>
              <a:t>19</a:t>
            </a:fld>
            <a:endParaRPr lang="en-IN"/>
          </a:p>
        </p:txBody>
      </p:sp>
    </p:spTree>
    <p:extLst>
      <p:ext uri="{BB962C8B-B14F-4D97-AF65-F5344CB8AC3E}">
        <p14:creationId xmlns:p14="http://schemas.microsoft.com/office/powerpoint/2010/main" val="36846477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47BB7-AD4A-B50A-5F1D-9B5D7D428B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E49EE0-FD98-A651-947E-CAA5C62511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03B750-F60A-4AA4-E5B3-4A2355A88A63}"/>
              </a:ext>
            </a:extLst>
          </p:cNvPr>
          <p:cNvSpPr>
            <a:spLocks noGrp="1"/>
          </p:cNvSpPr>
          <p:nvPr>
            <p:ph type="body" idx="1"/>
          </p:nvPr>
        </p:nvSpPr>
        <p:spPr/>
        <p:txBody>
          <a:bodyPr/>
          <a:lstStyle/>
          <a:p>
            <a:r>
              <a:rPr lang="en-IN"/>
              <a:t>Slide: Copilot in Real Life: A Simple Workflow (Speaker Notes Brief)</a:t>
            </a:r>
            <a:endParaRPr lang="en-US"/>
          </a:p>
          <a:p>
            <a:r>
              <a:rPr lang="en-IN"/>
              <a:t>Summary of Slide</a:t>
            </a:r>
          </a:p>
          <a:p>
            <a:r>
              <a:rPr lang="en-IN"/>
              <a:t>This slide illustrates the core user experience (UX) and developer workflow when interacting with GitHub Copilot, focusing on the four primary stages.</a:t>
            </a:r>
          </a:p>
          <a:p>
            <a:r>
              <a:rPr lang="en-IN"/>
              <a:t>Step 1: Typing a Comment</a:t>
            </a:r>
          </a:p>
          <a:p>
            <a:r>
              <a:rPr lang="en-IN" b="1"/>
              <a:t>Key Point: Developer sets context.</a:t>
            </a:r>
            <a:endParaRPr lang="en-IN"/>
          </a:p>
          <a:p>
            <a:pPr marL="171450" indent="-171450">
              <a:buFont typeface="Arial"/>
              <a:buChar char="•"/>
            </a:pPr>
            <a:r>
              <a:rPr lang="en-IN"/>
              <a:t>The developer writes a clear, concise comment in their language of choice.</a:t>
            </a:r>
          </a:p>
          <a:p>
            <a:pPr marL="171450" indent="-171450">
              <a:buFont typeface="Arial"/>
              <a:buChar char="•"/>
            </a:pPr>
            <a:r>
              <a:rPr lang="en-IN" i="1"/>
              <a:t>Example:</a:t>
            </a:r>
            <a:r>
              <a:rPr lang="en-IN"/>
              <a:t> // Write a function to check prime.</a:t>
            </a:r>
          </a:p>
          <a:p>
            <a:pPr marL="171450" indent="-171450">
              <a:buFont typeface="Arial"/>
              <a:buChar char="•"/>
            </a:pPr>
            <a:r>
              <a:rPr lang="en-IN"/>
              <a:t>This instruction acts as the primary "prompt" for Copilot.</a:t>
            </a:r>
          </a:p>
          <a:p>
            <a:br>
              <a:rPr lang="en-US" dirty="0">
                <a:cs typeface="+mn-lt"/>
              </a:rPr>
            </a:br>
            <a:r>
              <a:rPr lang="en-IN"/>
              <a:t>Step 2: Copilot Generating</a:t>
            </a:r>
            <a:endParaRPr lang="en-US">
              <a:ea typeface="Calibri" panose="020F0502020204030204"/>
              <a:cs typeface="Calibri" panose="020F0502020204030204"/>
            </a:endParaRPr>
          </a:p>
          <a:p>
            <a:r>
              <a:rPr lang="en-IN" b="1" dirty="0"/>
              <a:t>Key Point: AI </a:t>
            </a:r>
            <a:r>
              <a:rPr lang="en-IN" b="1" dirty="0" err="1"/>
              <a:t>analyzes</a:t>
            </a:r>
            <a:r>
              <a:rPr lang="en-IN" b="1" dirty="0"/>
              <a:t> and suggests code.</a:t>
            </a:r>
            <a:endParaRPr lang="en-IN" dirty="0"/>
          </a:p>
          <a:p>
            <a:pPr marL="171450" indent="-171450">
              <a:buFont typeface="Arial"/>
              <a:buChar char="•"/>
            </a:pPr>
            <a:r>
              <a:rPr lang="en-IN" dirty="0"/>
              <a:t>Copilot immediately </a:t>
            </a:r>
            <a:r>
              <a:rPr lang="en-IN" dirty="0" err="1"/>
              <a:t>analyzes</a:t>
            </a:r>
            <a:r>
              <a:rPr lang="en-IN" dirty="0"/>
              <a:t> the comment, programming language, and project context.</a:t>
            </a:r>
            <a:endParaRPr lang="en-IN" dirty="0">
              <a:ea typeface="Calibri"/>
              <a:cs typeface="Calibri"/>
            </a:endParaRPr>
          </a:p>
          <a:p>
            <a:pPr marL="171450" indent="-171450">
              <a:buFont typeface="Arial"/>
              <a:buChar char="•"/>
            </a:pPr>
            <a:r>
              <a:rPr lang="en-IN"/>
              <a:t>It generates a complete function suggested as </a:t>
            </a:r>
            <a:r>
              <a:rPr lang="en-IN" b="1"/>
              <a:t>"ghost text"</a:t>
            </a:r>
            <a:r>
              <a:rPr lang="en-IN"/>
              <a:t> (light grey text) in real-time.</a:t>
            </a:r>
          </a:p>
          <a:p>
            <a:pPr marL="171450" indent="-171450">
              <a:buFont typeface="Arial"/>
              <a:buChar char="•"/>
            </a:pPr>
            <a:r>
              <a:rPr lang="en-IN"/>
              <a:t>The logic is presented before the developer writes a single line of function code.</a:t>
            </a:r>
          </a:p>
          <a:p>
            <a:br>
              <a:rPr lang="en-US" dirty="0">
                <a:cs typeface="+mn-lt"/>
              </a:rPr>
            </a:br>
            <a:r>
              <a:rPr lang="en-IN"/>
              <a:t>Step 3: Accepting with Tab</a:t>
            </a:r>
            <a:endParaRPr lang="en-US">
              <a:ea typeface="Calibri" panose="020F0502020204030204"/>
              <a:cs typeface="Calibri" panose="020F0502020204030204"/>
            </a:endParaRPr>
          </a:p>
          <a:p>
            <a:r>
              <a:rPr lang="en-IN" b="1"/>
              <a:t>Key Point: Developer reviews and commits.</a:t>
            </a:r>
            <a:endParaRPr lang="en-IN"/>
          </a:p>
          <a:p>
            <a:pPr marL="171450" indent="-171450">
              <a:buFont typeface="Arial"/>
              <a:buChar char="•"/>
            </a:pPr>
            <a:r>
              <a:rPr lang="en-IN"/>
              <a:t>The developer </a:t>
            </a:r>
            <a:r>
              <a:rPr lang="en-IN" b="1"/>
              <a:t>reviews</a:t>
            </a:r>
            <a:r>
              <a:rPr lang="en-IN"/>
              <a:t> the suggested code for accuracy, efficiency, and security.</a:t>
            </a:r>
          </a:p>
          <a:p>
            <a:pPr marL="171450" indent="-171450">
              <a:buFont typeface="Arial"/>
              <a:buChar char="•"/>
            </a:pPr>
            <a:r>
              <a:rPr lang="en-IN"/>
              <a:t>If they approve of the logic, they commit the code to the file with </a:t>
            </a:r>
            <a:r>
              <a:rPr lang="en-IN" b="1"/>
              <a:t>a single "Tab" keystroke</a:t>
            </a:r>
            <a:r>
              <a:rPr lang="en-IN"/>
              <a:t>.</a:t>
            </a:r>
          </a:p>
          <a:p>
            <a:pPr marL="171450" indent="-171450">
              <a:buFont typeface="Arial"/>
              <a:buChar char="•"/>
            </a:pPr>
            <a:r>
              <a:rPr lang="en-IN"/>
              <a:t>This commits the AI’s suggestion, instantly integrating it into the project.</a:t>
            </a:r>
          </a:p>
          <a:p>
            <a:br>
              <a:rPr lang="en-US" dirty="0">
                <a:cs typeface="+mn-lt"/>
              </a:rPr>
            </a:br>
            <a:r>
              <a:rPr lang="en-IN"/>
              <a:t>Step 4: Complete Function</a:t>
            </a:r>
            <a:endParaRPr lang="en-US">
              <a:ea typeface="Calibri" panose="020F0502020204030204"/>
              <a:cs typeface="Calibri" panose="020F0502020204030204"/>
            </a:endParaRPr>
          </a:p>
          <a:p>
            <a:r>
              <a:rPr lang="en-IN" b="1"/>
              <a:t>Key Point: The developer saves time and focuses.</a:t>
            </a:r>
            <a:endParaRPr lang="en-IN"/>
          </a:p>
          <a:p>
            <a:pPr marL="171450" indent="-171450">
              <a:buFont typeface="Arial"/>
              <a:buChar char="•"/>
            </a:pPr>
            <a:r>
              <a:rPr lang="en-IN"/>
              <a:t>The workflow is complete, and a functional, boiler-plate free function is ready.</a:t>
            </a:r>
          </a:p>
          <a:p>
            <a:pPr marL="171450" indent="-171450">
              <a:buFont typeface="Arial"/>
              <a:buChar char="•"/>
            </a:pPr>
            <a:r>
              <a:rPr lang="en-IN"/>
              <a:t>Instead of spending minutes writing standard syntax, it took seconds.</a:t>
            </a:r>
          </a:p>
          <a:p>
            <a:pPr marL="171450" indent="-171450">
              <a:buFont typeface="Arial"/>
              <a:buChar char="•"/>
            </a:pPr>
            <a:r>
              <a:rPr lang="en-IN"/>
              <a:t>The developer can now focus on testing, integration, or other complex tasks the AI cannot solve.</a:t>
            </a:r>
          </a:p>
          <a:p>
            <a:endParaRPr lang="en-US" dirty="0">
              <a:cs typeface="+mn-lt"/>
            </a:endParaRPr>
          </a:p>
          <a:p>
            <a:r>
              <a:rPr lang="en-IN"/>
              <a:t>Next Steps &amp; Visual Search</a:t>
            </a:r>
          </a:p>
          <a:p>
            <a:r>
              <a:rPr lang="en-IN" b="1"/>
              <a:t>Key Point: Experiencing the workflow live.</a:t>
            </a:r>
            <a:endParaRPr lang="en-IN"/>
          </a:p>
          <a:p>
            <a:pPr marL="171450" indent="-171450">
              <a:buFont typeface="Arial"/>
              <a:buChar char="•"/>
            </a:pPr>
            <a:r>
              <a:rPr lang="en-IN"/>
              <a:t>The true seamlessness of this "typing-suggestion-acceptance" loop is best understood visually.</a:t>
            </a:r>
          </a:p>
          <a:p>
            <a:pPr marL="171450" indent="-171450">
              <a:buFont typeface="Arial"/>
              <a:buChar char="•"/>
            </a:pPr>
            <a:r>
              <a:rPr lang="en-IN"/>
              <a:t>For a short, real-time example, search YouTube for: </a:t>
            </a:r>
            <a:r>
              <a:rPr lang="en-IN" b="1"/>
              <a:t>"GitHub Copilot Python demo short"</a:t>
            </a:r>
            <a:r>
              <a:rPr lang="en-IN"/>
              <a:t>.</a:t>
            </a:r>
          </a:p>
          <a:p>
            <a:endParaRPr lang="en-IN">
              <a:ea typeface="Calibri"/>
              <a:cs typeface="Calibri"/>
            </a:endParaRPr>
          </a:p>
        </p:txBody>
      </p:sp>
      <p:sp>
        <p:nvSpPr>
          <p:cNvPr id="4" name="Slide Number Placeholder 3">
            <a:extLst>
              <a:ext uri="{FF2B5EF4-FFF2-40B4-BE49-F238E27FC236}">
                <a16:creationId xmlns:a16="http://schemas.microsoft.com/office/drawing/2014/main" id="{76EDBBA8-3A37-8473-0441-AC9FA25D8AEF}"/>
              </a:ext>
            </a:extLst>
          </p:cNvPr>
          <p:cNvSpPr>
            <a:spLocks noGrp="1"/>
          </p:cNvSpPr>
          <p:nvPr>
            <p:ph type="sldNum" sz="quarter" idx="10"/>
          </p:nvPr>
        </p:nvSpPr>
        <p:spPr/>
        <p:txBody>
          <a:bodyPr/>
          <a:lstStyle/>
          <a:p>
            <a:fld id="{61387AB6-0C90-4C13-BFEE-4EBE8F3CA032}" type="slidenum">
              <a:rPr lang="en-IN" smtClean="0"/>
              <a:t>20</a:t>
            </a:fld>
            <a:endParaRPr lang="en-IN"/>
          </a:p>
        </p:txBody>
      </p:sp>
    </p:spTree>
    <p:extLst>
      <p:ext uri="{BB962C8B-B14F-4D97-AF65-F5344CB8AC3E}">
        <p14:creationId xmlns:p14="http://schemas.microsoft.com/office/powerpoint/2010/main" val="856258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1FF58-5ED6-C624-4C51-C2F1C17D7B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6FBD61-5AE0-8F4B-AA35-D7794161C8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47C134-658A-41A2-18EB-08178C14B303}"/>
              </a:ext>
            </a:extLst>
          </p:cNvPr>
          <p:cNvSpPr>
            <a:spLocks noGrp="1"/>
          </p:cNvSpPr>
          <p:nvPr>
            <p:ph type="body" idx="1"/>
          </p:nvPr>
        </p:nvSpPr>
        <p:spPr/>
        <p:txBody>
          <a:bodyPr/>
          <a:lstStyle/>
          <a:p>
            <a:r>
              <a:rPr lang="en-IN"/>
              <a:t>we understood </a:t>
            </a:r>
            <a:r>
              <a:rPr lang="en-IN" b="1"/>
              <a:t>what Copilot is</a:t>
            </a:r>
            <a:r>
              <a:rPr lang="en-IN"/>
              <a:t>. Copilot is an AI-powered coding assistant that helps developers write code faster by suggesting code snippets, completing lines of code, and even generating entire functions based on comments or prompts.</a:t>
            </a:r>
            <a:endParaRPr lang="en-US"/>
          </a:p>
          <a:p>
            <a:r>
              <a:rPr lang="en-IN" dirty="0"/>
              <a:t>Next, we discussed </a:t>
            </a:r>
            <a:r>
              <a:rPr lang="en-IN" b="1" dirty="0"/>
              <a:t>how Copilot works</a:t>
            </a:r>
            <a:r>
              <a:rPr lang="en-IN" dirty="0"/>
              <a:t>. Copilot </a:t>
            </a:r>
            <a:r>
              <a:rPr lang="en-IN" dirty="0" err="1"/>
              <a:t>analyzes</a:t>
            </a:r>
            <a:r>
              <a:rPr lang="en-IN" dirty="0"/>
              <a:t> the context of the code you are writing and uses machine learning models to generate intelligent suggestions. These suggestions appear automatically while you type, and you can accept them with a simple keystroke like </a:t>
            </a:r>
            <a:r>
              <a:rPr lang="en-IN" b="1" dirty="0"/>
              <a:t>Tab</a:t>
            </a:r>
            <a:r>
              <a:rPr lang="en-IN" dirty="0"/>
              <a:t>.</a:t>
            </a:r>
            <a:endParaRPr lang="en-IN" dirty="0">
              <a:ea typeface="Calibri"/>
              <a:cs typeface="Calibri"/>
            </a:endParaRPr>
          </a:p>
          <a:p>
            <a:r>
              <a:rPr lang="en-IN" dirty="0"/>
              <a:t>We also looked at the </a:t>
            </a:r>
            <a:r>
              <a:rPr lang="en-IN" b="1" dirty="0"/>
              <a:t>development environment setup</a:t>
            </a:r>
            <a:r>
              <a:rPr lang="en-IN" dirty="0"/>
              <a:t> required to start using Copilot. This included installing tools such as </a:t>
            </a:r>
            <a:r>
              <a:rPr lang="en-IN" b="1" dirty="0"/>
              <a:t>Python, Visual Studio Code, and the Copilot extension</a:t>
            </a:r>
            <a:r>
              <a:rPr lang="en-IN" dirty="0"/>
              <a:t>, which allows the AI assistant to work directly inside the code editor.</a:t>
            </a:r>
            <a:endParaRPr lang="en-IN" dirty="0">
              <a:ea typeface="Calibri"/>
              <a:cs typeface="Calibri"/>
            </a:endParaRPr>
          </a:p>
          <a:p>
            <a:r>
              <a:rPr lang="en-IN"/>
              <a:t>After that, we walked through the </a:t>
            </a:r>
            <a:r>
              <a:rPr lang="en-IN" b="1"/>
              <a:t>installation steps</a:t>
            </a:r>
            <a:r>
              <a:rPr lang="en-IN"/>
              <a:t>, including signing in to GitHub, enabling the Copilot extension, and confirming that Copilot suggestions are active in the editor.</a:t>
            </a:r>
          </a:p>
          <a:p>
            <a:r>
              <a:rPr lang="en-IN" dirty="0"/>
              <a:t>Finally, you created your </a:t>
            </a:r>
            <a:r>
              <a:rPr lang="en-IN" b="1" dirty="0"/>
              <a:t>first AI-assisted Python program</a:t>
            </a:r>
            <a:r>
              <a:rPr lang="en-IN" dirty="0"/>
              <a:t>, where Copilot helped generate Python code automatically based on comments and partial commands. This demonstrated how AI can support coding, reduce typing effort, and help beginners learn programming faster.</a:t>
            </a:r>
            <a:endParaRPr lang="en-IN" dirty="0">
              <a:ea typeface="Calibri"/>
              <a:cs typeface="Calibri"/>
            </a:endParaRPr>
          </a:p>
          <a:p>
            <a:r>
              <a:rPr lang="en-IN" dirty="0"/>
              <a:t>Overall, today’s session showed how </a:t>
            </a:r>
            <a:r>
              <a:rPr lang="en-IN" b="1" dirty="0"/>
              <a:t>AI can assist programmers in writing, learning, and experimenting with code more efficiently.</a:t>
            </a:r>
            <a:endParaRPr lang="en-IN" dirty="0"/>
          </a:p>
          <a:p>
            <a:endParaRPr lang="en-IN" dirty="0">
              <a:ea typeface="Calibri"/>
              <a:cs typeface="Calibri"/>
            </a:endParaRPr>
          </a:p>
        </p:txBody>
      </p:sp>
      <p:sp>
        <p:nvSpPr>
          <p:cNvPr id="4" name="Slide Number Placeholder 3">
            <a:extLst>
              <a:ext uri="{FF2B5EF4-FFF2-40B4-BE49-F238E27FC236}">
                <a16:creationId xmlns:a16="http://schemas.microsoft.com/office/drawing/2014/main" id="{4B414E14-C810-F1C3-9333-D7A48A179C70}"/>
              </a:ext>
            </a:extLst>
          </p:cNvPr>
          <p:cNvSpPr>
            <a:spLocks noGrp="1"/>
          </p:cNvSpPr>
          <p:nvPr>
            <p:ph type="sldNum" sz="quarter" idx="10"/>
          </p:nvPr>
        </p:nvSpPr>
        <p:spPr/>
        <p:txBody>
          <a:bodyPr/>
          <a:lstStyle/>
          <a:p>
            <a:fld id="{61387AB6-0C90-4C13-BFEE-4EBE8F3CA032}" type="slidenum">
              <a:rPr lang="en-IN" smtClean="0"/>
              <a:t>21</a:t>
            </a:fld>
            <a:endParaRPr lang="en-IN"/>
          </a:p>
        </p:txBody>
      </p:sp>
    </p:spTree>
    <p:extLst>
      <p:ext uri="{BB962C8B-B14F-4D97-AF65-F5344CB8AC3E}">
        <p14:creationId xmlns:p14="http://schemas.microsoft.com/office/powerpoint/2010/main" val="36843906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383FA-E9D4-648C-E896-BE76280E1B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B1A129-629B-F92C-B0C0-B5601C9F7F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447FA5-AF19-5C2C-87B2-A8A128D23684}"/>
              </a:ext>
            </a:extLst>
          </p:cNvPr>
          <p:cNvSpPr>
            <a:spLocks noGrp="1"/>
          </p:cNvSpPr>
          <p:nvPr>
            <p:ph type="body" idx="1"/>
          </p:nvPr>
        </p:nvSpPr>
        <p:spPr/>
        <p:txBody>
          <a:bodyPr/>
          <a:lstStyle/>
          <a:p>
            <a:pPr marL="171450" indent="-171450">
              <a:buFont typeface="Arial"/>
              <a:buChar char="•"/>
            </a:pPr>
            <a:r>
              <a:rPr lang="en-IN"/>
              <a:t>In the </a:t>
            </a:r>
            <a:r>
              <a:rPr lang="en-IN" b="1"/>
              <a:t>next session</a:t>
            </a:r>
            <a:r>
              <a:rPr lang="en-IN"/>
              <a:t>, we will move from basic Python syntax to </a:t>
            </a:r>
            <a:r>
              <a:rPr lang="en-IN" b="1"/>
              <a:t>building small interactive programs</a:t>
            </a:r>
            <a:r>
              <a:rPr lang="en-IN"/>
              <a:t>. These mini projects will help you apply what you have learned about </a:t>
            </a:r>
            <a:r>
              <a:rPr lang="en-IN" b="1"/>
              <a:t>variables, conditions, input/output, and basic logic</a:t>
            </a:r>
            <a:r>
              <a:rPr lang="en-IN"/>
              <a:t>.</a:t>
            </a:r>
            <a:endParaRPr lang="en-US"/>
          </a:p>
          <a:p>
            <a:pPr marL="171450" indent="-171450">
              <a:buFont typeface="Arial"/>
              <a:buChar char="•"/>
            </a:pPr>
            <a:r>
              <a:rPr lang="en-IN" dirty="0"/>
              <a:t>The first program will be an </a:t>
            </a:r>
            <a:r>
              <a:rPr lang="en-IN" b="1" dirty="0"/>
              <a:t>Even/Odd Checker</a:t>
            </a:r>
            <a:r>
              <a:rPr lang="en-IN" dirty="0"/>
              <a:t>. In this activity, you will write a Python program that takes a number from the user and determines whether the number is </a:t>
            </a:r>
            <a:r>
              <a:rPr lang="en-IN" b="1" dirty="0"/>
              <a:t>even or odd</a:t>
            </a:r>
            <a:r>
              <a:rPr lang="en-IN" dirty="0"/>
              <a:t> using conditional statements.</a:t>
            </a:r>
            <a:endParaRPr lang="en-IN" dirty="0">
              <a:ea typeface="Calibri"/>
              <a:cs typeface="Calibri"/>
            </a:endParaRPr>
          </a:p>
          <a:p>
            <a:pPr marL="171450" indent="-171450">
              <a:buFont typeface="Arial"/>
              <a:buChar char="•"/>
            </a:pPr>
            <a:r>
              <a:rPr lang="en-IN"/>
              <a:t>Next, you will build a </a:t>
            </a:r>
            <a:r>
              <a:rPr lang="en-IN" b="1"/>
              <a:t>Simple Calculator</a:t>
            </a:r>
            <a:r>
              <a:rPr lang="en-IN"/>
              <a:t>. This program will allow users to enter numbers and perform </a:t>
            </a:r>
            <a:r>
              <a:rPr lang="en-IN" b="1"/>
              <a:t>basic arithmetic operations</a:t>
            </a:r>
            <a:r>
              <a:rPr lang="en-IN"/>
              <a:t> such as addition, subtraction, multiplication, and division. This exercise will help you understand </a:t>
            </a:r>
            <a:r>
              <a:rPr lang="en-IN" b="1"/>
              <a:t>user input and decision-making in code</a:t>
            </a:r>
            <a:r>
              <a:rPr lang="en-IN"/>
              <a:t>.</a:t>
            </a:r>
          </a:p>
        </p:txBody>
      </p:sp>
      <p:sp>
        <p:nvSpPr>
          <p:cNvPr id="4" name="Slide Number Placeholder 3">
            <a:extLst>
              <a:ext uri="{FF2B5EF4-FFF2-40B4-BE49-F238E27FC236}">
                <a16:creationId xmlns:a16="http://schemas.microsoft.com/office/drawing/2014/main" id="{537259AC-18FA-4A6A-E034-4629D41E5E43}"/>
              </a:ext>
            </a:extLst>
          </p:cNvPr>
          <p:cNvSpPr>
            <a:spLocks noGrp="1"/>
          </p:cNvSpPr>
          <p:nvPr>
            <p:ph type="sldNum" sz="quarter" idx="10"/>
          </p:nvPr>
        </p:nvSpPr>
        <p:spPr/>
        <p:txBody>
          <a:bodyPr/>
          <a:lstStyle/>
          <a:p>
            <a:fld id="{61387AB6-0C90-4C13-BFEE-4EBE8F3CA032}" type="slidenum">
              <a:rPr lang="en-IN" smtClean="0"/>
              <a:t>22</a:t>
            </a:fld>
            <a:endParaRPr lang="en-IN"/>
          </a:p>
        </p:txBody>
      </p:sp>
    </p:spTree>
    <p:extLst>
      <p:ext uri="{BB962C8B-B14F-4D97-AF65-F5344CB8AC3E}">
        <p14:creationId xmlns:p14="http://schemas.microsoft.com/office/powerpoint/2010/main" val="36711915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GitHub Copilot</a:t>
            </a:r>
            <a:r>
              <a:rPr lang="en-US"/>
              <a:t>, an AI-powered coding assistant that helps developers write code faster by suggesting code, functions, and solutions while typing.</a:t>
            </a:r>
          </a:p>
          <a:p>
            <a:r>
              <a:rPr lang="en-US"/>
              <a:t>To use Copilot, students first need to install </a:t>
            </a:r>
            <a:r>
              <a:rPr lang="en-US" b="1"/>
              <a:t>Visual Studio Code</a:t>
            </a:r>
            <a:r>
              <a:rPr lang="en-US"/>
              <a:t>, install </a:t>
            </a:r>
            <a:r>
              <a:rPr lang="en-US" b="1"/>
              <a:t>Python version 3.10 or higher</a:t>
            </a:r>
            <a:r>
              <a:rPr lang="en-US"/>
              <a:t>, and create a </a:t>
            </a:r>
            <a:r>
              <a:rPr lang="en-US" b="1"/>
              <a:t>GitHub account</a:t>
            </a:r>
            <a:r>
              <a:rPr lang="en-US"/>
              <a:t>.</a:t>
            </a:r>
          </a:p>
          <a:p>
            <a:r>
              <a:rPr lang="en-US"/>
              <a:t>Next, the </a:t>
            </a:r>
            <a:r>
              <a:rPr lang="en-US" b="1"/>
              <a:t>GitHub Copilot extension</a:t>
            </a:r>
            <a:r>
              <a:rPr lang="en-US"/>
              <a:t> is installed from the </a:t>
            </a:r>
            <a:r>
              <a:rPr lang="en-US" b="1"/>
              <a:t>VS Code Extensions Marketplace</a:t>
            </a:r>
            <a:r>
              <a:rPr lang="en-US"/>
              <a:t>.</a:t>
            </a:r>
          </a:p>
          <a:p>
            <a:r>
              <a:rPr lang="en-US"/>
              <a:t>Once installed, students can begin coding by writing comments or starting a piece of code. Copilot automatically suggests relevant code snippets or even complete functions.</a:t>
            </a:r>
          </a:p>
          <a:p>
            <a:r>
              <a:rPr lang="en-US" dirty="0"/>
              <a:t>The typical workflow includes </a:t>
            </a:r>
            <a:r>
              <a:rPr lang="en-US" b="1" dirty="0"/>
              <a:t>understanding the problem, writing comments, typing code, reviewing Copilot suggestions, accepting or modifying them, running the program, and improving the solution.</a:t>
            </a:r>
            <a:endParaRPr lang="en-US" dirty="0"/>
          </a:p>
          <a:p>
            <a:endParaRPr lang="en-US">
              <a:ea typeface="Calibri"/>
              <a:cs typeface="Calibri"/>
            </a:endParaRPr>
          </a:p>
        </p:txBody>
      </p:sp>
      <p:sp>
        <p:nvSpPr>
          <p:cNvPr id="4" name="Slide Number Placeholder 3"/>
          <p:cNvSpPr>
            <a:spLocks noGrp="1"/>
          </p:cNvSpPr>
          <p:nvPr>
            <p:ph type="sldNum" sz="quarter" idx="5"/>
          </p:nvPr>
        </p:nvSpPr>
        <p:spPr/>
        <p:txBody>
          <a:bodyPr/>
          <a:lstStyle/>
          <a:p>
            <a:fld id="{F00FC4EF-F040-4629-96AB-A33446C1CF54}" type="slidenum">
              <a:rPr lang="en-IN" smtClean="0"/>
              <a:t>27</a:t>
            </a:fld>
            <a:endParaRPr lang="en-IN"/>
          </a:p>
        </p:txBody>
      </p:sp>
    </p:spTree>
    <p:extLst>
      <p:ext uri="{BB962C8B-B14F-4D97-AF65-F5344CB8AC3E}">
        <p14:creationId xmlns:p14="http://schemas.microsoft.com/office/powerpoint/2010/main" val="7463155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F00FC4EF-F040-4629-96AB-A33446C1CF54}" type="slidenum">
              <a:rPr lang="en-IN" smtClean="0"/>
              <a:t>30</a:t>
            </a:fld>
            <a:endParaRPr lang="en-IN"/>
          </a:p>
        </p:txBody>
      </p:sp>
    </p:spTree>
    <p:extLst>
      <p:ext uri="{BB962C8B-B14F-4D97-AF65-F5344CB8AC3E}">
        <p14:creationId xmlns:p14="http://schemas.microsoft.com/office/powerpoint/2010/main" val="40190708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EB934-460B-F537-3638-A5387D1D2A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36D0D5-A14E-A960-EEA4-B80CA1BC6A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482C2D-6B66-3ABE-C17B-A1A21A11794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E5C82EB2-F9AC-E56F-9EDD-8CBCF83FD4C4}"/>
              </a:ext>
            </a:extLst>
          </p:cNvPr>
          <p:cNvSpPr>
            <a:spLocks noGrp="1"/>
          </p:cNvSpPr>
          <p:nvPr>
            <p:ph type="sldNum" sz="quarter" idx="5"/>
          </p:nvPr>
        </p:nvSpPr>
        <p:spPr/>
        <p:txBody>
          <a:bodyPr/>
          <a:lstStyle/>
          <a:p>
            <a:fld id="{F00FC4EF-F040-4629-96AB-A33446C1CF54}" type="slidenum">
              <a:rPr lang="en-IN" smtClean="0"/>
              <a:t>31</a:t>
            </a:fld>
            <a:endParaRPr lang="en-IN"/>
          </a:p>
        </p:txBody>
      </p:sp>
    </p:spTree>
    <p:extLst>
      <p:ext uri="{BB962C8B-B14F-4D97-AF65-F5344CB8AC3E}">
        <p14:creationId xmlns:p14="http://schemas.microsoft.com/office/powerpoint/2010/main" val="4084076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7C80D-6068-E32C-CB2C-200AA2C10D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AF9ADF-2958-1C0E-B229-6614042AA5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F99979-E429-41D9-B447-8B83A9E01F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A0D3ED46-EC4E-CC30-E4AA-032B23E3BF40}"/>
              </a:ext>
            </a:extLst>
          </p:cNvPr>
          <p:cNvSpPr>
            <a:spLocks noGrp="1"/>
          </p:cNvSpPr>
          <p:nvPr>
            <p:ph type="sldNum" sz="quarter" idx="5"/>
          </p:nvPr>
        </p:nvSpPr>
        <p:spPr/>
        <p:txBody>
          <a:bodyPr/>
          <a:lstStyle/>
          <a:p>
            <a:fld id="{F00FC4EF-F040-4629-96AB-A33446C1CF54}" type="slidenum">
              <a:rPr lang="en-IN" smtClean="0"/>
              <a:t>32</a:t>
            </a:fld>
            <a:endParaRPr lang="en-IN"/>
          </a:p>
        </p:txBody>
      </p:sp>
    </p:spTree>
    <p:extLst>
      <p:ext uri="{BB962C8B-B14F-4D97-AF65-F5344CB8AC3E}">
        <p14:creationId xmlns:p14="http://schemas.microsoft.com/office/powerpoint/2010/main" val="33270981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9FFF5-73C6-1049-BD73-BFD5CB7F8A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023348-6CD3-4986-51E8-C9D92D7E6B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70931B-4EEF-C0B8-4151-D57E3389E2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F1509AF-619C-37BF-279E-FDFB5E94E00D}"/>
              </a:ext>
            </a:extLst>
          </p:cNvPr>
          <p:cNvSpPr>
            <a:spLocks noGrp="1"/>
          </p:cNvSpPr>
          <p:nvPr>
            <p:ph type="sldNum" sz="quarter" idx="5"/>
          </p:nvPr>
        </p:nvSpPr>
        <p:spPr/>
        <p:txBody>
          <a:bodyPr/>
          <a:lstStyle/>
          <a:p>
            <a:fld id="{F00FC4EF-F040-4629-96AB-A33446C1CF54}" type="slidenum">
              <a:rPr lang="en-IN" smtClean="0"/>
              <a:t>33</a:t>
            </a:fld>
            <a:endParaRPr lang="en-IN"/>
          </a:p>
        </p:txBody>
      </p:sp>
    </p:spTree>
    <p:extLst>
      <p:ext uri="{BB962C8B-B14F-4D97-AF65-F5344CB8AC3E}">
        <p14:creationId xmlns:p14="http://schemas.microsoft.com/office/powerpoint/2010/main" val="42474411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3B31A-2B48-E174-6A04-994E1EC6CD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A88D0B-16D8-5E51-2614-762EB2C1DF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B746E9-15F7-E186-5338-903904B18E7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EDABB153-75D3-613A-0FA3-D92083EABED0}"/>
              </a:ext>
            </a:extLst>
          </p:cNvPr>
          <p:cNvSpPr>
            <a:spLocks noGrp="1"/>
          </p:cNvSpPr>
          <p:nvPr>
            <p:ph type="sldNum" sz="quarter" idx="5"/>
          </p:nvPr>
        </p:nvSpPr>
        <p:spPr/>
        <p:txBody>
          <a:bodyPr/>
          <a:lstStyle/>
          <a:p>
            <a:fld id="{F00FC4EF-F040-4629-96AB-A33446C1CF54}" type="slidenum">
              <a:rPr lang="en-IN" smtClean="0"/>
              <a:t>34</a:t>
            </a:fld>
            <a:endParaRPr lang="en-IN"/>
          </a:p>
        </p:txBody>
      </p:sp>
    </p:spTree>
    <p:extLst>
      <p:ext uri="{BB962C8B-B14F-4D97-AF65-F5344CB8AC3E}">
        <p14:creationId xmlns:p14="http://schemas.microsoft.com/office/powerpoint/2010/main" val="35206749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48052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30048798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5B750CB-F068-50AE-8BEB-20EC7515F400}"/>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4" descr="Abstract White Background Images, HD Pictures and Wallpaper For Free  Download | Pngtree">
            <a:extLst>
              <a:ext uri="{FF2B5EF4-FFF2-40B4-BE49-F238E27FC236}">
                <a16:creationId xmlns:a16="http://schemas.microsoft.com/office/drawing/2014/main" id="{381F3695-8937-0C68-4FAE-266CC82C5098}"/>
              </a:ext>
            </a:extLst>
          </p:cNvPr>
          <p:cNvPicPr>
            <a:picLocks noChangeAspect="1" noChangeArrowheads="1"/>
          </p:cNvPicPr>
          <p:nvPr userDrawn="1"/>
        </p:nvPicPr>
        <p:blipFill rotWithShape="1">
          <a:blip r:embed="rId3">
            <a:alphaModFix amt="37000"/>
            <a:extLst>
              <a:ext uri="{28A0092B-C50C-407E-A947-70E740481C1C}">
                <a14:useLocalDpi xmlns:a14="http://schemas.microsoft.com/office/drawing/2010/main" val="0"/>
              </a:ext>
            </a:extLst>
          </a:blip>
          <a:srcRect t="1959" b="9928"/>
          <a:stretch/>
        </p:blipFill>
        <p:spPr bwMode="auto">
          <a:xfrm>
            <a:off x="1293813" y="1"/>
            <a:ext cx="10898187" cy="6858000"/>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3">
            <a:extLst>
              <a:ext uri="{FF2B5EF4-FFF2-40B4-BE49-F238E27FC236}">
                <a16:creationId xmlns:a16="http://schemas.microsoft.com/office/drawing/2014/main" id="{DA6D6C8D-DD3B-2468-8A3F-39DA0D7CB0A4}"/>
              </a:ext>
            </a:extLst>
          </p:cNvPr>
          <p:cNvGrpSpPr/>
          <p:nvPr userDrawn="1"/>
        </p:nvGrpSpPr>
        <p:grpSpPr>
          <a:xfrm>
            <a:off x="2807825" y="-57051"/>
            <a:ext cx="609600" cy="6978551"/>
            <a:chOff x="0" y="-47625"/>
            <a:chExt cx="558233" cy="2756958"/>
          </a:xfrm>
          <a:solidFill>
            <a:srgbClr val="ACCBFF"/>
          </a:solidFill>
        </p:grpSpPr>
        <p:sp>
          <p:nvSpPr>
            <p:cNvPr id="10" name="Freeform 4">
              <a:extLst>
                <a:ext uri="{FF2B5EF4-FFF2-40B4-BE49-F238E27FC236}">
                  <a16:creationId xmlns:a16="http://schemas.microsoft.com/office/drawing/2014/main" id="{500E8AC0-76EB-1E06-0FAF-6680F05CB1CD}"/>
                </a:ext>
              </a:extLst>
            </p:cNvPr>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grpFill/>
            <a:ln>
              <a:solidFill>
                <a:srgbClr val="ACCBFF"/>
              </a:solidFill>
            </a:ln>
          </p:spPr>
          <p:txBody>
            <a:bodyPr/>
            <a:lstStyle/>
            <a:p>
              <a:endParaRPr lang="en-IN" sz="800"/>
            </a:p>
          </p:txBody>
        </p:sp>
        <p:sp>
          <p:nvSpPr>
            <p:cNvPr id="11" name="TextBox 5">
              <a:extLst>
                <a:ext uri="{FF2B5EF4-FFF2-40B4-BE49-F238E27FC236}">
                  <a16:creationId xmlns:a16="http://schemas.microsoft.com/office/drawing/2014/main" id="{7ADD2F8D-51CB-512C-7A0B-8C5BABABD0FD}"/>
                </a:ext>
              </a:extLst>
            </p:cNvPr>
            <p:cNvSpPr txBox="1"/>
            <p:nvPr/>
          </p:nvSpPr>
          <p:spPr>
            <a:xfrm>
              <a:off x="0" y="-47625"/>
              <a:ext cx="558233" cy="2756958"/>
            </a:xfrm>
            <a:prstGeom prst="rect">
              <a:avLst/>
            </a:prstGeom>
            <a:grpFill/>
            <a:ln>
              <a:solidFill>
                <a:srgbClr val="ACCBFF"/>
              </a:solidFill>
            </a:ln>
          </p:spPr>
          <p:txBody>
            <a:bodyPr lIns="33867" tIns="33867" rIns="33867" bIns="33867" rtlCol="0" anchor="ctr"/>
            <a:lstStyle/>
            <a:p>
              <a:pPr algn="ctr">
                <a:lnSpc>
                  <a:spcPts val="1773"/>
                </a:lnSpc>
              </a:pPr>
              <a:endParaRPr sz="800"/>
            </a:p>
          </p:txBody>
        </p:sp>
      </p:grpSp>
      <p:grpSp>
        <p:nvGrpSpPr>
          <p:cNvPr id="12" name="Group 3">
            <a:extLst>
              <a:ext uri="{FF2B5EF4-FFF2-40B4-BE49-F238E27FC236}">
                <a16:creationId xmlns:a16="http://schemas.microsoft.com/office/drawing/2014/main" id="{BCCB01C1-B1CC-154B-10AB-D4FB30CFDBDC}"/>
              </a:ext>
            </a:extLst>
          </p:cNvPr>
          <p:cNvGrpSpPr/>
          <p:nvPr userDrawn="1"/>
        </p:nvGrpSpPr>
        <p:grpSpPr>
          <a:xfrm>
            <a:off x="1392314" y="-57051"/>
            <a:ext cx="1413028" cy="6978551"/>
            <a:chOff x="0" y="-47625"/>
            <a:chExt cx="558233" cy="2756958"/>
          </a:xfrm>
          <a:solidFill>
            <a:srgbClr val="78AAFF"/>
          </a:solidFill>
        </p:grpSpPr>
        <p:sp>
          <p:nvSpPr>
            <p:cNvPr id="13" name="Freeform 4">
              <a:extLst>
                <a:ext uri="{FF2B5EF4-FFF2-40B4-BE49-F238E27FC236}">
                  <a16:creationId xmlns:a16="http://schemas.microsoft.com/office/drawing/2014/main" id="{FDE3FDA5-BD0B-17F8-40B1-96CFBE1CF445}"/>
                </a:ext>
              </a:extLst>
            </p:cNvPr>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grpFill/>
            <a:ln>
              <a:solidFill>
                <a:srgbClr val="78AAFF"/>
              </a:solidFill>
            </a:ln>
          </p:spPr>
          <p:txBody>
            <a:bodyPr/>
            <a:lstStyle/>
            <a:p>
              <a:endParaRPr lang="en-IN" sz="800"/>
            </a:p>
          </p:txBody>
        </p:sp>
        <p:sp>
          <p:nvSpPr>
            <p:cNvPr id="14" name="TextBox 5">
              <a:extLst>
                <a:ext uri="{FF2B5EF4-FFF2-40B4-BE49-F238E27FC236}">
                  <a16:creationId xmlns:a16="http://schemas.microsoft.com/office/drawing/2014/main" id="{B7D98124-E8C9-32D2-471B-D1A49B8C05B3}"/>
                </a:ext>
              </a:extLst>
            </p:cNvPr>
            <p:cNvSpPr txBox="1"/>
            <p:nvPr/>
          </p:nvSpPr>
          <p:spPr>
            <a:xfrm>
              <a:off x="0" y="-47625"/>
              <a:ext cx="558233" cy="2756958"/>
            </a:xfrm>
            <a:prstGeom prst="rect">
              <a:avLst/>
            </a:prstGeom>
            <a:grpFill/>
            <a:ln>
              <a:solidFill>
                <a:srgbClr val="78AAFF"/>
              </a:solidFill>
            </a:ln>
          </p:spPr>
          <p:txBody>
            <a:bodyPr lIns="33867" tIns="33867" rIns="33867" bIns="33867" rtlCol="0" anchor="ctr"/>
            <a:lstStyle/>
            <a:p>
              <a:pPr algn="ctr">
                <a:lnSpc>
                  <a:spcPts val="1773"/>
                </a:lnSpc>
              </a:pPr>
              <a:endParaRPr sz="800"/>
            </a:p>
          </p:txBody>
        </p:sp>
      </p:grpSp>
      <p:grpSp>
        <p:nvGrpSpPr>
          <p:cNvPr id="15" name="Group 6">
            <a:extLst>
              <a:ext uri="{FF2B5EF4-FFF2-40B4-BE49-F238E27FC236}">
                <a16:creationId xmlns:a16="http://schemas.microsoft.com/office/drawing/2014/main" id="{0ADDA3F6-609D-F625-E313-5D247F6BE25E}"/>
              </a:ext>
            </a:extLst>
          </p:cNvPr>
          <p:cNvGrpSpPr/>
          <p:nvPr userDrawn="1"/>
        </p:nvGrpSpPr>
        <p:grpSpPr>
          <a:xfrm>
            <a:off x="685800" y="63500"/>
            <a:ext cx="1413028" cy="6858000"/>
            <a:chOff x="0" y="0"/>
            <a:chExt cx="558233" cy="2709333"/>
          </a:xfrm>
          <a:solidFill>
            <a:srgbClr val="649EFF"/>
          </a:solidFill>
        </p:grpSpPr>
        <p:sp>
          <p:nvSpPr>
            <p:cNvPr id="16" name="Freeform 7">
              <a:extLst>
                <a:ext uri="{FF2B5EF4-FFF2-40B4-BE49-F238E27FC236}">
                  <a16:creationId xmlns:a16="http://schemas.microsoft.com/office/drawing/2014/main" id="{FF8AF282-A0C7-ECBD-CF94-3271CCC19ED6}"/>
                </a:ext>
              </a:extLst>
            </p:cNvPr>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grpFill/>
            <a:ln>
              <a:solidFill>
                <a:srgbClr val="649EFF"/>
              </a:solidFill>
            </a:ln>
          </p:spPr>
          <p:txBody>
            <a:bodyPr/>
            <a:lstStyle/>
            <a:p>
              <a:endParaRPr lang="en-IN" sz="800"/>
            </a:p>
          </p:txBody>
        </p:sp>
        <p:sp>
          <p:nvSpPr>
            <p:cNvPr id="17" name="TextBox 8">
              <a:extLst>
                <a:ext uri="{FF2B5EF4-FFF2-40B4-BE49-F238E27FC236}">
                  <a16:creationId xmlns:a16="http://schemas.microsoft.com/office/drawing/2014/main" id="{12552977-414D-5453-1D0F-50937A909377}"/>
                </a:ext>
              </a:extLst>
            </p:cNvPr>
            <p:cNvSpPr txBox="1"/>
            <p:nvPr/>
          </p:nvSpPr>
          <p:spPr>
            <a:xfrm>
              <a:off x="0" y="-47625"/>
              <a:ext cx="558233" cy="2756958"/>
            </a:xfrm>
            <a:prstGeom prst="rect">
              <a:avLst/>
            </a:prstGeom>
            <a:grpFill/>
            <a:ln>
              <a:solidFill>
                <a:srgbClr val="649EFF"/>
              </a:solidFill>
            </a:ln>
          </p:spPr>
          <p:txBody>
            <a:bodyPr lIns="33867" tIns="33867" rIns="33867" bIns="33867" rtlCol="0" anchor="ctr"/>
            <a:lstStyle/>
            <a:p>
              <a:pPr algn="ctr">
                <a:lnSpc>
                  <a:spcPts val="1773"/>
                </a:lnSpc>
              </a:pPr>
              <a:endParaRPr sz="800"/>
            </a:p>
          </p:txBody>
        </p:sp>
      </p:grpSp>
      <p:grpSp>
        <p:nvGrpSpPr>
          <p:cNvPr id="18" name="Group 17">
            <a:extLst>
              <a:ext uri="{FF2B5EF4-FFF2-40B4-BE49-F238E27FC236}">
                <a16:creationId xmlns:a16="http://schemas.microsoft.com/office/drawing/2014/main" id="{1F9AF0FA-480F-9298-6368-B0A53B5098B2}"/>
              </a:ext>
            </a:extLst>
          </p:cNvPr>
          <p:cNvGrpSpPr/>
          <p:nvPr userDrawn="1"/>
        </p:nvGrpSpPr>
        <p:grpSpPr>
          <a:xfrm>
            <a:off x="-20714" y="63500"/>
            <a:ext cx="1413028" cy="6858000"/>
            <a:chOff x="0" y="0"/>
            <a:chExt cx="558233" cy="2709333"/>
          </a:xfrm>
          <a:solidFill>
            <a:srgbClr val="4188FF"/>
          </a:solidFill>
        </p:grpSpPr>
        <p:sp>
          <p:nvSpPr>
            <p:cNvPr id="19" name="Freeform 10">
              <a:extLst>
                <a:ext uri="{FF2B5EF4-FFF2-40B4-BE49-F238E27FC236}">
                  <a16:creationId xmlns:a16="http://schemas.microsoft.com/office/drawing/2014/main" id="{AB6B29EC-B27F-4F3B-8D1B-3C64725F521A}"/>
                </a:ext>
              </a:extLst>
            </p:cNvPr>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grpFill/>
            <a:ln>
              <a:solidFill>
                <a:srgbClr val="4188FF"/>
              </a:solidFill>
            </a:ln>
          </p:spPr>
          <p:txBody>
            <a:bodyPr/>
            <a:lstStyle/>
            <a:p>
              <a:endParaRPr lang="en-IN" sz="800"/>
            </a:p>
          </p:txBody>
        </p:sp>
        <p:sp>
          <p:nvSpPr>
            <p:cNvPr id="20" name="TextBox 19">
              <a:extLst>
                <a:ext uri="{FF2B5EF4-FFF2-40B4-BE49-F238E27FC236}">
                  <a16:creationId xmlns:a16="http://schemas.microsoft.com/office/drawing/2014/main" id="{FAE94681-75F3-D10D-DA3B-086F9AA8AC2B}"/>
                </a:ext>
              </a:extLst>
            </p:cNvPr>
            <p:cNvSpPr txBox="1"/>
            <p:nvPr/>
          </p:nvSpPr>
          <p:spPr>
            <a:xfrm>
              <a:off x="0" y="-47625"/>
              <a:ext cx="558233" cy="2756958"/>
            </a:xfrm>
            <a:prstGeom prst="rect">
              <a:avLst/>
            </a:prstGeom>
            <a:grpFill/>
            <a:ln>
              <a:solidFill>
                <a:srgbClr val="4188FF"/>
              </a:solidFill>
            </a:ln>
          </p:spPr>
          <p:txBody>
            <a:bodyPr lIns="33867" tIns="33867" rIns="33867" bIns="33867" rtlCol="0" anchor="ctr"/>
            <a:lstStyle/>
            <a:p>
              <a:pPr algn="ctr">
                <a:lnSpc>
                  <a:spcPts val="1773"/>
                </a:lnSpc>
              </a:pPr>
              <a:endParaRPr sz="800"/>
            </a:p>
          </p:txBody>
        </p:sp>
      </p:grpSp>
    </p:spTree>
    <p:extLst>
      <p:ext uri="{BB962C8B-B14F-4D97-AF65-F5344CB8AC3E}">
        <p14:creationId xmlns:p14="http://schemas.microsoft.com/office/powerpoint/2010/main" val="1665043581"/>
      </p:ext>
    </p:extLst>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2192000" cy="660400"/>
          </a:xfrm>
          <a:prstGeom prst="rect">
            <a:avLst/>
          </a:prstGeom>
          <a:solidFill>
            <a:srgbClr val="ACCB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Picture 1" descr="A close up of a logo&#10;&#10;Description automatically generated">
            <a:extLst>
              <a:ext uri="{FF2B5EF4-FFF2-40B4-BE49-F238E27FC236}">
                <a16:creationId xmlns:a16="http://schemas.microsoft.com/office/drawing/2014/main" id="{77B327EF-A91F-6208-15F1-3A28C481366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626994" y="113975"/>
            <a:ext cx="1290128" cy="419605"/>
          </a:xfrm>
          <a:prstGeom prst="rect">
            <a:avLst/>
          </a:prstGeom>
        </p:spPr>
      </p:pic>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ACCB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616963FB-547E-5667-24B3-92F894162D45}"/>
              </a:ext>
            </a:extLst>
          </p:cNvPr>
          <p:cNvSpPr/>
          <p:nvPr userDrawn="1"/>
        </p:nvSpPr>
        <p:spPr>
          <a:xfrm>
            <a:off x="10146320" y="0"/>
            <a:ext cx="252046" cy="656492"/>
          </a:xfrm>
          <a:prstGeom prst="rect">
            <a:avLst/>
          </a:prstGeom>
          <a:solidFill>
            <a:srgbClr val="841910"/>
          </a:solidFill>
          <a:ln>
            <a:solidFill>
              <a:srgbClr val="8419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D839DA6E-34C0-C57A-CE75-B0AF3E0E58EE}"/>
              </a:ext>
            </a:extLst>
          </p:cNvPr>
          <p:cNvSpPr/>
          <p:nvPr userDrawn="1"/>
        </p:nvSpPr>
        <p:spPr>
          <a:xfrm>
            <a:off x="10017373" y="0"/>
            <a:ext cx="76203" cy="656492"/>
          </a:xfrm>
          <a:prstGeom prst="rect">
            <a:avLst/>
          </a:prstGeom>
          <a:solidFill>
            <a:srgbClr val="213163"/>
          </a:solidFill>
          <a:ln>
            <a:solidFill>
              <a:srgbClr val="21316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9" name="Group 28">
            <a:extLst>
              <a:ext uri="{FF2B5EF4-FFF2-40B4-BE49-F238E27FC236}">
                <a16:creationId xmlns:a16="http://schemas.microsoft.com/office/drawing/2014/main" id="{5C2D52CC-658B-257A-3CD2-8C2648661B86}"/>
              </a:ext>
            </a:extLst>
          </p:cNvPr>
          <p:cNvGrpSpPr/>
          <p:nvPr userDrawn="1"/>
        </p:nvGrpSpPr>
        <p:grpSpPr>
          <a:xfrm>
            <a:off x="1251611" y="6699504"/>
            <a:ext cx="380993" cy="158496"/>
            <a:chOff x="8868512" y="1301262"/>
            <a:chExt cx="380993" cy="656492"/>
          </a:xfrm>
        </p:grpSpPr>
        <p:sp>
          <p:nvSpPr>
            <p:cNvPr id="27" name="Rectangle 26">
              <a:extLst>
                <a:ext uri="{FF2B5EF4-FFF2-40B4-BE49-F238E27FC236}">
                  <a16:creationId xmlns:a16="http://schemas.microsoft.com/office/drawing/2014/main" id="{D6D89557-AFC8-50C6-235D-44F87890117E}"/>
                </a:ext>
              </a:extLst>
            </p:cNvPr>
            <p:cNvSpPr/>
            <p:nvPr userDrawn="1"/>
          </p:nvSpPr>
          <p:spPr>
            <a:xfrm>
              <a:off x="8997459" y="1301262"/>
              <a:ext cx="252046" cy="656492"/>
            </a:xfrm>
            <a:prstGeom prst="rect">
              <a:avLst/>
            </a:prstGeom>
            <a:solidFill>
              <a:srgbClr val="841910"/>
            </a:solidFill>
            <a:ln>
              <a:solidFill>
                <a:srgbClr val="8419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Rectangle 27">
              <a:extLst>
                <a:ext uri="{FF2B5EF4-FFF2-40B4-BE49-F238E27FC236}">
                  <a16:creationId xmlns:a16="http://schemas.microsoft.com/office/drawing/2014/main" id="{6BDAAA11-1FD3-C2BC-ABCE-4F0589F9118E}"/>
                </a:ext>
              </a:extLst>
            </p:cNvPr>
            <p:cNvSpPr/>
            <p:nvPr userDrawn="1"/>
          </p:nvSpPr>
          <p:spPr>
            <a:xfrm>
              <a:off x="8868512" y="1301262"/>
              <a:ext cx="76203" cy="656492"/>
            </a:xfrm>
            <a:prstGeom prst="rect">
              <a:avLst/>
            </a:prstGeom>
            <a:solidFill>
              <a:srgbClr val="213163"/>
            </a:solidFill>
            <a:ln>
              <a:solidFill>
                <a:srgbClr val="21316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 name="Freeform 2">
            <a:extLst>
              <a:ext uri="{FF2B5EF4-FFF2-40B4-BE49-F238E27FC236}">
                <a16:creationId xmlns:a16="http://schemas.microsoft.com/office/drawing/2014/main" id="{B8985A92-5B74-7983-45DA-B81B724DDA69}"/>
              </a:ext>
            </a:extLst>
          </p:cNvPr>
          <p:cNvSpPr/>
          <p:nvPr userDrawn="1"/>
        </p:nvSpPr>
        <p:spPr>
          <a:xfrm>
            <a:off x="0" y="656492"/>
            <a:ext cx="12192000" cy="60325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5">
              <a:alphaModFix amt="65000"/>
            </a:blip>
            <a:stretch>
              <a:fillRect t="-29847" b="-21877"/>
            </a:stretch>
          </a:blipFill>
        </p:spPr>
        <p:txBody>
          <a:bodyPr/>
          <a:lstStyle/>
          <a:p>
            <a:endParaRPr lang="en-US"/>
          </a:p>
        </p:txBody>
      </p:sp>
    </p:spTree>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52"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xml"/><Relationship Id="rId1" Type="http://schemas.openxmlformats.org/officeDocument/2006/relationships/tags" Target="../tags/tag3.xml"/><Relationship Id="rId5" Type="http://schemas.openxmlformats.org/officeDocument/2006/relationships/image" Target="../media/image2.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tags" Target="../tags/tag5.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6.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7.xml"/><Relationship Id="rId5" Type="http://schemas.openxmlformats.org/officeDocument/2006/relationships/image" Target="../media/image9.png"/><Relationship Id="rId4" Type="http://schemas.openxmlformats.org/officeDocument/2006/relationships/hyperlink" Target="https://youtu.be/81bO8qnkR9M" TargetMode="Externa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tags" Target="../tags/tag8.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tags" Target="../tags/tag9.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tags" Target="../tags/tag10.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tags" Target="../tags/tag11.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tags" Target="../tags/tag1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tags" Target="../tags/tag1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tags" Target="../tags/tag14.xml"/><Relationship Id="rId5" Type="http://schemas.openxmlformats.org/officeDocument/2006/relationships/image" Target="../media/image17.jpeg"/><Relationship Id="rId4" Type="http://schemas.openxmlformats.org/officeDocument/2006/relationships/hyperlink" Target="https://code.visualstudio.com/download" TargetMode="Externa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tags" Target="../tags/tag15.xml"/><Relationship Id="rId5" Type="http://schemas.openxmlformats.org/officeDocument/2006/relationships/image" Target="../media/image18.jpeg"/><Relationship Id="rId4" Type="http://schemas.openxmlformats.org/officeDocument/2006/relationships/hyperlink" Target="https://www.python.org/downloads/" TargetMode="Externa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tags" Target="../tags/tag16.xml"/><Relationship Id="rId4" Type="http://schemas.openxmlformats.org/officeDocument/2006/relationships/image" Target="../media/image18.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xml"/><Relationship Id="rId1" Type="http://schemas.openxmlformats.org/officeDocument/2006/relationships/tags" Target="../tags/tag17.xml"/><Relationship Id="rId5" Type="http://schemas.openxmlformats.org/officeDocument/2006/relationships/image" Target="../media/image19.png"/><Relationship Id="rId4" Type="http://schemas.openxmlformats.org/officeDocument/2006/relationships/hyperlink" Target="https://github.com/signup" TargetMode="Externa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tags" Target="../tags/tag18.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xml"/><Relationship Id="rId1" Type="http://schemas.openxmlformats.org/officeDocument/2006/relationships/tags" Target="../tags/tag19.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xml"/><Relationship Id="rId1" Type="http://schemas.openxmlformats.org/officeDocument/2006/relationships/tags" Target="../tags/tag20.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xml"/><Relationship Id="rId1" Type="http://schemas.openxmlformats.org/officeDocument/2006/relationships/tags" Target="../tags/tag21.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xml"/><Relationship Id="rId1" Type="http://schemas.openxmlformats.org/officeDocument/2006/relationships/tags" Target="../tags/tag22.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xml"/><Relationship Id="rId1" Type="http://schemas.openxmlformats.org/officeDocument/2006/relationships/tags" Target="../tags/tag23.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xml"/><Relationship Id="rId1" Type="http://schemas.openxmlformats.org/officeDocument/2006/relationships/tags" Target="../tags/tag24.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3.xml"/><Relationship Id="rId1" Type="http://schemas.openxmlformats.org/officeDocument/2006/relationships/tags" Target="../tags/tag25.xml"/><Relationship Id="rId4" Type="http://schemas.openxmlformats.org/officeDocument/2006/relationships/image" Target="../media/image25.svg"/></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3.xml"/><Relationship Id="rId1" Type="http://schemas.openxmlformats.org/officeDocument/2006/relationships/tags" Target="../tags/tag26.xml"/><Relationship Id="rId4" Type="http://schemas.openxmlformats.org/officeDocument/2006/relationships/image" Target="../media/image25.svg"/></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3.xml"/><Relationship Id="rId1" Type="http://schemas.openxmlformats.org/officeDocument/2006/relationships/tags" Target="../tags/tag27.xml"/><Relationship Id="rId4" Type="http://schemas.openxmlformats.org/officeDocument/2006/relationships/image" Target="../media/image25.svg"/></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3.xml"/><Relationship Id="rId1" Type="http://schemas.openxmlformats.org/officeDocument/2006/relationships/tags" Target="../tags/tag28.xml"/><Relationship Id="rId4" Type="http://schemas.openxmlformats.org/officeDocument/2006/relationships/image" Target="../media/image25.sv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3.xml"/><Relationship Id="rId1" Type="http://schemas.openxmlformats.org/officeDocument/2006/relationships/tags" Target="../tags/tag29.xml"/><Relationship Id="rId5" Type="http://schemas.openxmlformats.org/officeDocument/2006/relationships/image" Target="../media/image27.svg"/><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8" Type="http://schemas.openxmlformats.org/officeDocument/2006/relationships/hyperlink" Target="https://github.com/signup" TargetMode="External"/><Relationship Id="rId3" Type="http://schemas.openxmlformats.org/officeDocument/2006/relationships/hyperlink" Target="https://docs.github.com/en/copilot" TargetMode="External"/><Relationship Id="rId7" Type="http://schemas.openxmlformats.org/officeDocument/2006/relationships/hyperlink" Target="https://www.python.org/downloads/" TargetMode="External"/><Relationship Id="rId2" Type="http://schemas.openxmlformats.org/officeDocument/2006/relationships/slideLayout" Target="../slideLayouts/slideLayout3.xml"/><Relationship Id="rId1" Type="http://schemas.openxmlformats.org/officeDocument/2006/relationships/tags" Target="../tags/tag30.xml"/><Relationship Id="rId6" Type="http://schemas.openxmlformats.org/officeDocument/2006/relationships/hyperlink" Target="https://code.visualstudio.com/docs" TargetMode="External"/><Relationship Id="rId11" Type="http://schemas.openxmlformats.org/officeDocument/2006/relationships/hyperlink" Target="https://www.geeksforgeeks.org/git/github-copilot/" TargetMode="External"/><Relationship Id="rId5" Type="http://schemas.openxmlformats.org/officeDocument/2006/relationships/hyperlink" Target="https://code.visualstudio.com/download" TargetMode="External"/><Relationship Id="rId10" Type="http://schemas.openxmlformats.org/officeDocument/2006/relationships/hyperlink" Target="https://www.devscall.com/tutorials/learn-python-with-copilot/setup-your-ai-environment" TargetMode="External"/><Relationship Id="rId4" Type="http://schemas.openxmlformats.org/officeDocument/2006/relationships/hyperlink" Target="https://code.visualstudio.com/docs/copilot/getting-started" TargetMode="External"/><Relationship Id="rId9" Type="http://schemas.openxmlformats.org/officeDocument/2006/relationships/hyperlink" Target="https://techhub.saworks.io/github-copilot-tutorial/" TargetMode="Externa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0.jpeg"/></Relationships>
</file>

<file path=ppt/slides/_rels/slide3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0.jpeg"/></Relationships>
</file>

<file path=ppt/slides/_rels/slide3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0.jpeg"/></Relationships>
</file>

<file path=ppt/slides/_rels/slide3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0.jpeg"/></Relationships>
</file>

<file path=ppt/slides/_rels/slide3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0.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BE93BD-9C29-AD91-88D5-08DF18A0EEAF}"/>
              </a:ext>
            </a:extLst>
          </p:cNvPr>
          <p:cNvSpPr txBox="1"/>
          <p:nvPr/>
        </p:nvSpPr>
        <p:spPr>
          <a:xfrm>
            <a:off x="6996398" y="2983158"/>
            <a:ext cx="2202135" cy="477054"/>
          </a:xfrm>
          <a:prstGeom prst="rect">
            <a:avLst/>
          </a:prstGeom>
          <a:noFill/>
        </p:spPr>
        <p:txBody>
          <a:bodyPr wrap="square" lIns="91440" tIns="45720" rIns="91440" bIns="45720" rtlCol="0" anchor="t">
            <a:spAutoFit/>
          </a:bodyPr>
          <a:lstStyle/>
          <a:p>
            <a:pPr algn="ctr"/>
            <a:r>
              <a:rPr lang="en-US" sz="2500" b="1">
                <a:latin typeface="Arial"/>
                <a:cs typeface="Arial"/>
              </a:rPr>
              <a:t>Module No 6</a:t>
            </a:r>
          </a:p>
        </p:txBody>
      </p:sp>
      <p:sp>
        <p:nvSpPr>
          <p:cNvPr id="5" name="TextBox 4">
            <a:extLst>
              <a:ext uri="{FF2B5EF4-FFF2-40B4-BE49-F238E27FC236}">
                <a16:creationId xmlns:a16="http://schemas.microsoft.com/office/drawing/2014/main" id="{69AB0D4E-853E-6882-BB79-0AB135C573F7}"/>
              </a:ext>
            </a:extLst>
          </p:cNvPr>
          <p:cNvSpPr txBox="1"/>
          <p:nvPr/>
        </p:nvSpPr>
        <p:spPr>
          <a:xfrm>
            <a:off x="4174203" y="4088058"/>
            <a:ext cx="7343895" cy="707886"/>
          </a:xfrm>
          <a:prstGeom prst="rect">
            <a:avLst/>
          </a:prstGeom>
          <a:noFill/>
        </p:spPr>
        <p:txBody>
          <a:bodyPr wrap="square" lIns="91440" tIns="45720" rIns="91440" bIns="45720" rtlCol="0" anchor="t">
            <a:spAutoFit/>
          </a:bodyPr>
          <a:lstStyle/>
          <a:p>
            <a:pPr algn="ctr"/>
            <a:r>
              <a:rPr lang="en-IN" sz="4000" b="1">
                <a:latin typeface="Arial"/>
                <a:cs typeface="Arial"/>
              </a:rPr>
              <a:t>Programming with Copilot</a:t>
            </a:r>
            <a:endParaRPr lang="en-US" sz="400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63141075-E958-A7E3-71D9-421A839DF018}"/>
              </a:ext>
            </a:extLst>
          </p:cNvPr>
          <p:cNvSpPr/>
          <p:nvPr/>
        </p:nvSpPr>
        <p:spPr>
          <a:xfrm>
            <a:off x="4664800" y="3736035"/>
            <a:ext cx="6362700" cy="76200"/>
          </a:xfrm>
          <a:prstGeom prst="rect">
            <a:avLst/>
          </a:prstGeom>
          <a:solidFill>
            <a:srgbClr val="223266"/>
          </a:solidFill>
          <a:ln>
            <a:solidFill>
              <a:srgbClr val="2232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1">
            <a:extLst>
              <a:ext uri="{FF2B5EF4-FFF2-40B4-BE49-F238E27FC236}">
                <a16:creationId xmlns:a16="http://schemas.microsoft.com/office/drawing/2014/main" id="{D8816122-40F4-6F27-976B-023F5399B456}"/>
              </a:ext>
            </a:extLst>
          </p:cNvPr>
          <p:cNvGrpSpPr/>
          <p:nvPr/>
        </p:nvGrpSpPr>
        <p:grpSpPr>
          <a:xfrm>
            <a:off x="4791800" y="697089"/>
            <a:ext cx="6108700" cy="1194762"/>
            <a:chOff x="3746500" y="368300"/>
            <a:chExt cx="8051800" cy="1574800"/>
          </a:xfrm>
        </p:grpSpPr>
        <p:sp>
          <p:nvSpPr>
            <p:cNvPr id="3" name="Rectangle: Rounded Corners 2">
              <a:extLst>
                <a:ext uri="{FF2B5EF4-FFF2-40B4-BE49-F238E27FC236}">
                  <a16:creationId xmlns:a16="http://schemas.microsoft.com/office/drawing/2014/main" id="{67148D41-4474-2980-A2E9-A3EB362B7B0B}"/>
                </a:ext>
              </a:extLst>
            </p:cNvPr>
            <p:cNvSpPr/>
            <p:nvPr/>
          </p:nvSpPr>
          <p:spPr>
            <a:xfrm>
              <a:off x="3746500" y="368300"/>
              <a:ext cx="8051800" cy="1574800"/>
            </a:xfrm>
            <a:prstGeom prst="roundRect">
              <a:avLst/>
            </a:prstGeom>
            <a:solidFill>
              <a:srgbClr val="CDE0FF">
                <a:alpha val="51000"/>
              </a:srgbClr>
            </a:solidFill>
            <a:ln>
              <a:noFill/>
            </a:ln>
            <a:scene3d>
              <a:camera prst="orthographicFront"/>
              <a:lightRig rig="threePt" dir="t"/>
            </a:scene3d>
            <a:sp3d>
              <a:bevelT w="139700" prst="cross"/>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7" name="Group 6">
              <a:extLst>
                <a:ext uri="{FF2B5EF4-FFF2-40B4-BE49-F238E27FC236}">
                  <a16:creationId xmlns:a16="http://schemas.microsoft.com/office/drawing/2014/main" id="{DA5641ED-F16D-B18E-9F15-08352E828167}"/>
                </a:ext>
              </a:extLst>
            </p:cNvPr>
            <p:cNvGrpSpPr/>
            <p:nvPr/>
          </p:nvGrpSpPr>
          <p:grpSpPr>
            <a:xfrm>
              <a:off x="4190381" y="565076"/>
              <a:ext cx="7164038" cy="1181249"/>
              <a:chOff x="4275137" y="469899"/>
              <a:chExt cx="7164038" cy="1181249"/>
            </a:xfrm>
          </p:grpSpPr>
          <p:pic>
            <p:nvPicPr>
              <p:cNvPr id="8" name="Picture 7" descr="A logo with tools in the middle of a gear&#10;&#10;Description automatically generated">
                <a:extLst>
                  <a:ext uri="{FF2B5EF4-FFF2-40B4-BE49-F238E27FC236}">
                    <a16:creationId xmlns:a16="http://schemas.microsoft.com/office/drawing/2014/main" id="{D89AA077-B0C5-F856-E573-8C5C63EBA58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75137" y="469899"/>
                <a:ext cx="1185863" cy="1181249"/>
              </a:xfrm>
              <a:prstGeom prst="rect">
                <a:avLst/>
              </a:prstGeom>
            </p:spPr>
          </p:pic>
          <p:pic>
            <p:nvPicPr>
              <p:cNvPr id="10" name="Picture 9" descr="A black and grey logo&#10;&#10;Description automatically generated">
                <a:extLst>
                  <a:ext uri="{FF2B5EF4-FFF2-40B4-BE49-F238E27FC236}">
                    <a16:creationId xmlns:a16="http://schemas.microsoft.com/office/drawing/2014/main" id="{5300EA36-98F9-5D85-38F5-5C84998C0D6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63669" y="811241"/>
                <a:ext cx="2337593" cy="498565"/>
              </a:xfrm>
              <a:prstGeom prst="rect">
                <a:avLst/>
              </a:prstGeom>
            </p:spPr>
          </p:pic>
          <p:pic>
            <p:nvPicPr>
              <p:cNvPr id="15" name="Picture 14" descr="A close up of a logo&#10;&#10;Description automatically generated">
                <a:extLst>
                  <a:ext uri="{FF2B5EF4-FFF2-40B4-BE49-F238E27FC236}">
                    <a16:creationId xmlns:a16="http://schemas.microsoft.com/office/drawing/2014/main" id="{269A14BB-A222-1AD7-25A2-28A54781CC2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603931" y="762073"/>
                <a:ext cx="1835244" cy="596900"/>
              </a:xfrm>
              <a:prstGeom prst="rect">
                <a:avLst/>
              </a:prstGeom>
            </p:spPr>
          </p:pic>
        </p:grpSp>
      </p:grpSp>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6091F01-9AB2-CB60-2D6E-0ACFA0B53431}"/>
              </a:ext>
            </a:extLst>
          </p:cNvPr>
          <p:cNvGrpSpPr/>
          <p:nvPr/>
        </p:nvGrpSpPr>
        <p:grpSpPr>
          <a:xfrm>
            <a:off x="1525639" y="1675444"/>
            <a:ext cx="9140724" cy="4109012"/>
            <a:chOff x="1166951" y="1076446"/>
            <a:chExt cx="6900603" cy="3102015"/>
          </a:xfrm>
        </p:grpSpPr>
        <p:sp>
          <p:nvSpPr>
            <p:cNvPr id="3" name="Rectangle: Rounded Corners 2">
              <a:extLst>
                <a:ext uri="{FF2B5EF4-FFF2-40B4-BE49-F238E27FC236}">
                  <a16:creationId xmlns:a16="http://schemas.microsoft.com/office/drawing/2014/main" id="{DF75BA0B-8BB5-2F47-0CD6-494573F16F15}"/>
                </a:ext>
              </a:extLst>
            </p:cNvPr>
            <p:cNvSpPr/>
            <p:nvPr/>
          </p:nvSpPr>
          <p:spPr>
            <a:xfrm>
              <a:off x="1169043" y="1076446"/>
              <a:ext cx="6898511" cy="3102015"/>
            </a:xfrm>
            <a:prstGeom prst="roundRect">
              <a:avLst>
                <a:gd name="adj" fmla="val 8142"/>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399A009-8F51-58EF-B075-EDDC8BEA4B1E}"/>
                </a:ext>
              </a:extLst>
            </p:cNvPr>
            <p:cNvSpPr txBox="1"/>
            <p:nvPr/>
          </p:nvSpPr>
          <p:spPr>
            <a:xfrm>
              <a:off x="1166951" y="2118896"/>
              <a:ext cx="3450302" cy="1045574"/>
            </a:xfrm>
            <a:prstGeom prst="rect">
              <a:avLst/>
            </a:prstGeom>
            <a:noFill/>
          </p:spPr>
          <p:txBody>
            <a:bodyPr wrap="square" rtlCol="0">
              <a:spAutoFit/>
            </a:bodyPr>
            <a:lstStyle/>
            <a:p>
              <a:pPr algn="ctr"/>
              <a:r>
                <a:rPr lang="en-US" sz="2400" b="1">
                  <a:solidFill>
                    <a:srgbClr val="C00000"/>
                  </a:solidFill>
                  <a:latin typeface="Arial" panose="020B0604020202020204" pitchFamily="34" charset="0"/>
                  <a:cs typeface="Arial" panose="020B0604020202020204" pitchFamily="34" charset="0"/>
                </a:rPr>
                <a:t>Disclaimer</a:t>
              </a:r>
            </a:p>
            <a:p>
              <a:pPr algn="ctr"/>
              <a:r>
                <a:rPr lang="en-US" sz="2000">
                  <a:latin typeface="Arial" panose="020B0604020202020204" pitchFamily="34" charset="0"/>
                  <a:cs typeface="Arial" panose="020B0604020202020204" pitchFamily="34" charset="0"/>
                </a:rPr>
                <a:t>The content is curated from online/offline resources and used for educational purpose only</a:t>
              </a:r>
            </a:p>
          </p:txBody>
        </p:sp>
        <p:pic>
          <p:nvPicPr>
            <p:cNvPr id="5" name="Picture 4" descr="A red triangle with a exclamation mark&#10;&#10;Description automatically generated">
              <a:extLst>
                <a:ext uri="{FF2B5EF4-FFF2-40B4-BE49-F238E27FC236}">
                  <a16:creationId xmlns:a16="http://schemas.microsoft.com/office/drawing/2014/main" id="{9A8A9A5E-1340-85F1-6472-2D822A25190A}"/>
                </a:ext>
              </a:extLst>
            </p:cNvPr>
            <p:cNvPicPr>
              <a:picLocks noChangeAspect="1"/>
            </p:cNvPicPr>
            <p:nvPr/>
          </p:nvPicPr>
          <p:blipFill>
            <a:blip r:embed="rId3">
              <a:alphaModFix amt="24000"/>
            </a:blip>
            <a:stretch>
              <a:fillRect/>
            </a:stretch>
          </p:blipFill>
          <p:spPr>
            <a:xfrm>
              <a:off x="5259980" y="1277681"/>
              <a:ext cx="2700479" cy="2700479"/>
            </a:xfrm>
            <a:prstGeom prst="rect">
              <a:avLst/>
            </a:prstGeom>
          </p:spPr>
        </p:pic>
      </p:grpSp>
    </p:spTree>
    <p:custDataLst>
      <p:tags r:id="rId1"/>
    </p:custDataLst>
    <p:extLst>
      <p:ext uri="{BB962C8B-B14F-4D97-AF65-F5344CB8AC3E}">
        <p14:creationId xmlns:p14="http://schemas.microsoft.com/office/powerpoint/2010/main" val="23882532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381000" y="759787"/>
            <a:ext cx="5715000"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a:solidFill>
                  <a:srgbClr val="002060"/>
                </a:solidFill>
                <a:latin typeface="Arial" panose="020B0604020202020204" pitchFamily="34" charset="0"/>
                <a:cs typeface="Arial" panose="020B0604020202020204" pitchFamily="34" charset="0"/>
              </a:rPr>
              <a:t>Learning Objective</a:t>
            </a:r>
          </a:p>
        </p:txBody>
      </p:sp>
      <p:sp>
        <p:nvSpPr>
          <p:cNvPr id="2" name="Text Placeholder 4">
            <a:extLst>
              <a:ext uri="{FF2B5EF4-FFF2-40B4-BE49-F238E27FC236}">
                <a16:creationId xmlns:a16="http://schemas.microsoft.com/office/drawing/2014/main" id="{9835D79F-345C-6435-F4A9-FE2A9E806174}"/>
              </a:ext>
            </a:extLst>
          </p:cNvPr>
          <p:cNvSpPr txBox="1">
            <a:spLocks/>
          </p:cNvSpPr>
          <p:nvPr/>
        </p:nvSpPr>
        <p:spPr>
          <a:xfrm>
            <a:off x="361142" y="1182997"/>
            <a:ext cx="5811058" cy="4836803"/>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0" indent="0">
              <a:lnSpc>
                <a:spcPct val="150000"/>
              </a:lnSpc>
              <a:spcBef>
                <a:spcPts val="0"/>
              </a:spcBef>
              <a:spcAft>
                <a:spcPts val="800"/>
              </a:spcAft>
              <a:buNone/>
            </a:pPr>
            <a:r>
              <a:rPr lang="en-US" sz="1800" b="1">
                <a:latin typeface="Arial" panose="020B0604020202020204" pitchFamily="34" charset="0"/>
                <a:cs typeface="Arial" panose="020B0604020202020204" pitchFamily="34" charset="0"/>
              </a:rPr>
              <a:t>You will learn in this Chapter:</a:t>
            </a:r>
          </a:p>
          <a:p>
            <a:pPr defTabSz="914400" eaLnBrk="0" fontAlgn="base" hangingPunct="0">
              <a:lnSpc>
                <a:spcPct val="150000"/>
              </a:lnSpc>
              <a:spcBef>
                <a:spcPct val="0"/>
              </a:spcBef>
              <a:spcAft>
                <a:spcPct val="0"/>
              </a:spcAft>
            </a:pPr>
            <a:r>
              <a:rPr lang="en-US" altLang="en-US" sz="1800">
                <a:latin typeface="Arial" panose="020B0604020202020204" pitchFamily="34" charset="0"/>
              </a:rPr>
              <a:t>Understand what GitHub Copilot is</a:t>
            </a:r>
          </a:p>
          <a:p>
            <a:pPr defTabSz="914400" eaLnBrk="0" fontAlgn="base" hangingPunct="0">
              <a:lnSpc>
                <a:spcPct val="150000"/>
              </a:lnSpc>
              <a:spcBef>
                <a:spcPct val="0"/>
              </a:spcBef>
              <a:spcAft>
                <a:spcPct val="0"/>
              </a:spcAft>
            </a:pPr>
            <a:r>
              <a:rPr lang="en-US" altLang="en-US" sz="1800">
                <a:latin typeface="Arial" panose="020B0604020202020204" pitchFamily="34" charset="0"/>
              </a:rPr>
              <a:t>Set up Python + VS Code environment</a:t>
            </a:r>
          </a:p>
          <a:p>
            <a:pPr defTabSz="914400" eaLnBrk="0" fontAlgn="base" hangingPunct="0">
              <a:lnSpc>
                <a:spcPct val="150000"/>
              </a:lnSpc>
              <a:spcBef>
                <a:spcPct val="0"/>
              </a:spcBef>
              <a:spcAft>
                <a:spcPct val="0"/>
              </a:spcAft>
            </a:pPr>
            <a:r>
              <a:rPr lang="en-US" altLang="en-US" sz="1800">
                <a:latin typeface="Arial" panose="020B0604020202020204" pitchFamily="34" charset="0"/>
              </a:rPr>
              <a:t>Install and activate Copilot</a:t>
            </a:r>
          </a:p>
          <a:p>
            <a:pPr defTabSz="914400" eaLnBrk="0" fontAlgn="base" hangingPunct="0">
              <a:lnSpc>
                <a:spcPct val="150000"/>
              </a:lnSpc>
              <a:spcBef>
                <a:spcPct val="0"/>
              </a:spcBef>
              <a:spcAft>
                <a:spcPct val="0"/>
              </a:spcAft>
            </a:pPr>
            <a:r>
              <a:rPr lang="en-US" altLang="en-US" sz="1800">
                <a:latin typeface="Arial" panose="020B0604020202020204" pitchFamily="34" charset="0"/>
              </a:rPr>
              <a:t>Write Python programs using AI assistance</a:t>
            </a:r>
          </a:p>
          <a:p>
            <a:pPr defTabSz="914400" eaLnBrk="0" fontAlgn="base" hangingPunct="0">
              <a:lnSpc>
                <a:spcPct val="150000"/>
              </a:lnSpc>
              <a:spcBef>
                <a:spcPct val="0"/>
              </a:spcBef>
              <a:spcAft>
                <a:spcPct val="0"/>
              </a:spcAft>
            </a:pPr>
            <a:r>
              <a:rPr lang="en-US" altLang="en-US" sz="1800">
                <a:latin typeface="Arial" panose="020B0604020202020204" pitchFamily="34" charset="0"/>
              </a:rPr>
              <a:t>Follow a beginner-friendly Copilot workflow</a:t>
            </a:r>
          </a:p>
          <a:p>
            <a:pPr fontAlgn="base">
              <a:lnSpc>
                <a:spcPct val="150000"/>
              </a:lnSpc>
            </a:pPr>
            <a:endParaRPr lang="en-US" sz="1800">
              <a:latin typeface="Arial" panose="020B0604020202020204" pitchFamily="34" charset="0"/>
              <a:cs typeface="Arial" panose="020B0604020202020204" pitchFamily="34" charset="0"/>
            </a:endParaRPr>
          </a:p>
        </p:txBody>
      </p:sp>
      <p:sp>
        <p:nvSpPr>
          <p:cNvPr id="10" name="Rectangle 1">
            <a:extLst>
              <a:ext uri="{FF2B5EF4-FFF2-40B4-BE49-F238E27FC236}">
                <a16:creationId xmlns:a16="http://schemas.microsoft.com/office/drawing/2014/main" id="{8222A006-8F04-CCEF-0DC5-52D42FF3962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cxnSp>
        <p:nvCxnSpPr>
          <p:cNvPr id="13" name="Straight Connector 12">
            <a:extLst>
              <a:ext uri="{FF2B5EF4-FFF2-40B4-BE49-F238E27FC236}">
                <a16:creationId xmlns:a16="http://schemas.microsoft.com/office/drawing/2014/main" id="{D3134617-B5D2-153A-A1C4-2E44FD5B355F}"/>
              </a:ext>
            </a:extLst>
          </p:cNvPr>
          <p:cNvCxnSpPr/>
          <p:nvPr/>
        </p:nvCxnSpPr>
        <p:spPr>
          <a:xfrm>
            <a:off x="0" y="6248400"/>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9" name="Freeform 2">
            <a:extLst>
              <a:ext uri="{FF2B5EF4-FFF2-40B4-BE49-F238E27FC236}">
                <a16:creationId xmlns:a16="http://schemas.microsoft.com/office/drawing/2014/main" id="{84AE9ED2-8E38-40AE-711E-C7DD6D14F2DA}"/>
              </a:ext>
            </a:extLst>
          </p:cNvPr>
          <p:cNvSpPr/>
          <p:nvPr/>
        </p:nvSpPr>
        <p:spPr>
          <a:xfrm>
            <a:off x="6858000" y="1447800"/>
            <a:ext cx="4804342" cy="4648200"/>
          </a:xfrm>
          <a:custGeom>
            <a:avLst/>
            <a:gdLst/>
            <a:ahLst/>
            <a:cxnLst/>
            <a:rect l="l" t="t" r="r" b="b"/>
            <a:pathLst>
              <a:path w="6542180" h="6329559">
                <a:moveTo>
                  <a:pt x="0" y="0"/>
                </a:moveTo>
                <a:lnTo>
                  <a:pt x="6542180" y="0"/>
                </a:lnTo>
                <a:lnTo>
                  <a:pt x="6542180" y="6329559"/>
                </a:lnTo>
                <a:lnTo>
                  <a:pt x="0" y="6329559"/>
                </a:lnTo>
                <a:lnTo>
                  <a:pt x="0" y="0"/>
                </a:lnTo>
                <a:close/>
              </a:path>
            </a:pathLst>
          </a:custGeom>
          <a:blipFill>
            <a:blip r:embed="rId4"/>
            <a:stretch>
              <a:fillRect/>
            </a:stretch>
          </a:blipFill>
        </p:spPr>
        <p:txBody>
          <a:bodyPr/>
          <a:lstStyle/>
          <a:p>
            <a:endParaRPr lang="en-US"/>
          </a:p>
        </p:txBody>
      </p:sp>
    </p:spTree>
    <p:custDataLst>
      <p:tags r:id="rId1"/>
    </p:custDataLst>
    <p:extLst>
      <p:ext uri="{BB962C8B-B14F-4D97-AF65-F5344CB8AC3E}">
        <p14:creationId xmlns:p14="http://schemas.microsoft.com/office/powerpoint/2010/main" val="29184285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4D4B0-41C7-DDA4-FBE4-DAD880E2782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D0722E1-DD56-D75A-819D-997F3AC8A24A}"/>
              </a:ext>
            </a:extLst>
          </p:cNvPr>
          <p:cNvSpPr txBox="1">
            <a:spLocks/>
          </p:cNvSpPr>
          <p:nvPr/>
        </p:nvSpPr>
        <p:spPr>
          <a:xfrm>
            <a:off x="416429" y="784909"/>
            <a:ext cx="117755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a:solidFill>
                  <a:schemeClr val="tx2"/>
                </a:solidFill>
                <a:latin typeface="Arial" panose="020B0604020202020204" pitchFamily="34" charset="0"/>
                <a:cs typeface="Arial" panose="020B0604020202020204" pitchFamily="34" charset="0"/>
              </a:rPr>
              <a:t>Who Should Take This Module?</a:t>
            </a:r>
          </a:p>
        </p:txBody>
      </p:sp>
      <p:sp>
        <p:nvSpPr>
          <p:cNvPr id="2" name="Text Placeholder 4">
            <a:extLst>
              <a:ext uri="{FF2B5EF4-FFF2-40B4-BE49-F238E27FC236}">
                <a16:creationId xmlns:a16="http://schemas.microsoft.com/office/drawing/2014/main" id="{3EC1CF50-C44B-4663-169F-B206995360F1}"/>
              </a:ext>
            </a:extLst>
          </p:cNvPr>
          <p:cNvSpPr txBox="1">
            <a:spLocks/>
          </p:cNvSpPr>
          <p:nvPr/>
        </p:nvSpPr>
        <p:spPr>
          <a:xfrm>
            <a:off x="340228" y="1182997"/>
            <a:ext cx="5811058" cy="5003756"/>
          </a:xfrm>
          <a:prstGeom prst="rect">
            <a:avLst/>
          </a:prstGeom>
        </p:spPr>
        <p:txBody>
          <a:bodyPr lIns="91440" tIns="45720" rIns="91440" bIns="45720" anchor="t"/>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228600" lvl="0" indent="-228600" fontAlgn="base">
              <a:lnSpc>
                <a:spcPct val="150000"/>
              </a:lnSpc>
            </a:pPr>
            <a:endParaRPr lang="en-US" sz="1800">
              <a:latin typeface="Arial"/>
              <a:cs typeface="Arial"/>
            </a:endParaRPr>
          </a:p>
          <a:p>
            <a:pPr marL="228600" lvl="0" indent="-228600" fontAlgn="base">
              <a:lnSpc>
                <a:spcPct val="150000"/>
              </a:lnSpc>
            </a:pPr>
            <a:r>
              <a:rPr lang="en-US" sz="1800">
                <a:latin typeface="Arial"/>
                <a:cs typeface="Arial"/>
              </a:rPr>
              <a:t>ITI / Polytechnic / Beginner students</a:t>
            </a:r>
          </a:p>
          <a:p>
            <a:pPr marL="228600" lvl="0" indent="-228600" fontAlgn="base">
              <a:lnSpc>
                <a:spcPct val="150000"/>
              </a:lnSpc>
            </a:pPr>
            <a:r>
              <a:rPr lang="en-US" sz="1800">
                <a:latin typeface="Arial"/>
                <a:cs typeface="Arial"/>
              </a:rPr>
              <a:t>No prior coding experience required</a:t>
            </a:r>
          </a:p>
          <a:p>
            <a:pPr marL="228600" lvl="0" indent="-228600" fontAlgn="base">
              <a:lnSpc>
                <a:spcPct val="150000"/>
              </a:lnSpc>
            </a:pPr>
            <a:r>
              <a:rPr lang="en-US" sz="1800">
                <a:latin typeface="Arial"/>
                <a:cs typeface="Arial"/>
              </a:rPr>
              <a:t>Only curiosity &amp; willingness to explore</a:t>
            </a:r>
          </a:p>
          <a:p>
            <a:pPr marL="228600" lvl="0" indent="-228600" fontAlgn="base">
              <a:lnSpc>
                <a:spcPct val="150000"/>
              </a:lnSpc>
            </a:pPr>
            <a:r>
              <a:rPr lang="en-US" sz="1800">
                <a:latin typeface="Arial"/>
                <a:cs typeface="Arial"/>
              </a:rPr>
              <a:t>Anyone interested in AI-powered programming</a:t>
            </a:r>
          </a:p>
        </p:txBody>
      </p:sp>
      <p:sp>
        <p:nvSpPr>
          <p:cNvPr id="10" name="Rectangle 1">
            <a:extLst>
              <a:ext uri="{FF2B5EF4-FFF2-40B4-BE49-F238E27FC236}">
                <a16:creationId xmlns:a16="http://schemas.microsoft.com/office/drawing/2014/main" id="{92CDC6E4-C34E-58DE-F34F-00E90BED1A8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cxnSp>
        <p:nvCxnSpPr>
          <p:cNvPr id="13" name="Straight Connector 12">
            <a:extLst>
              <a:ext uri="{FF2B5EF4-FFF2-40B4-BE49-F238E27FC236}">
                <a16:creationId xmlns:a16="http://schemas.microsoft.com/office/drawing/2014/main" id="{4646F5BB-3975-D698-5AFC-DB5C307ED316}"/>
              </a:ext>
            </a:extLst>
          </p:cNvPr>
          <p:cNvCxnSpPr/>
          <p:nvPr/>
        </p:nvCxnSpPr>
        <p:spPr>
          <a:xfrm>
            <a:off x="0" y="6248400"/>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796641BB-AC05-39CC-44E6-F9F9BB9FF978}"/>
              </a:ext>
            </a:extLst>
          </p:cNvPr>
          <p:cNvPicPr>
            <a:picLocks noChangeAspect="1"/>
          </p:cNvPicPr>
          <p:nvPr/>
        </p:nvPicPr>
        <p:blipFill>
          <a:blip r:embed="rId4"/>
          <a:stretch>
            <a:fillRect/>
          </a:stretch>
        </p:blipFill>
        <p:spPr>
          <a:xfrm>
            <a:off x="6824605" y="1853989"/>
            <a:ext cx="4730343" cy="3153562"/>
          </a:xfrm>
          <a:prstGeom prst="rect">
            <a:avLst/>
          </a:prstGeom>
          <a:ln>
            <a:solidFill>
              <a:srgbClr val="4472C4"/>
            </a:solidFill>
          </a:ln>
        </p:spPr>
      </p:pic>
    </p:spTree>
    <p:custDataLst>
      <p:tags r:id="rId1"/>
    </p:custDataLst>
    <p:extLst>
      <p:ext uri="{BB962C8B-B14F-4D97-AF65-F5344CB8AC3E}">
        <p14:creationId xmlns:p14="http://schemas.microsoft.com/office/powerpoint/2010/main" val="895194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381000" y="759787"/>
            <a:ext cx="6705600"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IN" sz="2000" b="1">
                <a:solidFill>
                  <a:schemeClr val="tx2"/>
                </a:solidFill>
                <a:latin typeface="Arial" panose="020B0604020202020204" pitchFamily="34" charset="0"/>
                <a:cs typeface="Arial" panose="020B0604020202020204" pitchFamily="34" charset="0"/>
              </a:rPr>
              <a:t>What is GitHub Copilot?</a:t>
            </a:r>
            <a:endParaRPr lang="en-US" sz="2000" b="1">
              <a:solidFill>
                <a:schemeClr val="tx2"/>
              </a:solidFill>
              <a:latin typeface="Arial" panose="020B0604020202020204" pitchFamily="34" charset="0"/>
              <a:cs typeface="Arial" panose="020B0604020202020204" pitchFamily="34" charset="0"/>
            </a:endParaRPr>
          </a:p>
        </p:txBody>
      </p:sp>
      <p:sp>
        <p:nvSpPr>
          <p:cNvPr id="2" name="Text Placeholder 4">
            <a:extLst>
              <a:ext uri="{FF2B5EF4-FFF2-40B4-BE49-F238E27FC236}">
                <a16:creationId xmlns:a16="http://schemas.microsoft.com/office/drawing/2014/main" id="{9835D79F-345C-6435-F4A9-FE2A9E806174}"/>
              </a:ext>
            </a:extLst>
          </p:cNvPr>
          <p:cNvSpPr txBox="1">
            <a:spLocks/>
          </p:cNvSpPr>
          <p:nvPr/>
        </p:nvSpPr>
        <p:spPr>
          <a:xfrm>
            <a:off x="419655" y="1371600"/>
            <a:ext cx="5849713" cy="4114800"/>
          </a:xfrm>
          <a:prstGeom prst="rect">
            <a:avLst/>
          </a:prstGeom>
        </p:spPr>
        <p:txBody>
          <a:bodyPr lIns="91440" tIns="45720" rIns="91440" bIns="45720" anchor="t"/>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0" indent="0" algn="just">
              <a:buNone/>
            </a:pPr>
            <a:r>
              <a:rPr lang="en-IN" sz="1800" b="1">
                <a:solidFill>
                  <a:schemeClr val="tx2"/>
                </a:solidFill>
                <a:latin typeface="Arial"/>
                <a:cs typeface="Arial"/>
              </a:rPr>
              <a:t>GitHub Copilot is AI Coding Friend</a:t>
            </a:r>
            <a:endParaRPr lang="en-US"/>
          </a:p>
          <a:p>
            <a:pPr marL="0" indent="0" algn="just">
              <a:buNone/>
            </a:pPr>
            <a:r>
              <a:rPr lang="en-IN" sz="1800" b="1">
                <a:solidFill>
                  <a:schemeClr val="tx2"/>
                </a:solidFill>
                <a:latin typeface="Arial"/>
                <a:cs typeface="Arial"/>
                <a:hlinkClick r:id="rId4">
                  <a:extLst>
                    <a:ext uri="{A12FA001-AC4F-418D-AE19-62706E023703}">
                      <ahyp:hlinkClr xmlns:ahyp="http://schemas.microsoft.com/office/drawing/2018/hyperlinkcolor" val="tx"/>
                    </a:ext>
                  </a:extLst>
                </a:hlinkClick>
              </a:rPr>
              <a:t>https://youtu.be/81bO8qnkR9M</a:t>
            </a:r>
            <a:endParaRPr lang="en-IN" sz="1800" b="1">
              <a:solidFill>
                <a:schemeClr val="tx2"/>
              </a:solidFill>
              <a:latin typeface="Arial"/>
              <a:cs typeface="Arial"/>
            </a:endParaRPr>
          </a:p>
          <a:p>
            <a:pPr marL="0" indent="0" algn="just">
              <a:buNone/>
            </a:pPr>
            <a:endParaRPr lang="en-IN" sz="1800" b="1">
              <a:solidFill>
                <a:schemeClr val="tx2"/>
              </a:solidFill>
            </a:endParaRPr>
          </a:p>
          <a:p>
            <a:pPr marL="228600" indent="-228600" algn="just"/>
            <a:endParaRPr lang="en-US" sz="1800" b="1">
              <a:solidFill>
                <a:schemeClr val="tx2"/>
              </a:solidFill>
            </a:endParaRPr>
          </a:p>
          <a:p>
            <a:pPr marL="228600" indent="-228600" algn="just"/>
            <a:r>
              <a:rPr lang="en-US" sz="1800" b="1">
                <a:latin typeface="Arial"/>
                <a:cs typeface="Arial"/>
              </a:rPr>
              <a:t>GitHub Copilot</a:t>
            </a:r>
            <a:r>
              <a:rPr lang="en-US" sz="1800">
                <a:latin typeface="Arial"/>
                <a:cs typeface="Arial"/>
              </a:rPr>
              <a:t> is an </a:t>
            </a:r>
            <a:r>
              <a:rPr lang="en-US" sz="1800" b="1">
                <a:latin typeface="Arial"/>
                <a:cs typeface="Arial"/>
              </a:rPr>
              <a:t>AI-powered coding assistant</a:t>
            </a:r>
            <a:r>
              <a:rPr lang="en-US" sz="1800">
                <a:latin typeface="Arial"/>
                <a:cs typeface="Arial"/>
              </a:rPr>
              <a:t> that helps programmers write code faster by suggesting code snippets, functions, and entire programs while you type.</a:t>
            </a:r>
          </a:p>
          <a:p>
            <a:pPr marL="228600" indent="-228600" algn="just"/>
            <a:r>
              <a:rPr lang="en-US" sz="1800">
                <a:latin typeface="Arial"/>
                <a:cs typeface="Arial"/>
              </a:rPr>
              <a:t>It works inside code editors like </a:t>
            </a:r>
            <a:r>
              <a:rPr lang="en-US" sz="1800" b="1">
                <a:latin typeface="Arial"/>
                <a:cs typeface="Arial"/>
              </a:rPr>
              <a:t>Visual Studio Code</a:t>
            </a:r>
            <a:r>
              <a:rPr lang="en-US" sz="1800">
                <a:latin typeface="Arial"/>
                <a:cs typeface="Arial"/>
              </a:rPr>
              <a:t> and supports multiple programming languages, like </a:t>
            </a:r>
            <a:r>
              <a:rPr lang="en-US" sz="1800" b="1">
                <a:latin typeface="Arial"/>
                <a:cs typeface="Arial"/>
              </a:rPr>
              <a:t>Python</a:t>
            </a:r>
            <a:r>
              <a:rPr lang="en-US" sz="1800">
                <a:latin typeface="Arial"/>
                <a:cs typeface="Arial"/>
              </a:rPr>
              <a:t>.</a:t>
            </a:r>
          </a:p>
          <a:p>
            <a:pPr marL="228600" indent="-228600" algn="just"/>
            <a:r>
              <a:rPr lang="en-US" sz="1800">
                <a:latin typeface="Arial"/>
                <a:cs typeface="Arial"/>
              </a:rPr>
              <a:t>When a comment or a line of code is typed, Copilot </a:t>
            </a:r>
            <a:r>
              <a:rPr lang="en-US" sz="1800" b="1">
                <a:latin typeface="Arial"/>
                <a:cs typeface="Arial"/>
              </a:rPr>
              <a:t>predicts what the user want to write next</a:t>
            </a:r>
            <a:r>
              <a:rPr lang="en-US" sz="1800">
                <a:latin typeface="Arial"/>
                <a:cs typeface="Arial"/>
              </a:rPr>
              <a:t> and shows a suggestion.</a:t>
            </a:r>
          </a:p>
          <a:p>
            <a:pPr marL="228600" indent="-228600" algn="just">
              <a:spcBef>
                <a:spcPts val="0"/>
              </a:spcBef>
              <a:spcAft>
                <a:spcPts val="800"/>
              </a:spcAft>
            </a:pPr>
            <a:endParaRPr lang="en-US" sz="1800">
              <a:latin typeface="Arial" panose="020B0604020202020204" pitchFamily="34" charset="0"/>
              <a:cs typeface="Arial" panose="020B0604020202020204" pitchFamily="34" charset="0"/>
            </a:endParaRPr>
          </a:p>
        </p:txBody>
      </p:sp>
      <p:sp>
        <p:nvSpPr>
          <p:cNvPr id="10" name="Rectangle 1">
            <a:extLst>
              <a:ext uri="{FF2B5EF4-FFF2-40B4-BE49-F238E27FC236}">
                <a16:creationId xmlns:a16="http://schemas.microsoft.com/office/drawing/2014/main" id="{8222A006-8F04-CCEF-0DC5-52D42FF3962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cxnSp>
        <p:nvCxnSpPr>
          <p:cNvPr id="9" name="Straight Connector 8">
            <a:extLst>
              <a:ext uri="{FF2B5EF4-FFF2-40B4-BE49-F238E27FC236}">
                <a16:creationId xmlns:a16="http://schemas.microsoft.com/office/drawing/2014/main" id="{06D50C82-FFA3-3BA2-C15A-244CAB209789}"/>
              </a:ext>
            </a:extLst>
          </p:cNvPr>
          <p:cNvCxnSpPr/>
          <p:nvPr/>
        </p:nvCxnSpPr>
        <p:spPr>
          <a:xfrm>
            <a:off x="0" y="6248400"/>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2050" name="Picture 2" descr="GitHub Copilot · Your AI pair programmer · GitHub">
            <a:extLst>
              <a:ext uri="{FF2B5EF4-FFF2-40B4-BE49-F238E27FC236}">
                <a16:creationId xmlns:a16="http://schemas.microsoft.com/office/drawing/2014/main" id="{AC4D61DE-26E3-9EA5-80F3-8FFA5F30AD6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89738" y="2152240"/>
            <a:ext cx="5376334" cy="2809875"/>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9605898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45EA9-0E64-059C-4EEC-F7790B8D996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2B4AF40-FFFB-507A-F723-708A517C5743}"/>
              </a:ext>
            </a:extLst>
          </p:cNvPr>
          <p:cNvSpPr txBox="1">
            <a:spLocks/>
          </p:cNvSpPr>
          <p:nvPr/>
        </p:nvSpPr>
        <p:spPr>
          <a:xfrm>
            <a:off x="381000" y="759787"/>
            <a:ext cx="6705600"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a:solidFill>
                  <a:schemeClr val="tx2"/>
                </a:solidFill>
                <a:latin typeface="Arial" panose="020B0604020202020204" pitchFamily="34" charset="0"/>
                <a:cs typeface="Arial" panose="020B0604020202020204" pitchFamily="34" charset="0"/>
              </a:rPr>
              <a:t>How It Works:</a:t>
            </a:r>
          </a:p>
          <a:p>
            <a:pPr algn="l"/>
            <a:endParaRPr lang="en-US" sz="2000" b="1">
              <a:solidFill>
                <a:schemeClr val="tx2"/>
              </a:solidFill>
              <a:latin typeface="Arial" panose="020B0604020202020204" pitchFamily="34" charset="0"/>
              <a:cs typeface="Arial" panose="020B0604020202020204" pitchFamily="34" charset="0"/>
            </a:endParaRPr>
          </a:p>
        </p:txBody>
      </p:sp>
      <p:sp>
        <p:nvSpPr>
          <p:cNvPr id="2" name="Text Placeholder 4">
            <a:extLst>
              <a:ext uri="{FF2B5EF4-FFF2-40B4-BE49-F238E27FC236}">
                <a16:creationId xmlns:a16="http://schemas.microsoft.com/office/drawing/2014/main" id="{4F165979-D498-6C12-BD34-B515670F9733}"/>
              </a:ext>
            </a:extLst>
          </p:cNvPr>
          <p:cNvSpPr txBox="1">
            <a:spLocks/>
          </p:cNvSpPr>
          <p:nvPr/>
        </p:nvSpPr>
        <p:spPr>
          <a:xfrm>
            <a:off x="419655" y="1371600"/>
            <a:ext cx="5849713" cy="4114800"/>
          </a:xfrm>
          <a:prstGeom prst="rect">
            <a:avLst/>
          </a:prstGeom>
        </p:spPr>
        <p:txBody>
          <a:bodyPr lIns="91440" tIns="45720" rIns="91440" bIns="45720" anchor="t"/>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228600" indent="-228600">
              <a:lnSpc>
                <a:spcPct val="150000"/>
              </a:lnSpc>
            </a:pPr>
            <a:endParaRPr lang="en-US" sz="1800" b="1">
              <a:latin typeface="Arial"/>
              <a:cs typeface="Arial"/>
            </a:endParaRPr>
          </a:p>
          <a:p>
            <a:pPr marL="228600" indent="-228600">
              <a:lnSpc>
                <a:spcPct val="150000"/>
              </a:lnSpc>
            </a:pPr>
            <a:r>
              <a:rPr lang="en-US" sz="1800">
                <a:latin typeface="Arial"/>
                <a:cs typeface="Arial"/>
              </a:rPr>
              <a:t>You write a comment or start typing code</a:t>
            </a:r>
          </a:p>
          <a:p>
            <a:pPr marL="228600" indent="-228600">
              <a:lnSpc>
                <a:spcPct val="150000"/>
              </a:lnSpc>
            </a:pPr>
            <a:r>
              <a:rPr lang="en-US" sz="1800">
                <a:latin typeface="Arial"/>
                <a:cs typeface="Arial"/>
              </a:rPr>
              <a:t>Copilot analyzes context</a:t>
            </a:r>
          </a:p>
          <a:p>
            <a:pPr marL="228600" indent="-228600">
              <a:lnSpc>
                <a:spcPct val="150000"/>
              </a:lnSpc>
            </a:pPr>
            <a:r>
              <a:rPr lang="en-US" sz="1800">
                <a:latin typeface="Arial"/>
                <a:cs typeface="Arial"/>
              </a:rPr>
              <a:t>It predicts the next lines</a:t>
            </a:r>
          </a:p>
          <a:p>
            <a:pPr marL="228600" indent="-228600">
              <a:lnSpc>
                <a:spcPct val="150000"/>
              </a:lnSpc>
            </a:pPr>
            <a:r>
              <a:rPr lang="en-US" sz="1800">
                <a:latin typeface="Arial"/>
                <a:cs typeface="Arial"/>
              </a:rPr>
              <a:t>Shows suggestion in gray (ghost text)</a:t>
            </a:r>
          </a:p>
          <a:p>
            <a:pPr marL="228600" indent="-228600">
              <a:lnSpc>
                <a:spcPct val="150000"/>
              </a:lnSpc>
            </a:pPr>
            <a:r>
              <a:rPr lang="en-US" sz="1800">
                <a:latin typeface="Arial"/>
                <a:cs typeface="Arial"/>
              </a:rPr>
              <a:t>Like auto-complete — but smarter and context-aware.</a:t>
            </a:r>
          </a:p>
          <a:p>
            <a:pPr marL="228600" indent="-228600">
              <a:lnSpc>
                <a:spcPct val="150000"/>
              </a:lnSpc>
              <a:spcBef>
                <a:spcPts val="0"/>
              </a:spcBef>
              <a:spcAft>
                <a:spcPts val="800"/>
              </a:spcAft>
            </a:pPr>
            <a:endParaRPr lang="en-US" sz="1800">
              <a:latin typeface="Arial" panose="020B0604020202020204" pitchFamily="34" charset="0"/>
              <a:cs typeface="Arial" panose="020B0604020202020204" pitchFamily="34" charset="0"/>
            </a:endParaRPr>
          </a:p>
        </p:txBody>
      </p:sp>
      <p:sp>
        <p:nvSpPr>
          <p:cNvPr id="10" name="Rectangle 1">
            <a:extLst>
              <a:ext uri="{FF2B5EF4-FFF2-40B4-BE49-F238E27FC236}">
                <a16:creationId xmlns:a16="http://schemas.microsoft.com/office/drawing/2014/main" id="{69C4B845-B8B6-07EE-66B2-5BE2F5D2C44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6" name="Picture 5">
            <a:extLst>
              <a:ext uri="{FF2B5EF4-FFF2-40B4-BE49-F238E27FC236}">
                <a16:creationId xmlns:a16="http://schemas.microsoft.com/office/drawing/2014/main" id="{E58DD0C3-1A20-25ED-2556-A9394C045152}"/>
              </a:ext>
            </a:extLst>
          </p:cNvPr>
          <p:cNvPicPr>
            <a:picLocks noChangeAspect="1"/>
          </p:cNvPicPr>
          <p:nvPr/>
        </p:nvPicPr>
        <p:blipFill>
          <a:blip r:embed="rId4"/>
          <a:stretch>
            <a:fillRect/>
          </a:stretch>
        </p:blipFill>
        <p:spPr>
          <a:xfrm>
            <a:off x="6000466" y="1913173"/>
            <a:ext cx="6095999" cy="3326674"/>
          </a:xfrm>
          <a:prstGeom prst="rect">
            <a:avLst/>
          </a:prstGeom>
          <a:ln>
            <a:solidFill>
              <a:srgbClr val="4472C4"/>
            </a:solidFill>
          </a:ln>
        </p:spPr>
      </p:pic>
    </p:spTree>
    <p:custDataLst>
      <p:tags r:id="rId1"/>
    </p:custDataLst>
    <p:extLst>
      <p:ext uri="{BB962C8B-B14F-4D97-AF65-F5344CB8AC3E}">
        <p14:creationId xmlns:p14="http://schemas.microsoft.com/office/powerpoint/2010/main" val="3259293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3DF24-8B2C-E2E1-1555-E6117816BE8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5B594BE-D1AB-4704-2137-5B492ED62FA7}"/>
              </a:ext>
            </a:extLst>
          </p:cNvPr>
          <p:cNvSpPr txBox="1">
            <a:spLocks/>
          </p:cNvSpPr>
          <p:nvPr/>
        </p:nvSpPr>
        <p:spPr>
          <a:xfrm>
            <a:off x="381000" y="759787"/>
            <a:ext cx="6705600"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IN" sz="2000" b="1">
                <a:solidFill>
                  <a:schemeClr val="tx2"/>
                </a:solidFill>
                <a:latin typeface="Arial" panose="020B0604020202020204" pitchFamily="34" charset="0"/>
                <a:cs typeface="Arial" panose="020B0604020202020204" pitchFamily="34" charset="0"/>
              </a:rPr>
              <a:t>Copilot in Real Life</a:t>
            </a:r>
            <a:endParaRPr lang="en-US" sz="2000" b="1">
              <a:solidFill>
                <a:schemeClr val="tx2"/>
              </a:solidFill>
              <a:latin typeface="Arial" panose="020B0604020202020204" pitchFamily="34" charset="0"/>
              <a:cs typeface="Arial" panose="020B0604020202020204" pitchFamily="34" charset="0"/>
            </a:endParaRPr>
          </a:p>
          <a:p>
            <a:pPr algn="l"/>
            <a:endParaRPr lang="en-US" sz="2000" b="1">
              <a:solidFill>
                <a:schemeClr val="tx2"/>
              </a:solidFill>
              <a:latin typeface="Arial" panose="020B0604020202020204" pitchFamily="34" charset="0"/>
              <a:cs typeface="Arial" panose="020B0604020202020204" pitchFamily="34" charset="0"/>
            </a:endParaRPr>
          </a:p>
        </p:txBody>
      </p:sp>
      <p:sp>
        <p:nvSpPr>
          <p:cNvPr id="10" name="Rectangle 1">
            <a:extLst>
              <a:ext uri="{FF2B5EF4-FFF2-40B4-BE49-F238E27FC236}">
                <a16:creationId xmlns:a16="http://schemas.microsoft.com/office/drawing/2014/main" id="{B62C2DB5-AF82-C353-3531-73057CBD840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3" name="Picture 2" descr="A screenshot of a computer&#10;&#10;AI-generated content may be incorrect.">
            <a:extLst>
              <a:ext uri="{FF2B5EF4-FFF2-40B4-BE49-F238E27FC236}">
                <a16:creationId xmlns:a16="http://schemas.microsoft.com/office/drawing/2014/main" id="{819B6503-F0E5-67A9-D76B-64EBD190485A}"/>
              </a:ext>
            </a:extLst>
          </p:cNvPr>
          <p:cNvPicPr>
            <a:picLocks noChangeAspect="1"/>
          </p:cNvPicPr>
          <p:nvPr/>
        </p:nvPicPr>
        <p:blipFill>
          <a:blip r:embed="rId4"/>
          <a:stretch>
            <a:fillRect/>
          </a:stretch>
        </p:blipFill>
        <p:spPr>
          <a:xfrm>
            <a:off x="1019343" y="1715743"/>
            <a:ext cx="10163899" cy="3755154"/>
          </a:xfrm>
          <a:prstGeom prst="rect">
            <a:avLst/>
          </a:prstGeom>
          <a:ln>
            <a:solidFill>
              <a:srgbClr val="4472C4"/>
            </a:solidFill>
          </a:ln>
        </p:spPr>
      </p:pic>
    </p:spTree>
    <p:custDataLst>
      <p:tags r:id="rId1"/>
    </p:custDataLst>
    <p:extLst>
      <p:ext uri="{BB962C8B-B14F-4D97-AF65-F5344CB8AC3E}">
        <p14:creationId xmlns:p14="http://schemas.microsoft.com/office/powerpoint/2010/main" val="12187265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5E9BA-9D16-B413-63C6-039D5188C04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1345FB6-A339-E229-8DF6-7A74518B9486}"/>
              </a:ext>
            </a:extLst>
          </p:cNvPr>
          <p:cNvSpPr txBox="1">
            <a:spLocks/>
          </p:cNvSpPr>
          <p:nvPr/>
        </p:nvSpPr>
        <p:spPr>
          <a:xfrm>
            <a:off x="419655" y="773435"/>
            <a:ext cx="6705600"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a:solidFill>
                  <a:schemeClr val="tx2"/>
                </a:solidFill>
                <a:latin typeface="Arial" panose="020B0604020202020204" pitchFamily="34" charset="0"/>
                <a:cs typeface="Arial" panose="020B0604020202020204" pitchFamily="34" charset="0"/>
              </a:rPr>
              <a:t>Benefits for Beginners</a:t>
            </a:r>
          </a:p>
        </p:txBody>
      </p:sp>
      <p:sp>
        <p:nvSpPr>
          <p:cNvPr id="10" name="Rectangle 1">
            <a:extLst>
              <a:ext uri="{FF2B5EF4-FFF2-40B4-BE49-F238E27FC236}">
                <a16:creationId xmlns:a16="http://schemas.microsoft.com/office/drawing/2014/main" id="{BC89E085-ABA7-B8D8-82B7-ED11535C230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5" name="Picture 4" descr="A diagram of a diagram&#10;&#10;AI-generated content may be incorrect.">
            <a:extLst>
              <a:ext uri="{FF2B5EF4-FFF2-40B4-BE49-F238E27FC236}">
                <a16:creationId xmlns:a16="http://schemas.microsoft.com/office/drawing/2014/main" id="{A5A52F2B-D276-2D39-1073-FC7B8B21D552}"/>
              </a:ext>
            </a:extLst>
          </p:cNvPr>
          <p:cNvPicPr>
            <a:picLocks noChangeAspect="1"/>
          </p:cNvPicPr>
          <p:nvPr/>
        </p:nvPicPr>
        <p:blipFill>
          <a:blip r:embed="rId4"/>
          <a:stretch>
            <a:fillRect/>
          </a:stretch>
        </p:blipFill>
        <p:spPr>
          <a:xfrm>
            <a:off x="3214938" y="1166060"/>
            <a:ext cx="6353677" cy="5007143"/>
          </a:xfrm>
          <a:prstGeom prst="rect">
            <a:avLst/>
          </a:prstGeom>
          <a:ln>
            <a:solidFill>
              <a:srgbClr val="4472C4"/>
            </a:solidFill>
          </a:ln>
        </p:spPr>
      </p:pic>
    </p:spTree>
    <p:custDataLst>
      <p:tags r:id="rId1"/>
    </p:custDataLst>
    <p:extLst>
      <p:ext uri="{BB962C8B-B14F-4D97-AF65-F5344CB8AC3E}">
        <p14:creationId xmlns:p14="http://schemas.microsoft.com/office/powerpoint/2010/main" val="7463739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C3634-AEF2-6F3C-1AFF-E8E12243272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0DD7E26-A108-3F95-86DB-39520589E253}"/>
              </a:ext>
            </a:extLst>
          </p:cNvPr>
          <p:cNvSpPr txBox="1">
            <a:spLocks/>
          </p:cNvSpPr>
          <p:nvPr/>
        </p:nvSpPr>
        <p:spPr>
          <a:xfrm>
            <a:off x="419655" y="773435"/>
            <a:ext cx="6705600"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a:solidFill>
                  <a:schemeClr val="tx2"/>
                </a:solidFill>
                <a:latin typeface="Arial" panose="020B0604020202020204" pitchFamily="34" charset="0"/>
                <a:cs typeface="Arial" panose="020B0604020202020204" pitchFamily="34" charset="0"/>
              </a:rPr>
              <a:t>Benefits for Beginners</a:t>
            </a:r>
          </a:p>
        </p:txBody>
      </p:sp>
      <p:sp>
        <p:nvSpPr>
          <p:cNvPr id="2" name="Text Placeholder 4">
            <a:extLst>
              <a:ext uri="{FF2B5EF4-FFF2-40B4-BE49-F238E27FC236}">
                <a16:creationId xmlns:a16="http://schemas.microsoft.com/office/drawing/2014/main" id="{40D62ACE-AD3E-38A5-4FBE-98BC26C45DCF}"/>
              </a:ext>
            </a:extLst>
          </p:cNvPr>
          <p:cNvSpPr txBox="1">
            <a:spLocks/>
          </p:cNvSpPr>
          <p:nvPr/>
        </p:nvSpPr>
        <p:spPr>
          <a:xfrm>
            <a:off x="419655" y="1166777"/>
            <a:ext cx="7965831" cy="5232518"/>
          </a:xfrm>
          <a:prstGeom prst="rect">
            <a:avLst/>
          </a:prstGeom>
        </p:spPr>
        <p:txBody>
          <a:bodyPr lIns="91440" tIns="45720" rIns="91440" bIns="45720" anchor="t"/>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228600" indent="-228600"/>
            <a:r>
              <a:rPr lang="en-IN" sz="1800" b="1">
                <a:solidFill>
                  <a:schemeClr val="tx2"/>
                </a:solidFill>
                <a:latin typeface="Arial"/>
                <a:cs typeface="Arial"/>
              </a:rPr>
              <a:t>Saves Time</a:t>
            </a:r>
            <a:endParaRPr lang="en-US" sz="1800">
              <a:solidFill>
                <a:schemeClr val="tx2"/>
              </a:solidFill>
              <a:latin typeface="Arial"/>
              <a:cs typeface="Arial"/>
            </a:endParaRPr>
          </a:p>
          <a:p>
            <a:pPr marL="495300" lvl="1" indent="-190500"/>
            <a:r>
              <a:rPr lang="en-US" sz="1800" dirty="0">
                <a:latin typeface="Arial"/>
                <a:cs typeface="Arial"/>
              </a:rPr>
              <a:t>You type: function to check even or odd</a:t>
            </a:r>
          </a:p>
          <a:p>
            <a:pPr marL="495300" lvl="1" indent="-190500"/>
            <a:r>
              <a:rPr lang="en-US" sz="1800">
                <a:latin typeface="Arial"/>
                <a:cs typeface="Arial"/>
              </a:rPr>
              <a:t>Copilot suggests:</a:t>
            </a:r>
          </a:p>
          <a:p>
            <a:pPr marL="762000" lvl="2" indent="-152400">
              <a:buFont typeface="Wingdings" pitchFamily="34" charset="0"/>
              <a:buChar char="§"/>
            </a:pPr>
            <a:r>
              <a:rPr lang="en-US" sz="1550" b="1" dirty="0">
                <a:latin typeface="Arial"/>
                <a:cs typeface="Arial"/>
              </a:rPr>
              <a:t>def </a:t>
            </a:r>
            <a:r>
              <a:rPr lang="en-US" sz="1550" b="1" dirty="0" err="1">
                <a:latin typeface="Arial"/>
                <a:cs typeface="Arial"/>
              </a:rPr>
              <a:t>check_even_odd</a:t>
            </a:r>
            <a:r>
              <a:rPr lang="en-US" sz="1550" b="1" dirty="0">
                <a:latin typeface="Arial"/>
                <a:cs typeface="Arial"/>
              </a:rPr>
              <a:t>(num):</a:t>
            </a:r>
            <a:br>
              <a:rPr lang="en-US" sz="1550" b="1">
                <a:latin typeface="Arial"/>
                <a:cs typeface="Arial"/>
              </a:rPr>
            </a:br>
            <a:r>
              <a:rPr lang="en-US" sz="1550" b="1" dirty="0">
                <a:latin typeface="Arial"/>
                <a:cs typeface="Arial"/>
              </a:rPr>
              <a:t>    if num % 2 == 0:</a:t>
            </a:r>
            <a:br>
              <a:rPr lang="en-US" sz="1550" b="1">
                <a:latin typeface="Arial"/>
                <a:cs typeface="Arial"/>
              </a:rPr>
            </a:br>
            <a:r>
              <a:rPr lang="en-US" sz="1550" b="1" dirty="0">
                <a:latin typeface="Arial"/>
                <a:cs typeface="Arial"/>
              </a:rPr>
              <a:t>        return "Even"</a:t>
            </a:r>
            <a:br>
              <a:rPr lang="en-US" sz="1550" b="1">
                <a:latin typeface="Arial"/>
                <a:cs typeface="Arial"/>
              </a:rPr>
            </a:br>
            <a:r>
              <a:rPr lang="en-US" sz="1550" b="1" dirty="0">
                <a:latin typeface="Arial"/>
                <a:cs typeface="Arial"/>
              </a:rPr>
              <a:t>    else:</a:t>
            </a:r>
            <a:br>
              <a:rPr lang="en-US" sz="1550" b="1">
                <a:latin typeface="Arial"/>
                <a:cs typeface="Arial"/>
              </a:rPr>
            </a:br>
            <a:r>
              <a:rPr lang="en-US" sz="1550" b="1" dirty="0">
                <a:latin typeface="Arial"/>
                <a:cs typeface="Arial"/>
              </a:rPr>
              <a:t>        return "Odd’’</a:t>
            </a:r>
          </a:p>
          <a:p>
            <a:pPr marL="228600" indent="-228600"/>
            <a:r>
              <a:rPr lang="en-US" sz="1800" b="1">
                <a:latin typeface="Arial"/>
                <a:cs typeface="Arial"/>
              </a:rPr>
              <a:t>Helps Learn Python</a:t>
            </a:r>
          </a:p>
          <a:p>
            <a:pPr marL="495300" lvl="1" indent="-190500"/>
            <a:r>
              <a:rPr lang="en-US" sz="1800">
                <a:latin typeface="Arial"/>
                <a:cs typeface="Arial"/>
              </a:rPr>
              <a:t>Copilot shows: Proper indentation, Correct syntax, Function structures, Loop patterns</a:t>
            </a:r>
          </a:p>
          <a:p>
            <a:pPr marL="495300" lvl="1" indent="-190500"/>
            <a:r>
              <a:rPr lang="en-US" sz="1800" dirty="0">
                <a:latin typeface="Arial"/>
                <a:cs typeface="Arial"/>
              </a:rPr>
              <a:t>You can: Accept, Study, Modify, Learn from it.</a:t>
            </a:r>
          </a:p>
          <a:p>
            <a:pPr marL="228600" indent="-228600"/>
            <a:r>
              <a:rPr lang="en-US" sz="1800" b="1">
                <a:latin typeface="Arial"/>
                <a:cs typeface="Arial"/>
              </a:rPr>
              <a:t>Reduces Typing Errors</a:t>
            </a:r>
          </a:p>
          <a:p>
            <a:pPr marL="495300" lvl="1" indent="-190500"/>
            <a:r>
              <a:rPr lang="en-US" sz="1800">
                <a:latin typeface="Arial"/>
                <a:cs typeface="Arial"/>
              </a:rPr>
              <a:t>Copilot = </a:t>
            </a:r>
            <a:r>
              <a:rPr lang="en-US" sz="1800" b="1">
                <a:latin typeface="Arial"/>
                <a:cs typeface="Arial"/>
              </a:rPr>
              <a:t>Spell-check for code</a:t>
            </a:r>
            <a:endParaRPr lang="en-US" sz="1800">
              <a:latin typeface="Arial"/>
              <a:cs typeface="Arial"/>
            </a:endParaRPr>
          </a:p>
          <a:p>
            <a:pPr marL="495300" lvl="1" indent="-190500"/>
            <a:r>
              <a:rPr lang="en-US" sz="1800">
                <a:latin typeface="Arial"/>
                <a:cs typeface="Arial"/>
              </a:rPr>
              <a:t>It helps avoid: Missing colons, Wrong indentation, Incorrect variable names</a:t>
            </a:r>
          </a:p>
          <a:p>
            <a:pPr marL="228600" indent="-228600">
              <a:lnSpc>
                <a:spcPct val="150000"/>
              </a:lnSpc>
              <a:spcBef>
                <a:spcPts val="0"/>
              </a:spcBef>
              <a:spcAft>
                <a:spcPts val="800"/>
              </a:spcAft>
            </a:pPr>
            <a:endParaRPr lang="en-US" sz="1800">
              <a:latin typeface="Arial"/>
              <a:cs typeface="Arial" panose="020B0604020202020204" pitchFamily="34" charset="0"/>
            </a:endParaRPr>
          </a:p>
        </p:txBody>
      </p:sp>
      <p:sp>
        <p:nvSpPr>
          <p:cNvPr id="10" name="Rectangle 1">
            <a:extLst>
              <a:ext uri="{FF2B5EF4-FFF2-40B4-BE49-F238E27FC236}">
                <a16:creationId xmlns:a16="http://schemas.microsoft.com/office/drawing/2014/main" id="{8CAE45F9-D04E-7A69-9955-8A6AB6A8112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3" name="Picture 2">
            <a:extLst>
              <a:ext uri="{FF2B5EF4-FFF2-40B4-BE49-F238E27FC236}">
                <a16:creationId xmlns:a16="http://schemas.microsoft.com/office/drawing/2014/main" id="{2FCC0570-3C8F-99A8-DEC2-0D72E6D4CBBE}"/>
              </a:ext>
            </a:extLst>
          </p:cNvPr>
          <p:cNvPicPr>
            <a:picLocks noChangeAspect="1"/>
          </p:cNvPicPr>
          <p:nvPr/>
        </p:nvPicPr>
        <p:blipFill>
          <a:blip r:embed="rId4"/>
          <a:stretch>
            <a:fillRect/>
          </a:stretch>
        </p:blipFill>
        <p:spPr>
          <a:xfrm>
            <a:off x="8181723" y="1406527"/>
            <a:ext cx="3825922" cy="3825922"/>
          </a:xfrm>
          <a:prstGeom prst="rect">
            <a:avLst/>
          </a:prstGeom>
        </p:spPr>
      </p:pic>
    </p:spTree>
    <p:custDataLst>
      <p:tags r:id="rId1"/>
    </p:custDataLst>
    <p:extLst>
      <p:ext uri="{BB962C8B-B14F-4D97-AF65-F5344CB8AC3E}">
        <p14:creationId xmlns:p14="http://schemas.microsoft.com/office/powerpoint/2010/main" val="6228813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8B468-7337-669E-741A-9FC7FECB42F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273D4D7-D51B-F7DF-5AD1-E28FF5D42457}"/>
              </a:ext>
            </a:extLst>
          </p:cNvPr>
          <p:cNvSpPr txBox="1">
            <a:spLocks/>
          </p:cNvSpPr>
          <p:nvPr/>
        </p:nvSpPr>
        <p:spPr>
          <a:xfrm>
            <a:off x="419655" y="773435"/>
            <a:ext cx="6705600"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a:solidFill>
                  <a:schemeClr val="tx2"/>
                </a:solidFill>
                <a:latin typeface="Arial" panose="020B0604020202020204" pitchFamily="34" charset="0"/>
                <a:cs typeface="Arial" panose="020B0604020202020204" pitchFamily="34" charset="0"/>
              </a:rPr>
              <a:t>What Languages Does Copilot Support Best?</a:t>
            </a:r>
          </a:p>
        </p:txBody>
      </p:sp>
      <p:sp>
        <p:nvSpPr>
          <p:cNvPr id="2" name="Text Placeholder 4">
            <a:extLst>
              <a:ext uri="{FF2B5EF4-FFF2-40B4-BE49-F238E27FC236}">
                <a16:creationId xmlns:a16="http://schemas.microsoft.com/office/drawing/2014/main" id="{90A44777-B54A-BE3D-6F76-7FC6A0398DEB}"/>
              </a:ext>
            </a:extLst>
          </p:cNvPr>
          <p:cNvSpPr txBox="1">
            <a:spLocks/>
          </p:cNvSpPr>
          <p:nvPr/>
        </p:nvSpPr>
        <p:spPr>
          <a:xfrm>
            <a:off x="419655" y="1351127"/>
            <a:ext cx="9747927" cy="5281683"/>
          </a:xfrm>
          <a:prstGeom prst="rect">
            <a:avLst/>
          </a:prstGeom>
        </p:spPr>
        <p:txBody>
          <a:bodyPr lIns="91440" tIns="45720" rIns="91440" bIns="45720" anchor="t"/>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228600" indent="-228600">
              <a:lnSpc>
                <a:spcPct val="150000"/>
              </a:lnSpc>
            </a:pPr>
            <a:r>
              <a:rPr lang="en-US" sz="1800">
                <a:latin typeface="Arial"/>
                <a:cs typeface="Arial"/>
              </a:rPr>
              <a:t>Python</a:t>
            </a:r>
          </a:p>
          <a:p>
            <a:pPr marL="228600" indent="-228600">
              <a:lnSpc>
                <a:spcPct val="150000"/>
              </a:lnSpc>
            </a:pPr>
            <a:r>
              <a:rPr lang="en-US" sz="1800">
                <a:latin typeface="Arial"/>
                <a:cs typeface="Arial"/>
              </a:rPr>
              <a:t>JavaScript</a:t>
            </a:r>
          </a:p>
          <a:p>
            <a:pPr marL="228600" indent="-228600">
              <a:lnSpc>
                <a:spcPct val="150000"/>
              </a:lnSpc>
            </a:pPr>
            <a:r>
              <a:rPr lang="en-US" sz="1800">
                <a:latin typeface="Arial"/>
                <a:cs typeface="Arial"/>
              </a:rPr>
              <a:t>Java</a:t>
            </a:r>
          </a:p>
          <a:p>
            <a:pPr marL="228600" indent="-228600">
              <a:lnSpc>
                <a:spcPct val="150000"/>
              </a:lnSpc>
            </a:pPr>
            <a:r>
              <a:rPr lang="en-US" sz="1800">
                <a:latin typeface="Arial"/>
                <a:cs typeface="Arial"/>
              </a:rPr>
              <a:t>C#</a:t>
            </a:r>
          </a:p>
          <a:p>
            <a:pPr marL="0" indent="0">
              <a:lnSpc>
                <a:spcPct val="150000"/>
              </a:lnSpc>
              <a:buNone/>
            </a:pPr>
            <a:r>
              <a:rPr lang="en-US" sz="1800" b="1">
                <a:latin typeface="Arial"/>
                <a:cs typeface="Arial"/>
              </a:rPr>
              <a:t>Why Python is recommended for Beginners?</a:t>
            </a:r>
          </a:p>
          <a:p>
            <a:pPr marL="228600" indent="-228600">
              <a:lnSpc>
                <a:spcPct val="150000"/>
              </a:lnSpc>
            </a:pPr>
            <a:r>
              <a:rPr lang="en-US" sz="1800">
                <a:latin typeface="Arial"/>
                <a:cs typeface="Arial"/>
              </a:rPr>
              <a:t>Simple syntax</a:t>
            </a:r>
          </a:p>
          <a:p>
            <a:pPr marL="228600" indent="-228600">
              <a:lnSpc>
                <a:spcPct val="150000"/>
              </a:lnSpc>
            </a:pPr>
            <a:r>
              <a:rPr lang="en-US" sz="1800">
                <a:latin typeface="Arial"/>
                <a:cs typeface="Arial"/>
              </a:rPr>
              <a:t>English-like</a:t>
            </a:r>
          </a:p>
          <a:p>
            <a:pPr marL="228600" indent="-228600">
              <a:lnSpc>
                <a:spcPct val="150000"/>
              </a:lnSpc>
            </a:pPr>
            <a:r>
              <a:rPr lang="en-US" sz="1800">
                <a:latin typeface="Arial"/>
                <a:cs typeface="Arial"/>
              </a:rPr>
              <a:t>Used in AI, Data Science, Web</a:t>
            </a:r>
          </a:p>
          <a:p>
            <a:pPr marL="228600" indent="-228600">
              <a:lnSpc>
                <a:spcPct val="150000"/>
              </a:lnSpc>
            </a:pPr>
            <a:r>
              <a:rPr lang="en-US" sz="1800">
                <a:latin typeface="Arial"/>
                <a:cs typeface="Arial"/>
              </a:rPr>
              <a:t>Huge community support</a:t>
            </a:r>
          </a:p>
        </p:txBody>
      </p:sp>
      <p:sp>
        <p:nvSpPr>
          <p:cNvPr id="10" name="Rectangle 1">
            <a:extLst>
              <a:ext uri="{FF2B5EF4-FFF2-40B4-BE49-F238E27FC236}">
                <a16:creationId xmlns:a16="http://schemas.microsoft.com/office/drawing/2014/main" id="{17C157E4-45FD-1B50-FEBB-7AA30CD0BEC4}"/>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3" name="Picture 2">
            <a:extLst>
              <a:ext uri="{FF2B5EF4-FFF2-40B4-BE49-F238E27FC236}">
                <a16:creationId xmlns:a16="http://schemas.microsoft.com/office/drawing/2014/main" id="{62B69A6A-5E2F-B929-C91E-444D0AD7B18D}"/>
              </a:ext>
            </a:extLst>
          </p:cNvPr>
          <p:cNvPicPr>
            <a:picLocks noChangeAspect="1"/>
          </p:cNvPicPr>
          <p:nvPr/>
        </p:nvPicPr>
        <p:blipFill>
          <a:blip r:embed="rId4"/>
          <a:stretch>
            <a:fillRect/>
          </a:stretch>
        </p:blipFill>
        <p:spPr>
          <a:xfrm>
            <a:off x="8366078" y="2340591"/>
            <a:ext cx="3825922" cy="3825922"/>
          </a:xfrm>
          <a:prstGeom prst="rect">
            <a:avLst/>
          </a:prstGeom>
        </p:spPr>
      </p:pic>
    </p:spTree>
    <p:custDataLst>
      <p:tags r:id="rId1"/>
    </p:custDataLst>
    <p:extLst>
      <p:ext uri="{BB962C8B-B14F-4D97-AF65-F5344CB8AC3E}">
        <p14:creationId xmlns:p14="http://schemas.microsoft.com/office/powerpoint/2010/main" val="13506349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EBF0B-E0D8-5354-AF75-1BF0A3DF597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5763B43-CD0C-D91A-E80F-1F498CAB251A}"/>
              </a:ext>
            </a:extLst>
          </p:cNvPr>
          <p:cNvSpPr txBox="1">
            <a:spLocks/>
          </p:cNvSpPr>
          <p:nvPr/>
        </p:nvSpPr>
        <p:spPr>
          <a:xfrm>
            <a:off x="419655" y="773435"/>
            <a:ext cx="6705600" cy="393600"/>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IN" sz="2000" b="1">
                <a:solidFill>
                  <a:schemeClr val="tx2"/>
                </a:solidFill>
                <a:latin typeface="Arial"/>
                <a:cs typeface="Arial"/>
              </a:rPr>
              <a:t>Tools You Need – Overview</a:t>
            </a:r>
            <a:endParaRPr lang="en-US" sz="2000" b="1">
              <a:solidFill>
                <a:schemeClr val="tx2"/>
              </a:solidFill>
              <a:latin typeface="Arial"/>
              <a:cs typeface="Arial"/>
            </a:endParaRPr>
          </a:p>
        </p:txBody>
      </p:sp>
      <p:sp>
        <p:nvSpPr>
          <p:cNvPr id="2" name="Text Placeholder 4">
            <a:extLst>
              <a:ext uri="{FF2B5EF4-FFF2-40B4-BE49-F238E27FC236}">
                <a16:creationId xmlns:a16="http://schemas.microsoft.com/office/drawing/2014/main" id="{871562FE-84AE-4415-E677-45809B152181}"/>
              </a:ext>
            </a:extLst>
          </p:cNvPr>
          <p:cNvSpPr txBox="1">
            <a:spLocks/>
          </p:cNvSpPr>
          <p:nvPr/>
        </p:nvSpPr>
        <p:spPr>
          <a:xfrm>
            <a:off x="419655" y="1351127"/>
            <a:ext cx="9747927" cy="5281683"/>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defTabSz="914400" eaLnBrk="0" fontAlgn="base" hangingPunct="0">
              <a:lnSpc>
                <a:spcPct val="150000"/>
              </a:lnSpc>
              <a:spcBef>
                <a:spcPct val="0"/>
              </a:spcBef>
              <a:spcAft>
                <a:spcPct val="0"/>
              </a:spcAft>
            </a:pPr>
            <a:r>
              <a:rPr lang="en-US" altLang="en-US" sz="1800">
                <a:latin typeface="Arial" panose="020B0604020202020204" pitchFamily="34" charset="0"/>
              </a:rPr>
              <a:t>VS Code</a:t>
            </a:r>
          </a:p>
          <a:p>
            <a:pPr defTabSz="914400" eaLnBrk="0" fontAlgn="base" hangingPunct="0">
              <a:lnSpc>
                <a:spcPct val="150000"/>
              </a:lnSpc>
              <a:spcBef>
                <a:spcPct val="0"/>
              </a:spcBef>
              <a:spcAft>
                <a:spcPct val="0"/>
              </a:spcAft>
            </a:pPr>
            <a:r>
              <a:rPr lang="en-US" altLang="en-US" sz="1800">
                <a:latin typeface="Arial" panose="020B0604020202020204" pitchFamily="34" charset="0"/>
              </a:rPr>
              <a:t>Python (3.10+)</a:t>
            </a:r>
          </a:p>
          <a:p>
            <a:pPr defTabSz="914400" eaLnBrk="0" fontAlgn="base" hangingPunct="0">
              <a:lnSpc>
                <a:spcPct val="150000"/>
              </a:lnSpc>
              <a:spcBef>
                <a:spcPct val="0"/>
              </a:spcBef>
              <a:spcAft>
                <a:spcPct val="0"/>
              </a:spcAft>
            </a:pPr>
            <a:r>
              <a:rPr lang="en-US" altLang="en-US" sz="1800">
                <a:latin typeface="Arial" panose="020B0604020202020204" pitchFamily="34" charset="0"/>
              </a:rPr>
              <a:t>GitHub account</a:t>
            </a:r>
          </a:p>
          <a:p>
            <a:pPr defTabSz="914400" eaLnBrk="0" fontAlgn="base" hangingPunct="0">
              <a:lnSpc>
                <a:spcPct val="150000"/>
              </a:lnSpc>
              <a:spcBef>
                <a:spcPct val="0"/>
              </a:spcBef>
              <a:spcAft>
                <a:spcPct val="0"/>
              </a:spcAft>
            </a:pPr>
            <a:r>
              <a:rPr lang="en-US" altLang="en-US" sz="1800">
                <a:latin typeface="Arial" panose="020B0604020202020204" pitchFamily="34" charset="0"/>
              </a:rPr>
              <a:t>GitHub Copilot Extension</a:t>
            </a:r>
          </a:p>
          <a:p>
            <a:pPr>
              <a:lnSpc>
                <a:spcPct val="150000"/>
              </a:lnSpc>
            </a:pPr>
            <a:endParaRPr lang="en-US" sz="1800"/>
          </a:p>
        </p:txBody>
      </p:sp>
      <p:sp>
        <p:nvSpPr>
          <p:cNvPr id="10" name="Rectangle 1">
            <a:extLst>
              <a:ext uri="{FF2B5EF4-FFF2-40B4-BE49-F238E27FC236}">
                <a16:creationId xmlns:a16="http://schemas.microsoft.com/office/drawing/2014/main" id="{4E10FFA0-6CE7-78AA-9EA4-D25B33EF82D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5123" name="Picture 3">
            <a:extLst>
              <a:ext uri="{FF2B5EF4-FFF2-40B4-BE49-F238E27FC236}">
                <a16:creationId xmlns:a16="http://schemas.microsoft.com/office/drawing/2014/main" id="{DB16BA76-1E49-2330-4309-966BAEC62B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71675" y="2970150"/>
            <a:ext cx="1762434" cy="1836175"/>
          </a:xfrm>
          <a:prstGeom prst="rect">
            <a:avLst/>
          </a:prstGeom>
          <a:noFill/>
          <a:extLst>
            <a:ext uri="{909E8E84-426E-40DD-AFC4-6F175D3DCCD1}">
              <a14:hiddenFill xmlns:a14="http://schemas.microsoft.com/office/drawing/2010/main">
                <a:solidFill>
                  <a:srgbClr val="FFFFFF"/>
                </a:solidFill>
              </a14:hiddenFill>
            </a:ext>
          </a:extLst>
        </p:spPr>
      </p:pic>
      <p:pic>
        <p:nvPicPr>
          <p:cNvPr id="5127" name="Picture 7">
            <a:extLst>
              <a:ext uri="{FF2B5EF4-FFF2-40B4-BE49-F238E27FC236}">
                <a16:creationId xmlns:a16="http://schemas.microsoft.com/office/drawing/2014/main" id="{AAD9412D-1E5A-D772-78A4-866DF3A0BF3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36135" y="2964689"/>
            <a:ext cx="2050309" cy="2050309"/>
          </a:xfrm>
          <a:prstGeom prst="rect">
            <a:avLst/>
          </a:prstGeom>
          <a:noFill/>
          <a:extLst>
            <a:ext uri="{909E8E84-426E-40DD-AFC4-6F175D3DCCD1}">
              <a14:hiddenFill xmlns:a14="http://schemas.microsoft.com/office/drawing/2010/main">
                <a:solidFill>
                  <a:srgbClr val="FFFFFF"/>
                </a:solidFill>
              </a14:hiddenFill>
            </a:ext>
          </a:extLst>
        </p:spPr>
      </p:pic>
      <p:pic>
        <p:nvPicPr>
          <p:cNvPr id="5129" name="Picture 9">
            <a:extLst>
              <a:ext uri="{FF2B5EF4-FFF2-40B4-BE49-F238E27FC236}">
                <a16:creationId xmlns:a16="http://schemas.microsoft.com/office/drawing/2014/main" id="{E47B3980-8916-55B9-92FB-6FF0FFD5D4F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61855" y="970390"/>
            <a:ext cx="1995948" cy="1909917"/>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2389987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3527B-6E51-8E9D-5911-DC5ACF5BB2D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17A97B2-AAAC-2A9B-F796-D076C1C0AE3F}"/>
              </a:ext>
            </a:extLst>
          </p:cNvPr>
          <p:cNvSpPr txBox="1">
            <a:spLocks/>
          </p:cNvSpPr>
          <p:nvPr/>
        </p:nvSpPr>
        <p:spPr>
          <a:xfrm>
            <a:off x="419655" y="773435"/>
            <a:ext cx="6705600" cy="393600"/>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IN" sz="2000" b="1">
                <a:solidFill>
                  <a:schemeClr val="tx2"/>
                </a:solidFill>
                <a:latin typeface="Arial"/>
                <a:cs typeface="Arial"/>
              </a:rPr>
              <a:t>Download &amp; Install VS Code</a:t>
            </a:r>
            <a:endParaRPr lang="en-US" sz="2000" b="1">
              <a:solidFill>
                <a:schemeClr val="tx2"/>
              </a:solidFill>
              <a:latin typeface="Arial"/>
              <a:cs typeface="Arial"/>
            </a:endParaRPr>
          </a:p>
        </p:txBody>
      </p:sp>
      <p:sp>
        <p:nvSpPr>
          <p:cNvPr id="2" name="Text Placeholder 4">
            <a:extLst>
              <a:ext uri="{FF2B5EF4-FFF2-40B4-BE49-F238E27FC236}">
                <a16:creationId xmlns:a16="http://schemas.microsoft.com/office/drawing/2014/main" id="{AEF1FCE3-44FC-91B1-7DA9-64462E14C5E4}"/>
              </a:ext>
            </a:extLst>
          </p:cNvPr>
          <p:cNvSpPr txBox="1">
            <a:spLocks/>
          </p:cNvSpPr>
          <p:nvPr/>
        </p:nvSpPr>
        <p:spPr>
          <a:xfrm>
            <a:off x="419655" y="1351127"/>
            <a:ext cx="9747927" cy="5281683"/>
          </a:xfrm>
          <a:prstGeom prst="rect">
            <a:avLst/>
          </a:prstGeom>
        </p:spPr>
        <p:txBody>
          <a:bodyPr lIns="91440" tIns="45720" rIns="91440" bIns="45720" anchor="t"/>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0" indent="0">
              <a:lnSpc>
                <a:spcPct val="150000"/>
              </a:lnSpc>
              <a:buNone/>
            </a:pPr>
            <a:r>
              <a:rPr lang="en-US" sz="1800" b="1">
                <a:solidFill>
                  <a:schemeClr val="tx2"/>
                </a:solidFill>
                <a:latin typeface="Arial"/>
                <a:cs typeface="Arial"/>
              </a:rPr>
              <a:t>Why VS Code?</a:t>
            </a:r>
          </a:p>
          <a:p>
            <a:pPr marL="495300" lvl="1" indent="-190500">
              <a:lnSpc>
                <a:spcPct val="150000"/>
              </a:lnSpc>
              <a:buFont typeface="Courier New" pitchFamily="34" charset="0"/>
              <a:buChar char="o"/>
            </a:pPr>
            <a:r>
              <a:rPr lang="en-US" sz="1550">
                <a:latin typeface="Arial"/>
                <a:cs typeface="Arial"/>
              </a:rPr>
              <a:t>Free</a:t>
            </a:r>
          </a:p>
          <a:p>
            <a:pPr marL="495300" lvl="1" indent="-190500">
              <a:lnSpc>
                <a:spcPct val="150000"/>
              </a:lnSpc>
              <a:buFont typeface="Courier New" pitchFamily="34" charset="0"/>
              <a:buChar char="o"/>
            </a:pPr>
            <a:r>
              <a:rPr lang="en-US" sz="1550">
                <a:latin typeface="Arial"/>
                <a:cs typeface="Arial"/>
              </a:rPr>
              <a:t>Lightweight</a:t>
            </a:r>
          </a:p>
          <a:p>
            <a:pPr marL="495300" lvl="1" indent="-190500">
              <a:lnSpc>
                <a:spcPct val="150000"/>
              </a:lnSpc>
              <a:buFont typeface="Courier New" pitchFamily="34" charset="0"/>
              <a:buChar char="o"/>
            </a:pPr>
            <a:r>
              <a:rPr lang="en-US" sz="1550">
                <a:latin typeface="Arial"/>
                <a:cs typeface="Arial"/>
              </a:rPr>
              <a:t>Most popular editor</a:t>
            </a:r>
          </a:p>
          <a:p>
            <a:pPr marL="495300" lvl="1" indent="-190500">
              <a:lnSpc>
                <a:spcPct val="150000"/>
              </a:lnSpc>
              <a:buFont typeface="Courier New" pitchFamily="34" charset="0"/>
              <a:buChar char="o"/>
            </a:pPr>
            <a:r>
              <a:rPr lang="en-US" sz="1550">
                <a:latin typeface="Arial"/>
                <a:cs typeface="Arial"/>
              </a:rPr>
              <a:t>Works on Windows, Mac, Linux</a:t>
            </a:r>
          </a:p>
          <a:p>
            <a:pPr marL="0" indent="0">
              <a:lnSpc>
                <a:spcPct val="150000"/>
              </a:lnSpc>
              <a:buNone/>
            </a:pPr>
            <a:r>
              <a:rPr lang="en-IN" sz="1800" b="1">
                <a:solidFill>
                  <a:schemeClr val="tx2"/>
                </a:solidFill>
                <a:latin typeface="Arial"/>
                <a:cs typeface="Arial"/>
              </a:rPr>
              <a:t>Installing VS Code – Windows</a:t>
            </a:r>
          </a:p>
          <a:p>
            <a:pPr marL="266700" lvl="1" indent="0">
              <a:lnSpc>
                <a:spcPct val="150000"/>
              </a:lnSpc>
              <a:buNone/>
            </a:pPr>
            <a:r>
              <a:rPr lang="en-IN" sz="1550" b="1">
                <a:solidFill>
                  <a:schemeClr val="tx2"/>
                </a:solidFill>
                <a:latin typeface="Arial"/>
                <a:cs typeface="Arial"/>
                <a:hlinkClick r:id="rId4">
                  <a:extLst>
                    <a:ext uri="{A12FA001-AC4F-418D-AE19-62706E023703}">
                      <ahyp:hlinkClr xmlns:ahyp="http://schemas.microsoft.com/office/drawing/2018/hyperlinkcolor" val="tx"/>
                    </a:ext>
                  </a:extLst>
                </a:hlinkClick>
              </a:rPr>
              <a:t>https://code.visualstudio.com/download</a:t>
            </a:r>
            <a:endParaRPr lang="en-IN" sz="1550" b="1">
              <a:solidFill>
                <a:schemeClr val="tx2"/>
              </a:solidFill>
              <a:latin typeface="Arial"/>
              <a:cs typeface="Arial"/>
            </a:endParaRPr>
          </a:p>
          <a:p>
            <a:pPr marL="495300" lvl="1" indent="-190500" defTabSz="914400" eaLnBrk="0" fontAlgn="base" hangingPunct="0">
              <a:lnSpc>
                <a:spcPct val="150000"/>
              </a:lnSpc>
              <a:spcBef>
                <a:spcPct val="0"/>
              </a:spcBef>
              <a:spcAft>
                <a:spcPct val="0"/>
              </a:spcAft>
              <a:buFont typeface="Courier New" pitchFamily="34" charset="0"/>
              <a:buChar char="o"/>
            </a:pPr>
            <a:r>
              <a:rPr lang="en-US" altLang="en-US" sz="1550">
                <a:latin typeface="Arial"/>
                <a:cs typeface="Arial"/>
              </a:rPr>
              <a:t>Double-click installer</a:t>
            </a:r>
          </a:p>
          <a:p>
            <a:pPr marL="495300" lvl="1" indent="-190500" defTabSz="914400" eaLnBrk="0" fontAlgn="base" hangingPunct="0">
              <a:lnSpc>
                <a:spcPct val="150000"/>
              </a:lnSpc>
              <a:spcBef>
                <a:spcPct val="0"/>
              </a:spcBef>
              <a:spcAft>
                <a:spcPct val="0"/>
              </a:spcAft>
              <a:buFont typeface="Courier New" pitchFamily="34" charset="0"/>
              <a:buChar char="o"/>
            </a:pPr>
            <a:r>
              <a:rPr lang="en-US" altLang="en-US" sz="1550">
                <a:latin typeface="Arial"/>
                <a:cs typeface="Arial"/>
              </a:rPr>
              <a:t>Next → Next. Select “Add to PATH”. Finish</a:t>
            </a:r>
            <a:endParaRPr lang="en-US" sz="1550">
              <a:latin typeface="Arial"/>
              <a:cs typeface="Arial"/>
            </a:endParaRPr>
          </a:p>
        </p:txBody>
      </p:sp>
      <p:sp>
        <p:nvSpPr>
          <p:cNvPr id="10" name="Rectangle 1">
            <a:extLst>
              <a:ext uri="{FF2B5EF4-FFF2-40B4-BE49-F238E27FC236}">
                <a16:creationId xmlns:a16="http://schemas.microsoft.com/office/drawing/2014/main" id="{06BB4BA2-E456-D037-DDA6-AF0C9BCC141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6146" name="Picture 2" descr="VS Code - How to Download and Install Visual Studio Code for Beginners |  Jason Watmore's Blog">
            <a:extLst>
              <a:ext uri="{FF2B5EF4-FFF2-40B4-BE49-F238E27FC236}">
                <a16:creationId xmlns:a16="http://schemas.microsoft.com/office/drawing/2014/main" id="{64FBF75C-2C3A-63D5-D63E-B2784622174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00869" y="1783425"/>
            <a:ext cx="6661701" cy="3535377"/>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7696603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BC8B6-00CD-B039-9B26-F89A2270A33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61AA54E-69D2-800A-0AE3-5737C147B86D}"/>
              </a:ext>
            </a:extLst>
          </p:cNvPr>
          <p:cNvSpPr txBox="1">
            <a:spLocks/>
          </p:cNvSpPr>
          <p:nvPr/>
        </p:nvSpPr>
        <p:spPr>
          <a:xfrm>
            <a:off x="419655" y="773435"/>
            <a:ext cx="6705600" cy="393600"/>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IN" sz="2000" b="1">
                <a:solidFill>
                  <a:schemeClr val="tx2"/>
                </a:solidFill>
                <a:latin typeface="Arial"/>
                <a:cs typeface="Arial"/>
              </a:rPr>
              <a:t>Install Python</a:t>
            </a:r>
            <a:endParaRPr lang="en-US" sz="2000" b="1">
              <a:solidFill>
                <a:schemeClr val="tx2"/>
              </a:solidFill>
              <a:latin typeface="Arial"/>
              <a:cs typeface="Arial"/>
            </a:endParaRPr>
          </a:p>
        </p:txBody>
      </p:sp>
      <p:sp>
        <p:nvSpPr>
          <p:cNvPr id="2" name="Text Placeholder 4">
            <a:extLst>
              <a:ext uri="{FF2B5EF4-FFF2-40B4-BE49-F238E27FC236}">
                <a16:creationId xmlns:a16="http://schemas.microsoft.com/office/drawing/2014/main" id="{A209F46F-E162-B9DA-C8AD-0366A6D16EBE}"/>
              </a:ext>
            </a:extLst>
          </p:cNvPr>
          <p:cNvSpPr txBox="1">
            <a:spLocks/>
          </p:cNvSpPr>
          <p:nvPr/>
        </p:nvSpPr>
        <p:spPr>
          <a:xfrm>
            <a:off x="419655" y="1167035"/>
            <a:ext cx="9747927" cy="5281683"/>
          </a:xfrm>
          <a:prstGeom prst="rect">
            <a:avLst/>
          </a:prstGeom>
        </p:spPr>
        <p:txBody>
          <a:bodyPr lIns="91440" tIns="45720" rIns="91440" bIns="45720" anchor="t"/>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0" indent="0">
              <a:lnSpc>
                <a:spcPct val="150000"/>
              </a:lnSpc>
              <a:buNone/>
            </a:pPr>
            <a:r>
              <a:rPr lang="en-US" sz="1800" b="1">
                <a:solidFill>
                  <a:schemeClr val="tx2"/>
                </a:solidFill>
                <a:latin typeface="Arial" panose="020B0604020202020204" pitchFamily="34" charset="0"/>
                <a:cs typeface="Arial" panose="020B0604020202020204" pitchFamily="34" charset="0"/>
              </a:rPr>
              <a:t>Why Python 3.10+?</a:t>
            </a:r>
          </a:p>
          <a:p>
            <a:pPr marL="495300" lvl="1" indent="-190500">
              <a:lnSpc>
                <a:spcPct val="150000"/>
              </a:lnSpc>
              <a:buFont typeface="Courier New" pitchFamily="34" charset="0"/>
              <a:buChar char="o"/>
            </a:pPr>
            <a:r>
              <a:rPr lang="en-US" sz="1550">
                <a:latin typeface="Arial"/>
                <a:cs typeface="Arial"/>
              </a:rPr>
              <a:t>Stable</a:t>
            </a:r>
          </a:p>
          <a:p>
            <a:pPr marL="495300" lvl="1" indent="-190500">
              <a:lnSpc>
                <a:spcPct val="150000"/>
              </a:lnSpc>
              <a:buFont typeface="Courier New" pitchFamily="34" charset="0"/>
              <a:buChar char="o"/>
            </a:pPr>
            <a:r>
              <a:rPr lang="en-US" sz="1550">
                <a:latin typeface="Arial"/>
                <a:cs typeface="Arial"/>
              </a:rPr>
              <a:t>Compatible with Copilot</a:t>
            </a:r>
          </a:p>
          <a:p>
            <a:pPr marL="495300" lvl="1" indent="-190500">
              <a:lnSpc>
                <a:spcPct val="150000"/>
              </a:lnSpc>
              <a:buFont typeface="Courier New" pitchFamily="34" charset="0"/>
              <a:buChar char="o"/>
            </a:pPr>
            <a:r>
              <a:rPr lang="en-US" sz="1550">
                <a:latin typeface="Arial"/>
                <a:cs typeface="Arial"/>
              </a:rPr>
              <a:t>Most libraries support it</a:t>
            </a:r>
          </a:p>
          <a:p>
            <a:pPr marL="228600" indent="-228600">
              <a:lnSpc>
                <a:spcPct val="150000"/>
              </a:lnSpc>
            </a:pPr>
            <a:r>
              <a:rPr lang="en-IN" sz="1800" b="1">
                <a:solidFill>
                  <a:schemeClr val="tx2"/>
                </a:solidFill>
                <a:latin typeface="Arial" panose="020B0604020202020204" pitchFamily="34" charset="0"/>
                <a:cs typeface="Arial" panose="020B0604020202020204" pitchFamily="34" charset="0"/>
              </a:rPr>
              <a:t>Installing VS Code – Windows</a:t>
            </a:r>
          </a:p>
          <a:p>
            <a:pPr marL="266700" lvl="1" indent="0">
              <a:lnSpc>
                <a:spcPct val="150000"/>
              </a:lnSpc>
              <a:buNone/>
            </a:pPr>
            <a:r>
              <a:rPr lang="en-IN" sz="1550" b="1">
                <a:solidFill>
                  <a:schemeClr val="tx2"/>
                </a:solidFill>
                <a:latin typeface="Arial"/>
                <a:cs typeface="Arial"/>
                <a:hlinkClick r:id="rId4">
                  <a:extLst>
                    <a:ext uri="{A12FA001-AC4F-418D-AE19-62706E023703}">
                      <ahyp:hlinkClr xmlns:ahyp="http://schemas.microsoft.com/office/drawing/2018/hyperlinkcolor" val="tx"/>
                    </a:ext>
                  </a:extLst>
                </a:hlinkClick>
              </a:rPr>
              <a:t>https://www.python.org/downloads/</a:t>
            </a:r>
            <a:endParaRPr lang="en-IN" sz="1550" b="1">
              <a:solidFill>
                <a:schemeClr val="tx2"/>
              </a:solidFill>
              <a:latin typeface="Arial"/>
              <a:cs typeface="Arial"/>
            </a:endParaRPr>
          </a:p>
          <a:p>
            <a:pPr marL="495300" lvl="1" indent="-190500">
              <a:lnSpc>
                <a:spcPct val="150000"/>
              </a:lnSpc>
              <a:buFont typeface="Courier New" pitchFamily="34" charset="0"/>
              <a:buChar char="o"/>
            </a:pPr>
            <a:r>
              <a:rPr lang="en-US" altLang="en-US" sz="1550">
                <a:latin typeface="Arial"/>
                <a:cs typeface="Arial"/>
              </a:rPr>
              <a:t>Double-click installer. Next → Next. </a:t>
            </a:r>
          </a:p>
          <a:p>
            <a:pPr marL="495300" lvl="1" indent="-190500">
              <a:lnSpc>
                <a:spcPct val="150000"/>
              </a:lnSpc>
              <a:buFont typeface="Courier New" pitchFamily="34" charset="0"/>
              <a:buChar char="o"/>
            </a:pPr>
            <a:r>
              <a:rPr lang="en-US" altLang="en-US" sz="1550">
                <a:latin typeface="Arial"/>
                <a:cs typeface="Arial"/>
              </a:rPr>
              <a:t>Select “Add to PATH”. Finish</a:t>
            </a:r>
          </a:p>
          <a:p>
            <a:pPr marL="228600" indent="-228600"/>
            <a:r>
              <a:rPr lang="en-IN" sz="1800" b="1">
                <a:solidFill>
                  <a:schemeClr val="tx2"/>
                </a:solidFill>
                <a:latin typeface="Arial" panose="020B0604020202020204" pitchFamily="34" charset="0"/>
                <a:cs typeface="Arial" panose="020B0604020202020204" pitchFamily="34" charset="0"/>
              </a:rPr>
              <a:t>Verify Python Installation</a:t>
            </a:r>
          </a:p>
          <a:p>
            <a:pPr marL="495300" lvl="1" indent="-190500">
              <a:buFont typeface="Courier New" pitchFamily="34" charset="0"/>
              <a:buChar char="o"/>
            </a:pPr>
            <a:r>
              <a:rPr lang="en-IN" sz="1550">
                <a:latin typeface="Arial"/>
                <a:cs typeface="Arial"/>
              </a:rPr>
              <a:t>Open VS Code terminal: python --version</a:t>
            </a:r>
          </a:p>
          <a:p>
            <a:pPr marL="495300" lvl="1" indent="-190500">
              <a:buFont typeface="Courier New" pitchFamily="34" charset="0"/>
              <a:buChar char="o"/>
            </a:pPr>
            <a:r>
              <a:rPr lang="en-IN" sz="1550">
                <a:latin typeface="Arial"/>
                <a:cs typeface="Arial"/>
              </a:rPr>
              <a:t>Expected output: Python 3.11.x</a:t>
            </a:r>
            <a:endParaRPr lang="en-US" sz="1550">
              <a:latin typeface="Arial"/>
              <a:cs typeface="Arial"/>
            </a:endParaRPr>
          </a:p>
        </p:txBody>
      </p:sp>
      <p:sp>
        <p:nvSpPr>
          <p:cNvPr id="10" name="Rectangle 1">
            <a:extLst>
              <a:ext uri="{FF2B5EF4-FFF2-40B4-BE49-F238E27FC236}">
                <a16:creationId xmlns:a16="http://schemas.microsoft.com/office/drawing/2014/main" id="{753C89DD-4B18-578D-ECBD-1AFB2FFF6CA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7171" name="Picture 3">
            <a:extLst>
              <a:ext uri="{FF2B5EF4-FFF2-40B4-BE49-F238E27FC236}">
                <a16:creationId xmlns:a16="http://schemas.microsoft.com/office/drawing/2014/main" id="{29FD8086-608B-781F-D839-AD59B3B0B88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69194" y="1668009"/>
            <a:ext cx="5995366" cy="4281362"/>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5600349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D45C9-1B63-62B5-B30A-2BFEF7201FA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467416E-53D0-45F4-BE1F-0BE5503FABA3}"/>
              </a:ext>
            </a:extLst>
          </p:cNvPr>
          <p:cNvSpPr txBox="1">
            <a:spLocks/>
          </p:cNvSpPr>
          <p:nvPr/>
        </p:nvSpPr>
        <p:spPr>
          <a:xfrm>
            <a:off x="419655" y="773435"/>
            <a:ext cx="6705600" cy="393600"/>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a:solidFill>
                  <a:schemeClr val="tx2"/>
                </a:solidFill>
                <a:latin typeface="Arial"/>
                <a:cs typeface="Arial"/>
              </a:rPr>
              <a:t>Common Install Problems</a:t>
            </a:r>
          </a:p>
        </p:txBody>
      </p:sp>
      <p:sp>
        <p:nvSpPr>
          <p:cNvPr id="2" name="Text Placeholder 4">
            <a:extLst>
              <a:ext uri="{FF2B5EF4-FFF2-40B4-BE49-F238E27FC236}">
                <a16:creationId xmlns:a16="http://schemas.microsoft.com/office/drawing/2014/main" id="{B7937C45-CA84-D2D8-4330-131D9D779C73}"/>
              </a:ext>
            </a:extLst>
          </p:cNvPr>
          <p:cNvSpPr txBox="1">
            <a:spLocks/>
          </p:cNvSpPr>
          <p:nvPr/>
        </p:nvSpPr>
        <p:spPr>
          <a:xfrm>
            <a:off x="419655" y="1167035"/>
            <a:ext cx="9747927" cy="5281683"/>
          </a:xfrm>
          <a:prstGeom prst="rect">
            <a:avLst/>
          </a:prstGeom>
        </p:spPr>
        <p:txBody>
          <a:bodyPr lIns="91440" tIns="45720" rIns="91440" bIns="45720" anchor="t"/>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342900" indent="-342900">
              <a:lnSpc>
                <a:spcPct val="150000"/>
              </a:lnSpc>
            </a:pPr>
            <a:endParaRPr lang="en-US" sz="2100" b="1">
              <a:latin typeface="Arial"/>
              <a:cs typeface="Arial"/>
            </a:endParaRPr>
          </a:p>
          <a:p>
            <a:pPr marL="285750" indent="-285750">
              <a:lnSpc>
                <a:spcPct val="150000"/>
              </a:lnSpc>
            </a:pPr>
            <a:r>
              <a:rPr lang="en-US" sz="1800">
                <a:latin typeface="Arial"/>
                <a:ea typeface="+mn-lt"/>
                <a:cs typeface="Arial"/>
              </a:rPr>
              <a:t>“Python not recognized”</a:t>
            </a:r>
            <a:br>
              <a:rPr lang="en-US" sz="1800">
                <a:latin typeface="Arial"/>
                <a:ea typeface="+mn-lt"/>
                <a:cs typeface="Arial"/>
              </a:rPr>
            </a:br>
            <a:r>
              <a:rPr lang="en-US" sz="1800">
                <a:latin typeface="Arial"/>
                <a:ea typeface="+mn-lt"/>
                <a:cs typeface="Arial"/>
              </a:rPr>
              <a:t> → Reinstall with PATH checked</a:t>
            </a:r>
            <a:endParaRPr lang="en-US" sz="1800">
              <a:latin typeface="Arial"/>
              <a:cs typeface="Arial"/>
            </a:endParaRPr>
          </a:p>
          <a:p>
            <a:pPr marL="285750" indent="-285750">
              <a:lnSpc>
                <a:spcPct val="150000"/>
              </a:lnSpc>
            </a:pPr>
            <a:r>
              <a:rPr lang="en-US" sz="1800">
                <a:latin typeface="Arial"/>
                <a:ea typeface="+mn-lt"/>
                <a:cs typeface="Arial"/>
              </a:rPr>
              <a:t>Wrong Python version</a:t>
            </a:r>
            <a:br>
              <a:rPr lang="en-US" sz="1800">
                <a:latin typeface="Arial"/>
                <a:ea typeface="+mn-lt"/>
                <a:cs typeface="Arial"/>
              </a:rPr>
            </a:br>
            <a:r>
              <a:rPr lang="en-US" sz="1800">
                <a:latin typeface="Arial"/>
                <a:ea typeface="+mn-lt"/>
                <a:cs typeface="Arial"/>
              </a:rPr>
              <a:t> → Install latest</a:t>
            </a:r>
            <a:endParaRPr lang="en-US" sz="2100">
              <a:latin typeface="Arial"/>
              <a:ea typeface="+mn-lt"/>
              <a:cs typeface="Arial"/>
            </a:endParaRPr>
          </a:p>
          <a:p>
            <a:pPr marL="285750" indent="-285750">
              <a:lnSpc>
                <a:spcPct val="150000"/>
              </a:lnSpc>
            </a:pPr>
            <a:r>
              <a:rPr lang="en-US" sz="1800">
                <a:latin typeface="Arial"/>
                <a:ea typeface="+mn-lt"/>
                <a:cs typeface="Arial"/>
              </a:rPr>
              <a:t> Terminal not opening</a:t>
            </a:r>
            <a:br>
              <a:rPr lang="en-US" sz="1800">
                <a:latin typeface="Arial"/>
                <a:ea typeface="+mn-lt"/>
                <a:cs typeface="Arial"/>
              </a:rPr>
            </a:br>
            <a:r>
              <a:rPr lang="en-US" sz="1800">
                <a:latin typeface="Arial"/>
                <a:ea typeface="+mn-lt"/>
                <a:cs typeface="Arial"/>
              </a:rPr>
              <a:t> → Restart VS Code</a:t>
            </a:r>
            <a:endParaRPr lang="en-US" sz="2100">
              <a:latin typeface="Arial"/>
              <a:ea typeface="+mn-lt"/>
              <a:cs typeface="Arial"/>
            </a:endParaRPr>
          </a:p>
          <a:p>
            <a:pPr marL="285750" indent="-285750">
              <a:lnSpc>
                <a:spcPct val="150000"/>
              </a:lnSpc>
            </a:pPr>
            <a:endParaRPr lang="en-US" sz="1800" b="1">
              <a:latin typeface="Arial" panose="020B0604020202020204" pitchFamily="34" charset="0"/>
              <a:cs typeface="Arial" panose="020B0604020202020204" pitchFamily="34" charset="0"/>
            </a:endParaRPr>
          </a:p>
        </p:txBody>
      </p:sp>
      <p:sp>
        <p:nvSpPr>
          <p:cNvPr id="10" name="Rectangle 1">
            <a:extLst>
              <a:ext uri="{FF2B5EF4-FFF2-40B4-BE49-F238E27FC236}">
                <a16:creationId xmlns:a16="http://schemas.microsoft.com/office/drawing/2014/main" id="{ABF1E2B7-F64F-066A-6100-B38628556E1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7171" name="Picture 3">
            <a:extLst>
              <a:ext uri="{FF2B5EF4-FFF2-40B4-BE49-F238E27FC236}">
                <a16:creationId xmlns:a16="http://schemas.microsoft.com/office/drawing/2014/main" id="{58BF5AE4-0E0F-B90D-EC23-B699B5A655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7290" y="1717171"/>
            <a:ext cx="5995366" cy="4281362"/>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0580144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7A5E4-4E8D-2D24-FFDA-95022246BA0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4A9D851-24D8-E2A3-9CBF-828E8037818A}"/>
              </a:ext>
            </a:extLst>
          </p:cNvPr>
          <p:cNvSpPr txBox="1">
            <a:spLocks/>
          </p:cNvSpPr>
          <p:nvPr/>
        </p:nvSpPr>
        <p:spPr>
          <a:xfrm>
            <a:off x="419655" y="773435"/>
            <a:ext cx="6705600"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IN" sz="2000" b="1">
                <a:solidFill>
                  <a:schemeClr val="tx2"/>
                </a:solidFill>
                <a:latin typeface="Arial" panose="020B0604020202020204" pitchFamily="34" charset="0"/>
                <a:cs typeface="Arial" panose="020B0604020202020204" pitchFamily="34" charset="0"/>
              </a:rPr>
              <a:t>Create GitHub Account</a:t>
            </a:r>
            <a:endParaRPr lang="en-US" sz="2000" b="1">
              <a:solidFill>
                <a:schemeClr val="tx2"/>
              </a:solidFill>
              <a:latin typeface="Arial" panose="020B0604020202020204" pitchFamily="34" charset="0"/>
              <a:cs typeface="Arial" panose="020B0604020202020204" pitchFamily="34" charset="0"/>
            </a:endParaRPr>
          </a:p>
        </p:txBody>
      </p:sp>
      <p:sp>
        <p:nvSpPr>
          <p:cNvPr id="2" name="Text Placeholder 4">
            <a:extLst>
              <a:ext uri="{FF2B5EF4-FFF2-40B4-BE49-F238E27FC236}">
                <a16:creationId xmlns:a16="http://schemas.microsoft.com/office/drawing/2014/main" id="{81A00419-91BB-EEBC-E0BF-8DF08DBC61BF}"/>
              </a:ext>
            </a:extLst>
          </p:cNvPr>
          <p:cNvSpPr txBox="1">
            <a:spLocks/>
          </p:cNvSpPr>
          <p:nvPr/>
        </p:nvSpPr>
        <p:spPr>
          <a:xfrm>
            <a:off x="419655" y="1167035"/>
            <a:ext cx="9747927" cy="5281683"/>
          </a:xfrm>
          <a:prstGeom prst="rect">
            <a:avLst/>
          </a:prstGeom>
        </p:spPr>
        <p:txBody>
          <a:bodyPr lIns="91440" tIns="45720" rIns="91440" bIns="45720" anchor="t"/>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228600" indent="-228600">
              <a:lnSpc>
                <a:spcPct val="150000"/>
              </a:lnSpc>
            </a:pPr>
            <a:r>
              <a:rPr lang="en-US" sz="1800">
                <a:latin typeface="Arial"/>
                <a:cs typeface="Arial"/>
              </a:rPr>
              <a:t>Go to:</a:t>
            </a:r>
            <a:br>
              <a:rPr lang="en-US" sz="1800">
                <a:latin typeface="Arial"/>
                <a:cs typeface="Arial"/>
              </a:rPr>
            </a:br>
            <a:r>
              <a:rPr lang="en-US" sz="1800">
                <a:latin typeface="Arial"/>
                <a:cs typeface="Arial"/>
                <a:hlinkClick r:id="rId4"/>
              </a:rPr>
              <a:t>https://github.com/signup</a:t>
            </a:r>
            <a:endParaRPr lang="en-US" sz="1800">
              <a:latin typeface="Arial"/>
              <a:cs typeface="Arial"/>
            </a:endParaRPr>
          </a:p>
          <a:p>
            <a:pPr marL="228600" indent="-228600">
              <a:lnSpc>
                <a:spcPct val="150000"/>
              </a:lnSpc>
            </a:pPr>
            <a:r>
              <a:rPr lang="en-US" sz="1800">
                <a:latin typeface="Arial"/>
                <a:cs typeface="Arial"/>
              </a:rPr>
              <a:t>Create free account.</a:t>
            </a:r>
          </a:p>
          <a:p>
            <a:pPr marL="0" indent="0">
              <a:lnSpc>
                <a:spcPct val="150000"/>
              </a:lnSpc>
              <a:buNone/>
            </a:pPr>
            <a:r>
              <a:rPr lang="en-US" sz="2000" b="1">
                <a:solidFill>
                  <a:schemeClr val="tx2"/>
                </a:solidFill>
                <a:latin typeface="Arial"/>
                <a:cs typeface="Arial"/>
              </a:rPr>
              <a:t>GitHub Copilot Access (2026 Status)</a:t>
            </a:r>
          </a:p>
          <a:p>
            <a:pPr marL="0" indent="0">
              <a:lnSpc>
                <a:spcPct val="150000"/>
              </a:lnSpc>
              <a:buNone/>
            </a:pPr>
            <a:r>
              <a:rPr lang="en-US" sz="1800">
                <a:latin typeface="Arial"/>
                <a:cs typeface="Arial"/>
              </a:rPr>
              <a:t>Options:</a:t>
            </a:r>
          </a:p>
          <a:p>
            <a:pPr marL="228600" indent="-228600">
              <a:lnSpc>
                <a:spcPct val="150000"/>
              </a:lnSpc>
            </a:pPr>
            <a:r>
              <a:rPr lang="en-US" sz="1800">
                <a:latin typeface="Arial"/>
                <a:cs typeface="Arial"/>
              </a:rPr>
              <a:t>Free trial</a:t>
            </a:r>
          </a:p>
          <a:p>
            <a:pPr marL="228600" indent="-228600">
              <a:lnSpc>
                <a:spcPct val="150000"/>
              </a:lnSpc>
            </a:pPr>
            <a:r>
              <a:rPr lang="en-US" sz="1800">
                <a:latin typeface="Arial"/>
                <a:cs typeface="Arial"/>
              </a:rPr>
              <a:t>Student Developer Pack (Free for verified students)</a:t>
            </a:r>
          </a:p>
          <a:p>
            <a:pPr marL="228600" indent="-228600">
              <a:lnSpc>
                <a:spcPct val="150000"/>
              </a:lnSpc>
            </a:pPr>
            <a:r>
              <a:rPr lang="en-US" sz="1800">
                <a:latin typeface="Arial"/>
                <a:cs typeface="Arial"/>
              </a:rPr>
              <a:t>Paid monthly subscription</a:t>
            </a:r>
            <a:endParaRPr lang="en-US" sz="1800" b="1">
              <a:solidFill>
                <a:schemeClr val="tx2"/>
              </a:solidFill>
              <a:latin typeface="Arial"/>
              <a:cs typeface="Arial"/>
            </a:endParaRPr>
          </a:p>
          <a:p>
            <a:pPr marL="228600" indent="-228600">
              <a:lnSpc>
                <a:spcPct val="150000"/>
              </a:lnSpc>
            </a:pPr>
            <a:endParaRPr lang="en-US" sz="1800">
              <a:latin typeface="Arial" panose="020B0604020202020204" pitchFamily="34" charset="0"/>
              <a:cs typeface="Arial" panose="020B0604020202020204" pitchFamily="34" charset="0"/>
            </a:endParaRPr>
          </a:p>
        </p:txBody>
      </p:sp>
      <p:sp>
        <p:nvSpPr>
          <p:cNvPr id="10" name="Rectangle 1">
            <a:extLst>
              <a:ext uri="{FF2B5EF4-FFF2-40B4-BE49-F238E27FC236}">
                <a16:creationId xmlns:a16="http://schemas.microsoft.com/office/drawing/2014/main" id="{9D8D36F9-3CBE-E7B7-5699-7539028A38C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5" name="Picture 4">
            <a:extLst>
              <a:ext uri="{FF2B5EF4-FFF2-40B4-BE49-F238E27FC236}">
                <a16:creationId xmlns:a16="http://schemas.microsoft.com/office/drawing/2014/main" id="{3CAD6895-4BDC-B484-9862-AF95A978F506}"/>
              </a:ext>
            </a:extLst>
          </p:cNvPr>
          <p:cNvPicPr>
            <a:picLocks noChangeAspect="1"/>
          </p:cNvPicPr>
          <p:nvPr/>
        </p:nvPicPr>
        <p:blipFill>
          <a:blip r:embed="rId5"/>
          <a:stretch>
            <a:fillRect/>
          </a:stretch>
        </p:blipFill>
        <p:spPr>
          <a:xfrm>
            <a:off x="6812740" y="1620286"/>
            <a:ext cx="4959605" cy="4464279"/>
          </a:xfrm>
          <a:prstGeom prst="rect">
            <a:avLst/>
          </a:prstGeom>
          <a:ln>
            <a:solidFill>
              <a:srgbClr val="4472C4"/>
            </a:solidFill>
          </a:ln>
        </p:spPr>
      </p:pic>
    </p:spTree>
    <p:custDataLst>
      <p:tags r:id="rId1"/>
    </p:custDataLst>
    <p:extLst>
      <p:ext uri="{BB962C8B-B14F-4D97-AF65-F5344CB8AC3E}">
        <p14:creationId xmlns:p14="http://schemas.microsoft.com/office/powerpoint/2010/main" val="12089935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CD5A3-A0D5-4BBC-6B9F-3ADE9AA0743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EC0F399-E6ED-655C-3BC7-C934EDB1854B}"/>
              </a:ext>
            </a:extLst>
          </p:cNvPr>
          <p:cNvSpPr txBox="1">
            <a:spLocks/>
          </p:cNvSpPr>
          <p:nvPr/>
        </p:nvSpPr>
        <p:spPr>
          <a:xfrm>
            <a:off x="381000" y="673200"/>
            <a:ext cx="6705600"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lnSpc>
                <a:spcPct val="150000"/>
              </a:lnSpc>
            </a:pPr>
            <a:r>
              <a:rPr lang="en-IN" sz="2000" b="1" dirty="0">
                <a:solidFill>
                  <a:schemeClr val="tx2"/>
                </a:solidFill>
                <a:latin typeface="Arial" panose="020B0604020202020204" pitchFamily="34" charset="0"/>
                <a:cs typeface="Arial" panose="020B0604020202020204" pitchFamily="34" charset="0"/>
              </a:rPr>
              <a:t>Install GitHub Copilot Extension</a:t>
            </a:r>
            <a:endParaRPr lang="en-US" sz="2000" b="1" dirty="0">
              <a:solidFill>
                <a:schemeClr val="tx2"/>
              </a:solidFill>
              <a:latin typeface="Arial" panose="020B0604020202020204" pitchFamily="34" charset="0"/>
              <a:cs typeface="Arial" panose="020B0604020202020204" pitchFamily="34" charset="0"/>
            </a:endParaRPr>
          </a:p>
        </p:txBody>
      </p:sp>
      <p:sp>
        <p:nvSpPr>
          <p:cNvPr id="2" name="Text Placeholder 4">
            <a:extLst>
              <a:ext uri="{FF2B5EF4-FFF2-40B4-BE49-F238E27FC236}">
                <a16:creationId xmlns:a16="http://schemas.microsoft.com/office/drawing/2014/main" id="{ED80BE2D-999F-12AB-B5F5-DEB8694A1796}"/>
              </a:ext>
            </a:extLst>
          </p:cNvPr>
          <p:cNvSpPr txBox="1">
            <a:spLocks/>
          </p:cNvSpPr>
          <p:nvPr/>
        </p:nvSpPr>
        <p:spPr>
          <a:xfrm>
            <a:off x="419655" y="1351127"/>
            <a:ext cx="9747927" cy="5281683"/>
          </a:xfrm>
          <a:prstGeom prst="rect">
            <a:avLst/>
          </a:prstGeom>
        </p:spPr>
        <p:txBody>
          <a:bodyPr lIns="91440" tIns="45720" rIns="91440" bIns="45720" anchor="t"/>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228600" indent="-228600">
              <a:lnSpc>
                <a:spcPct val="150000"/>
              </a:lnSpc>
            </a:pPr>
            <a:r>
              <a:rPr lang="en-US" sz="1800">
                <a:latin typeface="Arial"/>
                <a:cs typeface="Arial"/>
              </a:rPr>
              <a:t>Open Extensions</a:t>
            </a:r>
          </a:p>
          <a:p>
            <a:pPr marL="495300" lvl="1" indent="-190500">
              <a:lnSpc>
                <a:spcPct val="150000"/>
              </a:lnSpc>
              <a:buFont typeface="Courier New" pitchFamily="34" charset="0"/>
              <a:buChar char="o"/>
            </a:pPr>
            <a:r>
              <a:rPr lang="en-US" sz="1550">
                <a:latin typeface="Arial"/>
                <a:cs typeface="Arial"/>
              </a:rPr>
              <a:t>Search “GitHub Copilot”</a:t>
            </a:r>
          </a:p>
          <a:p>
            <a:pPr marL="495300" lvl="1" indent="-190500">
              <a:lnSpc>
                <a:spcPct val="150000"/>
              </a:lnSpc>
              <a:buFont typeface="Courier New" pitchFamily="34" charset="0"/>
              <a:buChar char="o"/>
            </a:pPr>
            <a:r>
              <a:rPr lang="en-US" sz="1550">
                <a:latin typeface="Arial"/>
                <a:cs typeface="Arial"/>
              </a:rPr>
              <a:t>Click Install</a:t>
            </a:r>
          </a:p>
          <a:p>
            <a:pPr marL="495300" lvl="1" indent="-190500">
              <a:lnSpc>
                <a:spcPct val="150000"/>
              </a:lnSpc>
              <a:buFont typeface="Courier New" pitchFamily="34" charset="0"/>
              <a:buChar char="o"/>
            </a:pPr>
            <a:r>
              <a:rPr lang="en-US" sz="1550">
                <a:latin typeface="Arial"/>
                <a:cs typeface="Arial"/>
              </a:rPr>
              <a:t>Also install: Copilot Chat</a:t>
            </a:r>
          </a:p>
          <a:p>
            <a:pPr marL="0" indent="0">
              <a:lnSpc>
                <a:spcPct val="150000"/>
              </a:lnSpc>
              <a:buNone/>
            </a:pPr>
            <a:r>
              <a:rPr lang="en-IN" sz="2000" b="1">
                <a:solidFill>
                  <a:schemeClr val="tx2"/>
                </a:solidFill>
                <a:latin typeface="Arial"/>
                <a:cs typeface="Arial"/>
              </a:rPr>
              <a:t>Sign In to GitHub</a:t>
            </a:r>
          </a:p>
          <a:p>
            <a:pPr marL="495300" lvl="1" indent="-190500">
              <a:lnSpc>
                <a:spcPct val="150000"/>
              </a:lnSpc>
              <a:buFont typeface="Courier New" pitchFamily="34" charset="0"/>
              <a:buChar char="o"/>
            </a:pPr>
            <a:r>
              <a:rPr lang="en-US" sz="1550">
                <a:latin typeface="Arial"/>
                <a:cs typeface="Arial"/>
              </a:rPr>
              <a:t>Click Sign In</a:t>
            </a:r>
          </a:p>
          <a:p>
            <a:pPr marL="495300" lvl="1" indent="-190500">
              <a:lnSpc>
                <a:spcPct val="150000"/>
              </a:lnSpc>
              <a:buFont typeface="Courier New" pitchFamily="34" charset="0"/>
              <a:buChar char="o"/>
            </a:pPr>
            <a:r>
              <a:rPr lang="en-US" sz="1550">
                <a:latin typeface="Arial"/>
                <a:cs typeface="Arial"/>
              </a:rPr>
              <a:t>Browser opens</a:t>
            </a:r>
          </a:p>
          <a:p>
            <a:pPr marL="495300" lvl="1" indent="-190500">
              <a:lnSpc>
                <a:spcPct val="150000"/>
              </a:lnSpc>
              <a:buFont typeface="Courier New" pitchFamily="34" charset="0"/>
              <a:buChar char="o"/>
            </a:pPr>
            <a:r>
              <a:rPr lang="en-US" sz="1550">
                <a:latin typeface="Arial"/>
                <a:cs typeface="Arial"/>
              </a:rPr>
              <a:t>Authorize VS Code</a:t>
            </a:r>
          </a:p>
          <a:p>
            <a:pPr marL="495300" lvl="1" indent="-190500">
              <a:lnSpc>
                <a:spcPct val="150000"/>
              </a:lnSpc>
              <a:buFont typeface="Courier New" pitchFamily="34" charset="0"/>
              <a:buChar char="o"/>
            </a:pPr>
            <a:r>
              <a:rPr lang="en-US" sz="1550">
                <a:latin typeface="Arial"/>
                <a:cs typeface="Arial"/>
              </a:rPr>
              <a:t>Return to VS Code</a:t>
            </a:r>
          </a:p>
          <a:p>
            <a:pPr marL="0" indent="0">
              <a:lnSpc>
                <a:spcPct val="150000"/>
              </a:lnSpc>
              <a:buNone/>
            </a:pPr>
            <a:endParaRPr lang="en-US" sz="1800">
              <a:latin typeface="Arial"/>
              <a:cs typeface="Arial"/>
            </a:endParaRPr>
          </a:p>
        </p:txBody>
      </p:sp>
      <p:sp>
        <p:nvSpPr>
          <p:cNvPr id="10" name="Rectangle 1">
            <a:extLst>
              <a:ext uri="{FF2B5EF4-FFF2-40B4-BE49-F238E27FC236}">
                <a16:creationId xmlns:a16="http://schemas.microsoft.com/office/drawing/2014/main" id="{883ECCF2-35FF-131A-B0B0-DE4ED7AEB216}"/>
              </a:ext>
            </a:extLst>
          </p:cNvPr>
          <p:cNvSpPr>
            <a:spLocks noChangeArrowheads="1"/>
          </p:cNvSpPr>
          <p:nvPr/>
        </p:nvSpPr>
        <p:spPr bwMode="auto">
          <a:xfrm>
            <a:off x="0" y="-233942"/>
            <a:ext cx="184731" cy="467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nSpc>
                <a:spcPct val="150000"/>
              </a:lnSpc>
            </a:pPr>
            <a:endParaRPr lang="en-IN"/>
          </a:p>
        </p:txBody>
      </p:sp>
    </p:spTree>
    <p:custDataLst>
      <p:tags r:id="rId1"/>
    </p:custDataLst>
    <p:extLst>
      <p:ext uri="{BB962C8B-B14F-4D97-AF65-F5344CB8AC3E}">
        <p14:creationId xmlns:p14="http://schemas.microsoft.com/office/powerpoint/2010/main" val="37854430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9D193-6627-617D-ED2D-76D3EAF5858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F8D1968-983E-A809-F61B-A86556871AC5}"/>
              </a:ext>
            </a:extLst>
          </p:cNvPr>
          <p:cNvSpPr txBox="1">
            <a:spLocks/>
          </p:cNvSpPr>
          <p:nvPr/>
        </p:nvSpPr>
        <p:spPr>
          <a:xfrm>
            <a:off x="381000" y="673200"/>
            <a:ext cx="6705600" cy="393600"/>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lnSpc>
                <a:spcPct val="150000"/>
              </a:lnSpc>
            </a:pPr>
            <a:r>
              <a:rPr lang="en-IN" sz="2000" b="1" dirty="0">
                <a:solidFill>
                  <a:schemeClr val="tx2"/>
                </a:solidFill>
                <a:latin typeface="Arial"/>
                <a:ea typeface="+mj-lt"/>
                <a:cs typeface="Arial"/>
              </a:rPr>
              <a:t>Basic Workflow Diagram</a:t>
            </a:r>
            <a:endParaRPr lang="en-US" sz="2000" b="1" dirty="0">
              <a:solidFill>
                <a:schemeClr val="tx2"/>
              </a:solidFill>
              <a:latin typeface="Arial"/>
              <a:cs typeface="Arial"/>
            </a:endParaRPr>
          </a:p>
        </p:txBody>
      </p:sp>
      <p:sp>
        <p:nvSpPr>
          <p:cNvPr id="10" name="Rectangle 1">
            <a:extLst>
              <a:ext uri="{FF2B5EF4-FFF2-40B4-BE49-F238E27FC236}">
                <a16:creationId xmlns:a16="http://schemas.microsoft.com/office/drawing/2014/main" id="{7AB1B481-DCDD-1A7D-6B11-DCF577E23EB7}"/>
              </a:ext>
            </a:extLst>
          </p:cNvPr>
          <p:cNvSpPr>
            <a:spLocks noChangeArrowheads="1"/>
          </p:cNvSpPr>
          <p:nvPr/>
        </p:nvSpPr>
        <p:spPr bwMode="auto">
          <a:xfrm>
            <a:off x="0" y="-233942"/>
            <a:ext cx="184731" cy="467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nSpc>
                <a:spcPct val="150000"/>
              </a:lnSpc>
            </a:pPr>
            <a:endParaRPr lang="en-IN"/>
          </a:p>
        </p:txBody>
      </p:sp>
      <p:pic>
        <p:nvPicPr>
          <p:cNvPr id="3" name="Picture 2" descr="A diagram of a robot&#10;&#10;AI-generated content may be incorrect.">
            <a:extLst>
              <a:ext uri="{FF2B5EF4-FFF2-40B4-BE49-F238E27FC236}">
                <a16:creationId xmlns:a16="http://schemas.microsoft.com/office/drawing/2014/main" id="{567A0000-6D26-983C-288B-06264373C1D4}"/>
              </a:ext>
            </a:extLst>
          </p:cNvPr>
          <p:cNvPicPr>
            <a:picLocks noChangeAspect="1"/>
          </p:cNvPicPr>
          <p:nvPr/>
        </p:nvPicPr>
        <p:blipFill>
          <a:blip r:embed="rId4"/>
          <a:stretch>
            <a:fillRect/>
          </a:stretch>
        </p:blipFill>
        <p:spPr>
          <a:xfrm>
            <a:off x="1542283" y="1524922"/>
            <a:ext cx="8640404" cy="4164576"/>
          </a:xfrm>
          <a:prstGeom prst="rect">
            <a:avLst/>
          </a:prstGeom>
          <a:ln>
            <a:solidFill>
              <a:srgbClr val="4472C4"/>
            </a:solidFill>
          </a:ln>
        </p:spPr>
      </p:pic>
    </p:spTree>
    <p:custDataLst>
      <p:tags r:id="rId1"/>
    </p:custDataLst>
    <p:extLst>
      <p:ext uri="{BB962C8B-B14F-4D97-AF65-F5344CB8AC3E}">
        <p14:creationId xmlns:p14="http://schemas.microsoft.com/office/powerpoint/2010/main" val="38244186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E8C22-DCD6-7AD4-E5E9-192DEAEAACE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1EC6F30-6883-BA5D-C4F1-A4220D13F286}"/>
              </a:ext>
            </a:extLst>
          </p:cNvPr>
          <p:cNvSpPr txBox="1">
            <a:spLocks/>
          </p:cNvSpPr>
          <p:nvPr/>
        </p:nvSpPr>
        <p:spPr>
          <a:xfrm>
            <a:off x="419655" y="773435"/>
            <a:ext cx="6705600" cy="393600"/>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a:solidFill>
                  <a:srgbClr val="000000"/>
                </a:solidFill>
                <a:latin typeface="Arial"/>
                <a:ea typeface="+mj-lt"/>
                <a:cs typeface="Arial"/>
              </a:rPr>
              <a:t>Accepting Suggestions</a:t>
            </a:r>
            <a:endParaRPr lang="en-IN" sz="2000">
              <a:solidFill>
                <a:srgbClr val="000000"/>
              </a:solidFill>
              <a:latin typeface="Arial"/>
              <a:ea typeface="+mj-lt"/>
              <a:cs typeface="Arial"/>
            </a:endParaRPr>
          </a:p>
          <a:p>
            <a:pPr algn="l">
              <a:lnSpc>
                <a:spcPct val="150000"/>
              </a:lnSpc>
            </a:pPr>
            <a:endParaRPr lang="en-IN" sz="2000" b="1">
              <a:solidFill>
                <a:schemeClr val="tx2"/>
              </a:solidFill>
              <a:latin typeface="Arial"/>
              <a:cs typeface="Arial"/>
            </a:endParaRPr>
          </a:p>
        </p:txBody>
      </p:sp>
      <p:sp>
        <p:nvSpPr>
          <p:cNvPr id="10" name="Rectangle 1">
            <a:extLst>
              <a:ext uri="{FF2B5EF4-FFF2-40B4-BE49-F238E27FC236}">
                <a16:creationId xmlns:a16="http://schemas.microsoft.com/office/drawing/2014/main" id="{E3536B06-A8FE-E808-04A2-36C309D70BC8}"/>
              </a:ext>
            </a:extLst>
          </p:cNvPr>
          <p:cNvSpPr>
            <a:spLocks noChangeArrowheads="1"/>
          </p:cNvSpPr>
          <p:nvPr/>
        </p:nvSpPr>
        <p:spPr bwMode="auto">
          <a:xfrm>
            <a:off x="0" y="-233942"/>
            <a:ext cx="184731" cy="467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nSpc>
                <a:spcPct val="150000"/>
              </a:lnSpc>
            </a:pPr>
            <a:endParaRPr lang="en-IN"/>
          </a:p>
        </p:txBody>
      </p:sp>
      <p:pic>
        <p:nvPicPr>
          <p:cNvPr id="3" name="Picture 2">
            <a:extLst>
              <a:ext uri="{FF2B5EF4-FFF2-40B4-BE49-F238E27FC236}">
                <a16:creationId xmlns:a16="http://schemas.microsoft.com/office/drawing/2014/main" id="{6C96E25B-C317-78D9-0449-2CAC40E41018}"/>
              </a:ext>
            </a:extLst>
          </p:cNvPr>
          <p:cNvPicPr>
            <a:picLocks noChangeAspect="1"/>
          </p:cNvPicPr>
          <p:nvPr/>
        </p:nvPicPr>
        <p:blipFill>
          <a:blip r:embed="rId4"/>
          <a:stretch>
            <a:fillRect/>
          </a:stretch>
        </p:blipFill>
        <p:spPr>
          <a:xfrm>
            <a:off x="2792394" y="1339644"/>
            <a:ext cx="7283179" cy="5334001"/>
          </a:xfrm>
          <a:prstGeom prst="rect">
            <a:avLst/>
          </a:prstGeom>
        </p:spPr>
      </p:pic>
    </p:spTree>
    <p:custDataLst>
      <p:tags r:id="rId1"/>
    </p:custDataLst>
    <p:extLst>
      <p:ext uri="{BB962C8B-B14F-4D97-AF65-F5344CB8AC3E}">
        <p14:creationId xmlns:p14="http://schemas.microsoft.com/office/powerpoint/2010/main" val="14588072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7047D-20BD-EE1F-F3F3-E44E90949C2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9B41369-9993-76D7-3E8C-8452F3186D5E}"/>
              </a:ext>
            </a:extLst>
          </p:cNvPr>
          <p:cNvSpPr txBox="1">
            <a:spLocks/>
          </p:cNvSpPr>
          <p:nvPr/>
        </p:nvSpPr>
        <p:spPr>
          <a:xfrm>
            <a:off x="381000" y="673200"/>
            <a:ext cx="6705600" cy="393600"/>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lnSpc>
                <a:spcPct val="150000"/>
              </a:lnSpc>
            </a:pPr>
            <a:r>
              <a:rPr lang="en-IN" sz="2000" b="1" dirty="0">
                <a:solidFill>
                  <a:schemeClr val="tx2"/>
                </a:solidFill>
                <a:latin typeface="Arial"/>
                <a:ea typeface="+mj-lt"/>
                <a:cs typeface="Arial"/>
              </a:rPr>
              <a:t>Tips for Better Suggestions</a:t>
            </a:r>
            <a:endParaRPr lang="en-US" sz="2000" b="1" dirty="0">
              <a:solidFill>
                <a:schemeClr val="tx2"/>
              </a:solidFill>
              <a:latin typeface="Arial"/>
              <a:cs typeface="Arial"/>
            </a:endParaRPr>
          </a:p>
        </p:txBody>
      </p:sp>
      <p:sp>
        <p:nvSpPr>
          <p:cNvPr id="10" name="Rectangle 1">
            <a:extLst>
              <a:ext uri="{FF2B5EF4-FFF2-40B4-BE49-F238E27FC236}">
                <a16:creationId xmlns:a16="http://schemas.microsoft.com/office/drawing/2014/main" id="{5CAFACE8-FC9F-BFA9-E709-8A280700A2A8}"/>
              </a:ext>
            </a:extLst>
          </p:cNvPr>
          <p:cNvSpPr>
            <a:spLocks noChangeArrowheads="1"/>
          </p:cNvSpPr>
          <p:nvPr/>
        </p:nvSpPr>
        <p:spPr bwMode="auto">
          <a:xfrm>
            <a:off x="0" y="-233942"/>
            <a:ext cx="184731" cy="467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nSpc>
                <a:spcPct val="150000"/>
              </a:lnSpc>
            </a:pPr>
            <a:endParaRPr lang="en-IN"/>
          </a:p>
        </p:txBody>
      </p:sp>
      <p:pic>
        <p:nvPicPr>
          <p:cNvPr id="3" name="Picture 2" descr="A diagram of a light bulb with text and images&#10;&#10;AI-generated content may be incorrect.">
            <a:extLst>
              <a:ext uri="{FF2B5EF4-FFF2-40B4-BE49-F238E27FC236}">
                <a16:creationId xmlns:a16="http://schemas.microsoft.com/office/drawing/2014/main" id="{042BED3F-0165-C197-2398-ACB2BDFF8A82}"/>
              </a:ext>
            </a:extLst>
          </p:cNvPr>
          <p:cNvPicPr>
            <a:picLocks noChangeAspect="1"/>
          </p:cNvPicPr>
          <p:nvPr/>
        </p:nvPicPr>
        <p:blipFill>
          <a:blip r:embed="rId4"/>
          <a:stretch>
            <a:fillRect/>
          </a:stretch>
        </p:blipFill>
        <p:spPr>
          <a:xfrm>
            <a:off x="1388807" y="1535410"/>
            <a:ext cx="9586451" cy="4512309"/>
          </a:xfrm>
          <a:prstGeom prst="rect">
            <a:avLst/>
          </a:prstGeom>
          <a:ln>
            <a:solidFill>
              <a:srgbClr val="4472C4"/>
            </a:solidFill>
          </a:ln>
        </p:spPr>
      </p:pic>
    </p:spTree>
    <p:custDataLst>
      <p:tags r:id="rId1"/>
    </p:custDataLst>
    <p:extLst>
      <p:ext uri="{BB962C8B-B14F-4D97-AF65-F5344CB8AC3E}">
        <p14:creationId xmlns:p14="http://schemas.microsoft.com/office/powerpoint/2010/main" val="10486394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8ACF2-0AEA-B6A7-7FA0-F1A2121DE66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DA81C3C-4732-7731-A63E-58800321A926}"/>
              </a:ext>
            </a:extLst>
          </p:cNvPr>
          <p:cNvSpPr txBox="1">
            <a:spLocks/>
          </p:cNvSpPr>
          <p:nvPr/>
        </p:nvSpPr>
        <p:spPr>
          <a:xfrm>
            <a:off x="381000" y="673200"/>
            <a:ext cx="6705600" cy="393600"/>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lnSpc>
                <a:spcPct val="150000"/>
              </a:lnSpc>
            </a:pPr>
            <a:r>
              <a:rPr lang="en-IN" sz="2000" b="1" dirty="0">
                <a:solidFill>
                  <a:schemeClr val="tx2"/>
                </a:solidFill>
                <a:latin typeface="Arial"/>
                <a:ea typeface="+mj-lt"/>
                <a:cs typeface="Arial"/>
              </a:rPr>
              <a:t>Common Beginner Mistakes</a:t>
            </a:r>
            <a:endParaRPr lang="en-US" sz="2000" b="1" dirty="0">
              <a:solidFill>
                <a:schemeClr val="tx2"/>
              </a:solidFill>
              <a:latin typeface="Arial"/>
              <a:cs typeface="Arial"/>
            </a:endParaRPr>
          </a:p>
        </p:txBody>
      </p:sp>
      <p:sp>
        <p:nvSpPr>
          <p:cNvPr id="10" name="Rectangle 1">
            <a:extLst>
              <a:ext uri="{FF2B5EF4-FFF2-40B4-BE49-F238E27FC236}">
                <a16:creationId xmlns:a16="http://schemas.microsoft.com/office/drawing/2014/main" id="{D00B1532-AA29-8A4C-1656-BD8781948102}"/>
              </a:ext>
            </a:extLst>
          </p:cNvPr>
          <p:cNvSpPr>
            <a:spLocks noChangeArrowheads="1"/>
          </p:cNvSpPr>
          <p:nvPr/>
        </p:nvSpPr>
        <p:spPr bwMode="auto">
          <a:xfrm>
            <a:off x="0" y="-233942"/>
            <a:ext cx="184731" cy="467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nSpc>
                <a:spcPct val="150000"/>
              </a:lnSpc>
            </a:pPr>
            <a:endParaRPr lang="en-IN"/>
          </a:p>
        </p:txBody>
      </p:sp>
      <p:pic>
        <p:nvPicPr>
          <p:cNvPr id="215" name="Picture 214" descr="A cartoon of a person and a computer&#10;&#10;AI-generated content may be incorrect.">
            <a:extLst>
              <a:ext uri="{FF2B5EF4-FFF2-40B4-BE49-F238E27FC236}">
                <a16:creationId xmlns:a16="http://schemas.microsoft.com/office/drawing/2014/main" id="{66786C79-B66E-AA61-61CE-0A35120D6E58}"/>
              </a:ext>
            </a:extLst>
          </p:cNvPr>
          <p:cNvPicPr>
            <a:picLocks noChangeAspect="1"/>
          </p:cNvPicPr>
          <p:nvPr/>
        </p:nvPicPr>
        <p:blipFill>
          <a:blip r:embed="rId4"/>
          <a:stretch>
            <a:fillRect/>
          </a:stretch>
        </p:blipFill>
        <p:spPr>
          <a:xfrm>
            <a:off x="1315064" y="1451312"/>
            <a:ext cx="9156291" cy="4471571"/>
          </a:xfrm>
          <a:prstGeom prst="rect">
            <a:avLst/>
          </a:prstGeom>
          <a:ln>
            <a:solidFill>
              <a:srgbClr val="4472C4"/>
            </a:solidFill>
          </a:ln>
        </p:spPr>
      </p:pic>
    </p:spTree>
    <p:custDataLst>
      <p:tags r:id="rId1"/>
    </p:custDataLst>
    <p:extLst>
      <p:ext uri="{BB962C8B-B14F-4D97-AF65-F5344CB8AC3E}">
        <p14:creationId xmlns:p14="http://schemas.microsoft.com/office/powerpoint/2010/main" val="29127201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BC272-50DF-B10C-1A72-63D85DC4B3D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BC75D73-04F7-602D-C541-DBE04B8430B3}"/>
              </a:ext>
            </a:extLst>
          </p:cNvPr>
          <p:cNvSpPr txBox="1">
            <a:spLocks/>
          </p:cNvSpPr>
          <p:nvPr/>
        </p:nvSpPr>
        <p:spPr>
          <a:xfrm>
            <a:off x="419655" y="673200"/>
            <a:ext cx="6705600" cy="393600"/>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lnSpc>
                <a:spcPct val="150000"/>
              </a:lnSpc>
            </a:pPr>
            <a:r>
              <a:rPr lang="en-IN" sz="2000" b="1" dirty="0">
                <a:solidFill>
                  <a:schemeClr val="tx2"/>
                </a:solidFill>
                <a:latin typeface="Arial"/>
                <a:ea typeface="+mj-lt"/>
                <a:cs typeface="Arial"/>
              </a:rPr>
              <a:t>Module Recap</a:t>
            </a:r>
            <a:endParaRPr lang="en-US" sz="2000" b="1" dirty="0">
              <a:solidFill>
                <a:schemeClr val="tx2"/>
              </a:solidFill>
              <a:latin typeface="Arial"/>
              <a:ea typeface="+mj-lt"/>
              <a:cs typeface="Arial"/>
            </a:endParaRPr>
          </a:p>
        </p:txBody>
      </p:sp>
      <p:sp>
        <p:nvSpPr>
          <p:cNvPr id="2" name="Text Placeholder 4">
            <a:extLst>
              <a:ext uri="{FF2B5EF4-FFF2-40B4-BE49-F238E27FC236}">
                <a16:creationId xmlns:a16="http://schemas.microsoft.com/office/drawing/2014/main" id="{87DDA953-A6F4-D8E3-5229-6046514F42E6}"/>
              </a:ext>
            </a:extLst>
          </p:cNvPr>
          <p:cNvSpPr txBox="1">
            <a:spLocks/>
          </p:cNvSpPr>
          <p:nvPr/>
        </p:nvSpPr>
        <p:spPr>
          <a:xfrm>
            <a:off x="419655" y="1351127"/>
            <a:ext cx="9747927" cy="5281683"/>
          </a:xfrm>
          <a:prstGeom prst="rect">
            <a:avLst/>
          </a:prstGeom>
        </p:spPr>
        <p:txBody>
          <a:bodyPr lIns="91440" tIns="45720" rIns="91440" bIns="45720" anchor="t"/>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0" indent="0">
              <a:lnSpc>
                <a:spcPct val="150000"/>
              </a:lnSpc>
              <a:buNone/>
            </a:pPr>
            <a:r>
              <a:rPr lang="en-US" sz="1800">
                <a:latin typeface="Arial"/>
                <a:cs typeface="Arial"/>
              </a:rPr>
              <a:t>Today You Learned:</a:t>
            </a:r>
            <a:endParaRPr lang="en-US" sz="1800" b="1">
              <a:latin typeface="Arial"/>
              <a:ea typeface="+mn-lt"/>
              <a:cs typeface="Arial"/>
            </a:endParaRPr>
          </a:p>
          <a:p>
            <a:pPr marL="228600" indent="-228600">
              <a:lnSpc>
                <a:spcPct val="150000"/>
              </a:lnSpc>
            </a:pPr>
            <a:r>
              <a:rPr lang="en-US" sz="1800">
                <a:latin typeface="Arial"/>
                <a:ea typeface="+mn-lt"/>
                <a:cs typeface="Arial"/>
              </a:rPr>
              <a:t>What Copilot is</a:t>
            </a:r>
            <a:endParaRPr lang="en-US" sz="1800">
              <a:latin typeface="Arial"/>
              <a:cs typeface="Arial"/>
            </a:endParaRPr>
          </a:p>
          <a:p>
            <a:pPr marL="228600" indent="-228600">
              <a:lnSpc>
                <a:spcPct val="150000"/>
              </a:lnSpc>
            </a:pPr>
            <a:r>
              <a:rPr lang="en-US" sz="1800">
                <a:latin typeface="Arial"/>
                <a:ea typeface="+mn-lt"/>
                <a:cs typeface="Arial"/>
              </a:rPr>
              <a:t>How it works</a:t>
            </a:r>
            <a:endParaRPr lang="en-US" sz="1800">
              <a:latin typeface="Arial"/>
              <a:cs typeface="Arial"/>
            </a:endParaRPr>
          </a:p>
          <a:p>
            <a:pPr marL="228600" indent="-228600">
              <a:lnSpc>
                <a:spcPct val="150000"/>
              </a:lnSpc>
            </a:pPr>
            <a:r>
              <a:rPr lang="en-US" sz="1800">
                <a:latin typeface="Arial"/>
                <a:ea typeface="+mn-lt"/>
                <a:cs typeface="Arial"/>
              </a:rPr>
              <a:t>Environment setup</a:t>
            </a:r>
            <a:endParaRPr lang="en-US" sz="1800">
              <a:latin typeface="Arial"/>
              <a:cs typeface="Arial"/>
            </a:endParaRPr>
          </a:p>
          <a:p>
            <a:pPr marL="228600" indent="-228600">
              <a:lnSpc>
                <a:spcPct val="150000"/>
              </a:lnSpc>
            </a:pPr>
            <a:r>
              <a:rPr lang="en-US" sz="1800">
                <a:latin typeface="Arial"/>
                <a:ea typeface="+mn-lt"/>
                <a:cs typeface="Arial"/>
              </a:rPr>
              <a:t>Installation steps</a:t>
            </a:r>
            <a:endParaRPr lang="en-US" sz="1800">
              <a:latin typeface="Arial"/>
              <a:cs typeface="Arial"/>
            </a:endParaRPr>
          </a:p>
          <a:p>
            <a:pPr marL="228600" indent="-228600">
              <a:lnSpc>
                <a:spcPct val="150000"/>
              </a:lnSpc>
            </a:pPr>
            <a:r>
              <a:rPr lang="en-US" sz="1800">
                <a:latin typeface="Arial"/>
                <a:ea typeface="+mn-lt"/>
                <a:cs typeface="Arial"/>
              </a:rPr>
              <a:t>First AI-assisted Python program</a:t>
            </a:r>
            <a:endParaRPr lang="en-US" sz="1800">
              <a:latin typeface="Arial"/>
              <a:cs typeface="Arial"/>
            </a:endParaRPr>
          </a:p>
          <a:p>
            <a:pPr marL="228600" indent="-228600">
              <a:lnSpc>
                <a:spcPct val="150000"/>
              </a:lnSpc>
            </a:pPr>
            <a:endParaRPr lang="en-US" sz="1800">
              <a:latin typeface="Arial"/>
              <a:cs typeface="Arial"/>
            </a:endParaRPr>
          </a:p>
        </p:txBody>
      </p:sp>
      <p:sp>
        <p:nvSpPr>
          <p:cNvPr id="10" name="Rectangle 1">
            <a:extLst>
              <a:ext uri="{FF2B5EF4-FFF2-40B4-BE49-F238E27FC236}">
                <a16:creationId xmlns:a16="http://schemas.microsoft.com/office/drawing/2014/main" id="{7952103C-A6FF-3063-B217-DF03660C5CB5}"/>
              </a:ext>
            </a:extLst>
          </p:cNvPr>
          <p:cNvSpPr>
            <a:spLocks noChangeArrowheads="1"/>
          </p:cNvSpPr>
          <p:nvPr/>
        </p:nvSpPr>
        <p:spPr bwMode="auto">
          <a:xfrm>
            <a:off x="0" y="-233942"/>
            <a:ext cx="184731" cy="467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nSpc>
                <a:spcPct val="150000"/>
              </a:lnSpc>
            </a:pPr>
            <a:endParaRPr lang="en-IN"/>
          </a:p>
        </p:txBody>
      </p:sp>
    </p:spTree>
    <p:custDataLst>
      <p:tags r:id="rId1"/>
    </p:custDataLst>
    <p:extLst>
      <p:ext uri="{BB962C8B-B14F-4D97-AF65-F5344CB8AC3E}">
        <p14:creationId xmlns:p14="http://schemas.microsoft.com/office/powerpoint/2010/main" val="41836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54366-22B9-26F4-7C52-0307A7ED58E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DB70601-3437-7594-6C3A-8CD0B5FC08F2}"/>
              </a:ext>
            </a:extLst>
          </p:cNvPr>
          <p:cNvSpPr txBox="1">
            <a:spLocks/>
          </p:cNvSpPr>
          <p:nvPr/>
        </p:nvSpPr>
        <p:spPr>
          <a:xfrm>
            <a:off x="419655" y="673200"/>
            <a:ext cx="6705600" cy="393600"/>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lnSpc>
                <a:spcPct val="150000"/>
              </a:lnSpc>
            </a:pPr>
            <a:r>
              <a:rPr lang="en-IN" sz="2000" b="1" dirty="0">
                <a:solidFill>
                  <a:schemeClr val="tx2"/>
                </a:solidFill>
                <a:latin typeface="Arial"/>
                <a:ea typeface="+mj-lt"/>
                <a:cs typeface="Arial"/>
              </a:rPr>
              <a:t>Next: Practical Labs</a:t>
            </a:r>
            <a:endParaRPr lang="en-US" sz="2000" b="1" dirty="0">
              <a:solidFill>
                <a:schemeClr val="tx2"/>
              </a:solidFill>
              <a:latin typeface="Arial"/>
              <a:ea typeface="+mj-lt"/>
              <a:cs typeface="Arial"/>
            </a:endParaRPr>
          </a:p>
        </p:txBody>
      </p:sp>
      <p:sp>
        <p:nvSpPr>
          <p:cNvPr id="2" name="Text Placeholder 4">
            <a:extLst>
              <a:ext uri="{FF2B5EF4-FFF2-40B4-BE49-F238E27FC236}">
                <a16:creationId xmlns:a16="http://schemas.microsoft.com/office/drawing/2014/main" id="{AFC72005-B8A2-77E9-9C88-F15A41D90C08}"/>
              </a:ext>
            </a:extLst>
          </p:cNvPr>
          <p:cNvSpPr txBox="1">
            <a:spLocks/>
          </p:cNvSpPr>
          <p:nvPr/>
        </p:nvSpPr>
        <p:spPr>
          <a:xfrm>
            <a:off x="419655" y="1351127"/>
            <a:ext cx="9747927" cy="5281683"/>
          </a:xfrm>
          <a:prstGeom prst="rect">
            <a:avLst/>
          </a:prstGeom>
        </p:spPr>
        <p:txBody>
          <a:bodyPr lIns="91440" tIns="45720" rIns="91440" bIns="45720" anchor="t"/>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228600" indent="-228600">
              <a:lnSpc>
                <a:spcPct val="150000"/>
              </a:lnSpc>
              <a:buNone/>
            </a:pPr>
            <a:r>
              <a:rPr lang="en-US" sz="1800">
                <a:latin typeface="Arial"/>
                <a:ea typeface="+mn-lt"/>
                <a:cs typeface="Arial"/>
              </a:rPr>
              <a:t>In the next session you will build:</a:t>
            </a:r>
            <a:endParaRPr lang="en-US" sz="2100">
              <a:latin typeface="Arial"/>
              <a:ea typeface="+mn-lt"/>
              <a:cs typeface="Arial"/>
            </a:endParaRPr>
          </a:p>
          <a:p>
            <a:pPr marL="228600" indent="-228600">
              <a:lnSpc>
                <a:spcPct val="150000"/>
              </a:lnSpc>
              <a:buFont typeface="Arial"/>
            </a:pPr>
            <a:r>
              <a:rPr lang="en-US" sz="1800">
                <a:latin typeface="Arial"/>
                <a:ea typeface="+mn-lt"/>
                <a:cs typeface="Arial"/>
              </a:rPr>
              <a:t>Even/Odd Checker</a:t>
            </a:r>
            <a:endParaRPr lang="en-US" sz="2100">
              <a:latin typeface="Arial"/>
              <a:cs typeface="Arial"/>
            </a:endParaRPr>
          </a:p>
          <a:p>
            <a:pPr marL="228600" indent="-228600">
              <a:lnSpc>
                <a:spcPct val="150000"/>
              </a:lnSpc>
              <a:buFont typeface="Arial"/>
            </a:pPr>
            <a:r>
              <a:rPr lang="en-US" sz="1800">
                <a:latin typeface="Arial"/>
                <a:ea typeface="+mn-lt"/>
                <a:cs typeface="Arial"/>
              </a:rPr>
              <a:t>Simple Calculator</a:t>
            </a:r>
            <a:endParaRPr lang="en-US" sz="2100">
              <a:latin typeface="Arial"/>
              <a:cs typeface="Arial"/>
            </a:endParaRPr>
          </a:p>
          <a:p>
            <a:pPr marL="228600" indent="-228600">
              <a:lnSpc>
                <a:spcPct val="150000"/>
              </a:lnSpc>
              <a:buFont typeface="Arial"/>
            </a:pPr>
            <a:r>
              <a:rPr lang="en-US" sz="1800">
                <a:latin typeface="Arial"/>
                <a:ea typeface="+mn-lt"/>
                <a:cs typeface="Arial"/>
              </a:rPr>
              <a:t>Number Guessing Game</a:t>
            </a:r>
            <a:endParaRPr lang="en-US" sz="2100">
              <a:latin typeface="Arial"/>
              <a:cs typeface="Arial"/>
            </a:endParaRPr>
          </a:p>
          <a:p>
            <a:pPr marL="228600" indent="-228600">
              <a:lnSpc>
                <a:spcPct val="150000"/>
              </a:lnSpc>
              <a:buFont typeface="Arial"/>
            </a:pPr>
            <a:r>
              <a:rPr lang="en-US" sz="1800">
                <a:latin typeface="Arial"/>
                <a:ea typeface="+mn-lt"/>
                <a:cs typeface="Arial"/>
              </a:rPr>
              <a:t>Mini Student Marks Analyzer</a:t>
            </a:r>
            <a:endParaRPr lang="en-US" sz="2100">
              <a:latin typeface="Arial"/>
              <a:cs typeface="Arial"/>
            </a:endParaRPr>
          </a:p>
          <a:p>
            <a:pPr marL="0" indent="0">
              <a:lnSpc>
                <a:spcPct val="150000"/>
              </a:lnSpc>
              <a:buNone/>
            </a:pPr>
            <a:endParaRPr lang="en-US" sz="1800">
              <a:latin typeface="Arial"/>
              <a:cs typeface="Arial"/>
            </a:endParaRPr>
          </a:p>
        </p:txBody>
      </p:sp>
      <p:sp>
        <p:nvSpPr>
          <p:cNvPr id="10" name="Rectangle 1">
            <a:extLst>
              <a:ext uri="{FF2B5EF4-FFF2-40B4-BE49-F238E27FC236}">
                <a16:creationId xmlns:a16="http://schemas.microsoft.com/office/drawing/2014/main" id="{CED6E062-BEBE-4F6B-4DF7-4386FBB0E2D7}"/>
              </a:ext>
            </a:extLst>
          </p:cNvPr>
          <p:cNvSpPr>
            <a:spLocks noChangeArrowheads="1"/>
          </p:cNvSpPr>
          <p:nvPr/>
        </p:nvSpPr>
        <p:spPr bwMode="auto">
          <a:xfrm>
            <a:off x="0" y="-233942"/>
            <a:ext cx="184731" cy="467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nSpc>
                <a:spcPct val="150000"/>
              </a:lnSpc>
            </a:pPr>
            <a:endParaRPr lang="en-IN"/>
          </a:p>
        </p:txBody>
      </p:sp>
    </p:spTree>
    <p:custDataLst>
      <p:tags r:id="rId1"/>
    </p:custDataLst>
    <p:extLst>
      <p:ext uri="{BB962C8B-B14F-4D97-AF65-F5344CB8AC3E}">
        <p14:creationId xmlns:p14="http://schemas.microsoft.com/office/powerpoint/2010/main" val="9754155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340229" y="759787"/>
            <a:ext cx="114707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a:solidFill>
                  <a:srgbClr val="002060"/>
                </a:solidFill>
                <a:latin typeface="Arial" panose="020B0604020202020204" pitchFamily="34" charset="0"/>
                <a:cs typeface="Arial" panose="020B0604020202020204" pitchFamily="34" charset="0"/>
              </a:rPr>
              <a:t>Lab Activity</a:t>
            </a:r>
          </a:p>
          <a:p>
            <a:pPr algn="l"/>
            <a:endParaRPr lang="en-US" sz="2000" b="1">
              <a:solidFill>
                <a:srgbClr val="002060"/>
              </a:solidFill>
              <a:latin typeface="Arial" panose="020B0604020202020204" pitchFamily="34" charset="0"/>
              <a:cs typeface="Arial" panose="020B0604020202020204" pitchFamily="34" charset="0"/>
            </a:endParaRPr>
          </a:p>
        </p:txBody>
      </p:sp>
      <p:sp>
        <p:nvSpPr>
          <p:cNvPr id="10" name="Rectangle 1">
            <a:extLst>
              <a:ext uri="{FF2B5EF4-FFF2-40B4-BE49-F238E27FC236}">
                <a16:creationId xmlns:a16="http://schemas.microsoft.com/office/drawing/2014/main" id="{8222A006-8F04-CCEF-0DC5-52D42FF3962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6" name="Rectangle 15">
            <a:extLst>
              <a:ext uri="{FF2B5EF4-FFF2-40B4-BE49-F238E27FC236}">
                <a16:creationId xmlns:a16="http://schemas.microsoft.com/office/drawing/2014/main" id="{678622E6-5B75-0274-BD0E-07E563387839}"/>
              </a:ext>
            </a:extLst>
          </p:cNvPr>
          <p:cNvSpPr/>
          <p:nvPr/>
        </p:nvSpPr>
        <p:spPr>
          <a:xfrm>
            <a:off x="457200" y="4114800"/>
            <a:ext cx="11734800" cy="2133600"/>
          </a:xfrm>
          <a:prstGeom prst="rect">
            <a:avLst/>
          </a:prstGeom>
          <a:solidFill>
            <a:srgbClr val="FCF3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2489689F-36E7-7881-4C3C-185362691848}"/>
              </a:ext>
            </a:extLst>
          </p:cNvPr>
          <p:cNvGrpSpPr/>
          <p:nvPr/>
        </p:nvGrpSpPr>
        <p:grpSpPr>
          <a:xfrm>
            <a:off x="8305800" y="685800"/>
            <a:ext cx="2971800" cy="4370614"/>
            <a:chOff x="8305800" y="685800"/>
            <a:chExt cx="2971800" cy="4370614"/>
          </a:xfrm>
        </p:grpSpPr>
        <p:sp>
          <p:nvSpPr>
            <p:cNvPr id="23" name="Oval 22">
              <a:extLst>
                <a:ext uri="{FF2B5EF4-FFF2-40B4-BE49-F238E27FC236}">
                  <a16:creationId xmlns:a16="http://schemas.microsoft.com/office/drawing/2014/main" id="{FD346213-B0D6-CF00-9B16-D6C17090298F}"/>
                </a:ext>
              </a:extLst>
            </p:cNvPr>
            <p:cNvSpPr/>
            <p:nvPr/>
          </p:nvSpPr>
          <p:spPr>
            <a:xfrm>
              <a:off x="8305800" y="2084614"/>
              <a:ext cx="2971800" cy="29718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5BB74208-07C7-6E54-9B81-528E03AE5E0B}"/>
                </a:ext>
              </a:extLst>
            </p:cNvPr>
            <p:cNvGrpSpPr/>
            <p:nvPr/>
          </p:nvGrpSpPr>
          <p:grpSpPr>
            <a:xfrm>
              <a:off x="8458200" y="685800"/>
              <a:ext cx="2667000" cy="4136571"/>
              <a:chOff x="8534400" y="1426029"/>
              <a:chExt cx="2667000" cy="4136571"/>
            </a:xfrm>
          </p:grpSpPr>
          <p:sp>
            <p:nvSpPr>
              <p:cNvPr id="25" name="Oval 24">
                <a:extLst>
                  <a:ext uri="{FF2B5EF4-FFF2-40B4-BE49-F238E27FC236}">
                    <a16:creationId xmlns:a16="http://schemas.microsoft.com/office/drawing/2014/main" id="{7027A8E6-EC4C-1C2E-11BA-6D4DE4580AAB}"/>
                  </a:ext>
                </a:extLst>
              </p:cNvPr>
              <p:cNvSpPr/>
              <p:nvPr/>
            </p:nvSpPr>
            <p:spPr>
              <a:xfrm>
                <a:off x="8534400" y="2895600"/>
                <a:ext cx="2667000" cy="2667000"/>
              </a:xfrm>
              <a:prstGeom prst="ellipse">
                <a:avLst/>
              </a:prstGeom>
              <a:solidFill>
                <a:srgbClr val="F8E1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5">
                <a:extLst>
                  <a:ext uri="{FF2B5EF4-FFF2-40B4-BE49-F238E27FC236}">
                    <a16:creationId xmlns:a16="http://schemas.microsoft.com/office/drawing/2014/main" id="{1082C203-7F84-D183-4312-3AA35A15AAFA}"/>
                  </a:ext>
                </a:extLst>
              </p:cNvPr>
              <p:cNvSpPr/>
              <p:nvPr/>
            </p:nvSpPr>
            <p:spPr>
              <a:xfrm>
                <a:off x="8958121" y="1426029"/>
                <a:ext cx="1819559" cy="2342780"/>
              </a:xfrm>
              <a:custGeom>
                <a:avLst/>
                <a:gdLst/>
                <a:ahLst/>
                <a:cxnLst/>
                <a:rect l="l" t="t" r="r" b="b"/>
                <a:pathLst>
                  <a:path w="1819559" h="2342780">
                    <a:moveTo>
                      <a:pt x="0" y="0"/>
                    </a:moveTo>
                    <a:lnTo>
                      <a:pt x="1819559" y="0"/>
                    </a:lnTo>
                    <a:lnTo>
                      <a:pt x="1819559" y="2342780"/>
                    </a:lnTo>
                    <a:lnTo>
                      <a:pt x="0" y="234278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pSp>
      </p:grpSp>
      <p:sp>
        <p:nvSpPr>
          <p:cNvPr id="28" name="Text Placeholder 4">
            <a:extLst>
              <a:ext uri="{FF2B5EF4-FFF2-40B4-BE49-F238E27FC236}">
                <a16:creationId xmlns:a16="http://schemas.microsoft.com/office/drawing/2014/main" id="{21B89CD7-B53D-C4BE-D409-15C0D13545AB}"/>
              </a:ext>
            </a:extLst>
          </p:cNvPr>
          <p:cNvSpPr txBox="1">
            <a:spLocks/>
          </p:cNvSpPr>
          <p:nvPr/>
        </p:nvSpPr>
        <p:spPr>
          <a:xfrm>
            <a:off x="762000" y="4419600"/>
            <a:ext cx="6172200" cy="369332"/>
          </a:xfrm>
          <a:prstGeom prst="rect">
            <a:avLst/>
          </a:prstGeom>
        </p:spPr>
        <p:txBody>
          <a:bodyPr wrap="square" lIns="91440" tIns="45720" rIns="91440" bIns="45720" anchor="t">
            <a:spAutoFit/>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228600" indent="-228600" defTabSz="914400">
              <a:spcBef>
                <a:spcPts val="0"/>
              </a:spcBef>
              <a:spcAft>
                <a:spcPts val="800"/>
              </a:spcAft>
              <a:defRPr/>
            </a:pPr>
            <a:r>
              <a:rPr lang="en-US" sz="1800">
                <a:latin typeface="Arial"/>
                <a:cs typeface="Arial"/>
              </a:rPr>
              <a:t>Lab 1: Environment Setup Challenge</a:t>
            </a:r>
            <a:endParaRPr lang="en-US" sz="1800" i="0" u="none" strike="noStrike" kern="1200" cap="none" spc="0" normalizeH="0" baseline="0" noProof="0">
              <a:ln>
                <a:noFill/>
              </a:ln>
              <a:solidFill>
                <a:srgbClr val="2F5496"/>
              </a:solidFill>
              <a:effectLst/>
              <a:highlight>
                <a:srgbClr val="FFFFFF"/>
              </a:highlight>
              <a:uLnTx/>
              <a:uFillTx/>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0464481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81C45-C87D-8B1E-004A-B1B8054CA7C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166FCBA-3A7B-8B60-F69D-3FAD1AF74FB5}"/>
              </a:ext>
            </a:extLst>
          </p:cNvPr>
          <p:cNvSpPr txBox="1">
            <a:spLocks/>
          </p:cNvSpPr>
          <p:nvPr/>
        </p:nvSpPr>
        <p:spPr>
          <a:xfrm>
            <a:off x="340229" y="759787"/>
            <a:ext cx="114707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a:solidFill>
                  <a:srgbClr val="002060"/>
                </a:solidFill>
                <a:latin typeface="Arial" panose="020B0604020202020204" pitchFamily="34" charset="0"/>
                <a:cs typeface="Arial" panose="020B0604020202020204" pitchFamily="34" charset="0"/>
              </a:rPr>
              <a:t>Lab Activity</a:t>
            </a:r>
          </a:p>
          <a:p>
            <a:pPr algn="l"/>
            <a:endParaRPr lang="en-US" sz="2000" b="1">
              <a:solidFill>
                <a:srgbClr val="002060"/>
              </a:solidFill>
              <a:latin typeface="Arial" panose="020B0604020202020204" pitchFamily="34" charset="0"/>
              <a:cs typeface="Arial" panose="020B0604020202020204" pitchFamily="34" charset="0"/>
            </a:endParaRPr>
          </a:p>
        </p:txBody>
      </p:sp>
      <p:sp>
        <p:nvSpPr>
          <p:cNvPr id="10" name="Rectangle 1">
            <a:extLst>
              <a:ext uri="{FF2B5EF4-FFF2-40B4-BE49-F238E27FC236}">
                <a16:creationId xmlns:a16="http://schemas.microsoft.com/office/drawing/2014/main" id="{6D0E598B-FE5D-180D-4C2D-567067EB4CD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6" name="Rectangle 15">
            <a:extLst>
              <a:ext uri="{FF2B5EF4-FFF2-40B4-BE49-F238E27FC236}">
                <a16:creationId xmlns:a16="http://schemas.microsoft.com/office/drawing/2014/main" id="{5DB1DFCB-2C33-B65A-C3C2-A60F6CAE8063}"/>
              </a:ext>
            </a:extLst>
          </p:cNvPr>
          <p:cNvSpPr/>
          <p:nvPr/>
        </p:nvSpPr>
        <p:spPr>
          <a:xfrm>
            <a:off x="457200" y="4114800"/>
            <a:ext cx="11734800" cy="2133600"/>
          </a:xfrm>
          <a:prstGeom prst="rect">
            <a:avLst/>
          </a:prstGeom>
          <a:solidFill>
            <a:srgbClr val="FCF3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61D85C78-D0F2-6AEE-6610-9BB8EE0DAF65}"/>
              </a:ext>
            </a:extLst>
          </p:cNvPr>
          <p:cNvGrpSpPr/>
          <p:nvPr/>
        </p:nvGrpSpPr>
        <p:grpSpPr>
          <a:xfrm>
            <a:off x="8305800" y="685800"/>
            <a:ext cx="2971800" cy="4370614"/>
            <a:chOff x="8305800" y="685800"/>
            <a:chExt cx="2971800" cy="4370614"/>
          </a:xfrm>
        </p:grpSpPr>
        <p:sp>
          <p:nvSpPr>
            <p:cNvPr id="23" name="Oval 22">
              <a:extLst>
                <a:ext uri="{FF2B5EF4-FFF2-40B4-BE49-F238E27FC236}">
                  <a16:creationId xmlns:a16="http://schemas.microsoft.com/office/drawing/2014/main" id="{DA0DB49B-F5FC-278D-69E8-BEB4A98005F9}"/>
                </a:ext>
              </a:extLst>
            </p:cNvPr>
            <p:cNvSpPr/>
            <p:nvPr/>
          </p:nvSpPr>
          <p:spPr>
            <a:xfrm>
              <a:off x="8305800" y="2084614"/>
              <a:ext cx="2971800" cy="29718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A1A4E9AD-00E5-715D-0B25-E94EE5BE55CE}"/>
                </a:ext>
              </a:extLst>
            </p:cNvPr>
            <p:cNvGrpSpPr/>
            <p:nvPr/>
          </p:nvGrpSpPr>
          <p:grpSpPr>
            <a:xfrm>
              <a:off x="8458200" y="685800"/>
              <a:ext cx="2667000" cy="4136571"/>
              <a:chOff x="8534400" y="1426029"/>
              <a:chExt cx="2667000" cy="4136571"/>
            </a:xfrm>
          </p:grpSpPr>
          <p:sp>
            <p:nvSpPr>
              <p:cNvPr id="25" name="Oval 24">
                <a:extLst>
                  <a:ext uri="{FF2B5EF4-FFF2-40B4-BE49-F238E27FC236}">
                    <a16:creationId xmlns:a16="http://schemas.microsoft.com/office/drawing/2014/main" id="{454EE8B1-6EEE-D5E9-57EE-C7AD95359490}"/>
                  </a:ext>
                </a:extLst>
              </p:cNvPr>
              <p:cNvSpPr/>
              <p:nvPr/>
            </p:nvSpPr>
            <p:spPr>
              <a:xfrm>
                <a:off x="8534400" y="2895600"/>
                <a:ext cx="2667000" cy="2667000"/>
              </a:xfrm>
              <a:prstGeom prst="ellipse">
                <a:avLst/>
              </a:prstGeom>
              <a:solidFill>
                <a:srgbClr val="F8E1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5">
                <a:extLst>
                  <a:ext uri="{FF2B5EF4-FFF2-40B4-BE49-F238E27FC236}">
                    <a16:creationId xmlns:a16="http://schemas.microsoft.com/office/drawing/2014/main" id="{7E56704E-21C9-AD69-CBAF-F1C2AA369878}"/>
                  </a:ext>
                </a:extLst>
              </p:cNvPr>
              <p:cNvSpPr/>
              <p:nvPr/>
            </p:nvSpPr>
            <p:spPr>
              <a:xfrm>
                <a:off x="8958121" y="1426029"/>
                <a:ext cx="1819559" cy="2342780"/>
              </a:xfrm>
              <a:custGeom>
                <a:avLst/>
                <a:gdLst/>
                <a:ahLst/>
                <a:cxnLst/>
                <a:rect l="l" t="t" r="r" b="b"/>
                <a:pathLst>
                  <a:path w="1819559" h="2342780">
                    <a:moveTo>
                      <a:pt x="0" y="0"/>
                    </a:moveTo>
                    <a:lnTo>
                      <a:pt x="1819559" y="0"/>
                    </a:lnTo>
                    <a:lnTo>
                      <a:pt x="1819559" y="2342780"/>
                    </a:lnTo>
                    <a:lnTo>
                      <a:pt x="0" y="234278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pSp>
      </p:grpSp>
      <p:sp>
        <p:nvSpPr>
          <p:cNvPr id="28" name="Text Placeholder 4">
            <a:extLst>
              <a:ext uri="{FF2B5EF4-FFF2-40B4-BE49-F238E27FC236}">
                <a16:creationId xmlns:a16="http://schemas.microsoft.com/office/drawing/2014/main" id="{B70BA456-D402-A82F-D8E8-27D9D80DDF4C}"/>
              </a:ext>
            </a:extLst>
          </p:cNvPr>
          <p:cNvSpPr txBox="1">
            <a:spLocks/>
          </p:cNvSpPr>
          <p:nvPr/>
        </p:nvSpPr>
        <p:spPr>
          <a:xfrm>
            <a:off x="762000" y="4419600"/>
            <a:ext cx="6172200" cy="646331"/>
          </a:xfrm>
          <a:prstGeom prst="rect">
            <a:avLst/>
          </a:prstGeom>
        </p:spPr>
        <p:txBody>
          <a:bodyPr wrap="square" lIns="91440" tIns="45720" rIns="91440" bIns="45720" anchor="t">
            <a:spAutoFit/>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228600" indent="-228600" defTabSz="914400">
              <a:spcBef>
                <a:spcPts val="0"/>
              </a:spcBef>
              <a:spcAft>
                <a:spcPts val="800"/>
              </a:spcAft>
              <a:defRPr/>
            </a:pPr>
            <a:r>
              <a:rPr lang="en-US" sz="1800">
                <a:latin typeface="Arial"/>
                <a:ea typeface="Calibri"/>
                <a:cs typeface="Arial"/>
              </a:rPr>
              <a:t>Lab 2: First Copilot Suggestion – Simple Print Statements</a:t>
            </a:r>
            <a:endParaRPr lang="en-US" sz="1100" i="0" u="none" strike="noStrike" kern="1200" cap="none" spc="0" normalizeH="0" baseline="0" noProof="0">
              <a:ln>
                <a:noFill/>
              </a:ln>
              <a:effectLst/>
              <a:uLnTx/>
              <a:uFillTx/>
              <a:latin typeface="Calibri"/>
              <a:ea typeface="Calibri"/>
              <a:cs typeface="Calibri"/>
            </a:endParaRPr>
          </a:p>
        </p:txBody>
      </p:sp>
    </p:spTree>
    <p:custDataLst>
      <p:tags r:id="rId1"/>
    </p:custDataLst>
    <p:extLst>
      <p:ext uri="{BB962C8B-B14F-4D97-AF65-F5344CB8AC3E}">
        <p14:creationId xmlns:p14="http://schemas.microsoft.com/office/powerpoint/2010/main" val="18501932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BFA2D-1926-A4F9-BD20-FABE622823A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FC40349-5E0A-ACD8-75CB-2EE2D69AF6F3}"/>
              </a:ext>
            </a:extLst>
          </p:cNvPr>
          <p:cNvSpPr txBox="1">
            <a:spLocks/>
          </p:cNvSpPr>
          <p:nvPr/>
        </p:nvSpPr>
        <p:spPr>
          <a:xfrm>
            <a:off x="340229" y="759787"/>
            <a:ext cx="114707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a:solidFill>
                  <a:srgbClr val="002060"/>
                </a:solidFill>
                <a:latin typeface="Arial" panose="020B0604020202020204" pitchFamily="34" charset="0"/>
                <a:cs typeface="Arial" panose="020B0604020202020204" pitchFamily="34" charset="0"/>
              </a:rPr>
              <a:t>Lab Activity</a:t>
            </a:r>
          </a:p>
          <a:p>
            <a:pPr algn="l"/>
            <a:endParaRPr lang="en-US" sz="2000" b="1">
              <a:solidFill>
                <a:srgbClr val="002060"/>
              </a:solidFill>
              <a:latin typeface="Arial" panose="020B0604020202020204" pitchFamily="34" charset="0"/>
              <a:cs typeface="Arial" panose="020B0604020202020204" pitchFamily="34" charset="0"/>
            </a:endParaRPr>
          </a:p>
        </p:txBody>
      </p:sp>
      <p:sp>
        <p:nvSpPr>
          <p:cNvPr id="10" name="Rectangle 1">
            <a:extLst>
              <a:ext uri="{FF2B5EF4-FFF2-40B4-BE49-F238E27FC236}">
                <a16:creationId xmlns:a16="http://schemas.microsoft.com/office/drawing/2014/main" id="{BC29BCF5-ADA5-CF39-EED7-2759EBA73A44}"/>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6" name="Rectangle 15">
            <a:extLst>
              <a:ext uri="{FF2B5EF4-FFF2-40B4-BE49-F238E27FC236}">
                <a16:creationId xmlns:a16="http://schemas.microsoft.com/office/drawing/2014/main" id="{60250CCA-F863-9F83-A6AD-8DE84A2859EC}"/>
              </a:ext>
            </a:extLst>
          </p:cNvPr>
          <p:cNvSpPr/>
          <p:nvPr/>
        </p:nvSpPr>
        <p:spPr>
          <a:xfrm>
            <a:off x="457200" y="4114800"/>
            <a:ext cx="11734800" cy="2133600"/>
          </a:xfrm>
          <a:prstGeom prst="rect">
            <a:avLst/>
          </a:prstGeom>
          <a:solidFill>
            <a:srgbClr val="FCF3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1FEEF60C-9087-4C4D-8400-FF87B464F589}"/>
              </a:ext>
            </a:extLst>
          </p:cNvPr>
          <p:cNvGrpSpPr/>
          <p:nvPr/>
        </p:nvGrpSpPr>
        <p:grpSpPr>
          <a:xfrm>
            <a:off x="8305800" y="685800"/>
            <a:ext cx="2971800" cy="4370614"/>
            <a:chOff x="8305800" y="685800"/>
            <a:chExt cx="2971800" cy="4370614"/>
          </a:xfrm>
        </p:grpSpPr>
        <p:sp>
          <p:nvSpPr>
            <p:cNvPr id="23" name="Oval 22">
              <a:extLst>
                <a:ext uri="{FF2B5EF4-FFF2-40B4-BE49-F238E27FC236}">
                  <a16:creationId xmlns:a16="http://schemas.microsoft.com/office/drawing/2014/main" id="{EE643023-2E9D-74DD-D7C5-1FDFC00C763F}"/>
                </a:ext>
              </a:extLst>
            </p:cNvPr>
            <p:cNvSpPr/>
            <p:nvPr/>
          </p:nvSpPr>
          <p:spPr>
            <a:xfrm>
              <a:off x="8305800" y="2084614"/>
              <a:ext cx="2971800" cy="29718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99D9841E-1927-4779-837C-A189EDF723B2}"/>
                </a:ext>
              </a:extLst>
            </p:cNvPr>
            <p:cNvGrpSpPr/>
            <p:nvPr/>
          </p:nvGrpSpPr>
          <p:grpSpPr>
            <a:xfrm>
              <a:off x="8458200" y="685800"/>
              <a:ext cx="2667000" cy="4136571"/>
              <a:chOff x="8534400" y="1426029"/>
              <a:chExt cx="2667000" cy="4136571"/>
            </a:xfrm>
          </p:grpSpPr>
          <p:sp>
            <p:nvSpPr>
              <p:cNvPr id="25" name="Oval 24">
                <a:extLst>
                  <a:ext uri="{FF2B5EF4-FFF2-40B4-BE49-F238E27FC236}">
                    <a16:creationId xmlns:a16="http://schemas.microsoft.com/office/drawing/2014/main" id="{D87D322B-62F3-CBCC-F520-FCCE33FE2F55}"/>
                  </a:ext>
                </a:extLst>
              </p:cNvPr>
              <p:cNvSpPr/>
              <p:nvPr/>
            </p:nvSpPr>
            <p:spPr>
              <a:xfrm>
                <a:off x="8534400" y="2895600"/>
                <a:ext cx="2667000" cy="2667000"/>
              </a:xfrm>
              <a:prstGeom prst="ellipse">
                <a:avLst/>
              </a:prstGeom>
              <a:solidFill>
                <a:srgbClr val="F8E1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5">
                <a:extLst>
                  <a:ext uri="{FF2B5EF4-FFF2-40B4-BE49-F238E27FC236}">
                    <a16:creationId xmlns:a16="http://schemas.microsoft.com/office/drawing/2014/main" id="{B59573D7-3BBA-D55C-743D-A929F4525C80}"/>
                  </a:ext>
                </a:extLst>
              </p:cNvPr>
              <p:cNvSpPr/>
              <p:nvPr/>
            </p:nvSpPr>
            <p:spPr>
              <a:xfrm>
                <a:off x="8958121" y="1426029"/>
                <a:ext cx="1819559" cy="2342780"/>
              </a:xfrm>
              <a:custGeom>
                <a:avLst/>
                <a:gdLst/>
                <a:ahLst/>
                <a:cxnLst/>
                <a:rect l="l" t="t" r="r" b="b"/>
                <a:pathLst>
                  <a:path w="1819559" h="2342780">
                    <a:moveTo>
                      <a:pt x="0" y="0"/>
                    </a:moveTo>
                    <a:lnTo>
                      <a:pt x="1819559" y="0"/>
                    </a:lnTo>
                    <a:lnTo>
                      <a:pt x="1819559" y="2342780"/>
                    </a:lnTo>
                    <a:lnTo>
                      <a:pt x="0" y="234278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pSp>
      </p:grpSp>
      <p:sp>
        <p:nvSpPr>
          <p:cNvPr id="28" name="Text Placeholder 4">
            <a:extLst>
              <a:ext uri="{FF2B5EF4-FFF2-40B4-BE49-F238E27FC236}">
                <a16:creationId xmlns:a16="http://schemas.microsoft.com/office/drawing/2014/main" id="{643215A1-BF76-6CBF-E2EE-3D90AF81B8ED}"/>
              </a:ext>
            </a:extLst>
          </p:cNvPr>
          <p:cNvSpPr txBox="1">
            <a:spLocks/>
          </p:cNvSpPr>
          <p:nvPr/>
        </p:nvSpPr>
        <p:spPr>
          <a:xfrm>
            <a:off x="762000" y="4419600"/>
            <a:ext cx="6172200" cy="369332"/>
          </a:xfrm>
          <a:prstGeom prst="rect">
            <a:avLst/>
          </a:prstGeom>
        </p:spPr>
        <p:txBody>
          <a:bodyPr wrap="square" lIns="91440" tIns="45720" rIns="91440" bIns="45720" anchor="t">
            <a:spAutoFit/>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228600" indent="-228600" defTabSz="914400">
              <a:spcBef>
                <a:spcPts val="0"/>
              </a:spcBef>
              <a:spcAft>
                <a:spcPts val="800"/>
              </a:spcAft>
              <a:defRPr/>
            </a:pPr>
            <a:r>
              <a:rPr lang="en-US" sz="1800">
                <a:latin typeface="Arial"/>
                <a:cs typeface="Arial"/>
              </a:rPr>
              <a:t>Lab 3: Building a Basic Calculator</a:t>
            </a:r>
            <a:r>
              <a:rPr lang="en-US" sz="1800">
                <a:latin typeface="Arial"/>
                <a:ea typeface="Calibri"/>
                <a:cs typeface="Arial"/>
              </a:rPr>
              <a:t> Script</a:t>
            </a:r>
            <a:endParaRPr lang="en-US" sz="1100" b="1" i="0" u="none" strike="noStrike" kern="1200" cap="none" spc="0" normalizeH="0" baseline="0" noProof="0">
              <a:ln>
                <a:noFill/>
              </a:ln>
              <a:solidFill>
                <a:srgbClr val="000000"/>
              </a:solidFill>
              <a:effectLst/>
              <a:uLnTx/>
              <a:uFillTx/>
              <a:latin typeface="Calibri"/>
              <a:ea typeface="Calibri"/>
              <a:cs typeface="Calibri"/>
            </a:endParaRPr>
          </a:p>
        </p:txBody>
      </p:sp>
    </p:spTree>
    <p:custDataLst>
      <p:tags r:id="rId1"/>
    </p:custDataLst>
    <p:extLst>
      <p:ext uri="{BB962C8B-B14F-4D97-AF65-F5344CB8AC3E}">
        <p14:creationId xmlns:p14="http://schemas.microsoft.com/office/powerpoint/2010/main" val="29265670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2E71D-E304-17C5-8927-B9CAB99EF2D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39AEAFC-2E73-98B5-F7B6-E1F5E313AEB6}"/>
              </a:ext>
            </a:extLst>
          </p:cNvPr>
          <p:cNvSpPr txBox="1">
            <a:spLocks/>
          </p:cNvSpPr>
          <p:nvPr/>
        </p:nvSpPr>
        <p:spPr>
          <a:xfrm>
            <a:off x="340229" y="759787"/>
            <a:ext cx="114707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a:solidFill>
                  <a:srgbClr val="002060"/>
                </a:solidFill>
                <a:latin typeface="Arial" panose="020B0604020202020204" pitchFamily="34" charset="0"/>
                <a:cs typeface="Arial" panose="020B0604020202020204" pitchFamily="34" charset="0"/>
              </a:rPr>
              <a:t>Lab Activity</a:t>
            </a:r>
          </a:p>
          <a:p>
            <a:pPr algn="l"/>
            <a:endParaRPr lang="en-US" sz="2000" b="1">
              <a:solidFill>
                <a:srgbClr val="002060"/>
              </a:solidFill>
              <a:latin typeface="Arial" panose="020B0604020202020204" pitchFamily="34" charset="0"/>
              <a:cs typeface="Arial" panose="020B0604020202020204" pitchFamily="34" charset="0"/>
            </a:endParaRPr>
          </a:p>
        </p:txBody>
      </p:sp>
      <p:sp>
        <p:nvSpPr>
          <p:cNvPr id="10" name="Rectangle 1">
            <a:extLst>
              <a:ext uri="{FF2B5EF4-FFF2-40B4-BE49-F238E27FC236}">
                <a16:creationId xmlns:a16="http://schemas.microsoft.com/office/drawing/2014/main" id="{39013916-16C8-B41F-6316-83665A7FAF3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6" name="Rectangle 15">
            <a:extLst>
              <a:ext uri="{FF2B5EF4-FFF2-40B4-BE49-F238E27FC236}">
                <a16:creationId xmlns:a16="http://schemas.microsoft.com/office/drawing/2014/main" id="{807F6D31-A089-A2A3-4A44-717D6AF5B0A9}"/>
              </a:ext>
            </a:extLst>
          </p:cNvPr>
          <p:cNvSpPr/>
          <p:nvPr/>
        </p:nvSpPr>
        <p:spPr>
          <a:xfrm>
            <a:off x="457200" y="4114800"/>
            <a:ext cx="11734800" cy="2133600"/>
          </a:xfrm>
          <a:prstGeom prst="rect">
            <a:avLst/>
          </a:prstGeom>
          <a:solidFill>
            <a:srgbClr val="FCF3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B5E2A645-D2F7-6B7A-63AC-D73DA0420AD9}"/>
              </a:ext>
            </a:extLst>
          </p:cNvPr>
          <p:cNvGrpSpPr/>
          <p:nvPr/>
        </p:nvGrpSpPr>
        <p:grpSpPr>
          <a:xfrm>
            <a:off x="8305800" y="685800"/>
            <a:ext cx="2971800" cy="4370614"/>
            <a:chOff x="8305800" y="685800"/>
            <a:chExt cx="2971800" cy="4370614"/>
          </a:xfrm>
        </p:grpSpPr>
        <p:sp>
          <p:nvSpPr>
            <p:cNvPr id="23" name="Oval 22">
              <a:extLst>
                <a:ext uri="{FF2B5EF4-FFF2-40B4-BE49-F238E27FC236}">
                  <a16:creationId xmlns:a16="http://schemas.microsoft.com/office/drawing/2014/main" id="{47B81B87-F4ED-D8B5-82AA-15862754EACE}"/>
                </a:ext>
              </a:extLst>
            </p:cNvPr>
            <p:cNvSpPr/>
            <p:nvPr/>
          </p:nvSpPr>
          <p:spPr>
            <a:xfrm>
              <a:off x="8305800" y="2084614"/>
              <a:ext cx="2971800" cy="29718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4198DE43-456D-C2DA-072C-C7F5A3E797A7}"/>
                </a:ext>
              </a:extLst>
            </p:cNvPr>
            <p:cNvGrpSpPr/>
            <p:nvPr/>
          </p:nvGrpSpPr>
          <p:grpSpPr>
            <a:xfrm>
              <a:off x="8458200" y="685800"/>
              <a:ext cx="2667000" cy="4136571"/>
              <a:chOff x="8534400" y="1426029"/>
              <a:chExt cx="2667000" cy="4136571"/>
            </a:xfrm>
          </p:grpSpPr>
          <p:sp>
            <p:nvSpPr>
              <p:cNvPr id="25" name="Oval 24">
                <a:extLst>
                  <a:ext uri="{FF2B5EF4-FFF2-40B4-BE49-F238E27FC236}">
                    <a16:creationId xmlns:a16="http://schemas.microsoft.com/office/drawing/2014/main" id="{1C6EDEB7-15BA-3B13-BEB8-98051FD2CE49}"/>
                  </a:ext>
                </a:extLst>
              </p:cNvPr>
              <p:cNvSpPr/>
              <p:nvPr/>
            </p:nvSpPr>
            <p:spPr>
              <a:xfrm>
                <a:off x="8534400" y="2895600"/>
                <a:ext cx="2667000" cy="2667000"/>
              </a:xfrm>
              <a:prstGeom prst="ellipse">
                <a:avLst/>
              </a:prstGeom>
              <a:solidFill>
                <a:srgbClr val="F8E1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5">
                <a:extLst>
                  <a:ext uri="{FF2B5EF4-FFF2-40B4-BE49-F238E27FC236}">
                    <a16:creationId xmlns:a16="http://schemas.microsoft.com/office/drawing/2014/main" id="{2D66E91F-0751-6A36-B013-80B838EF2881}"/>
                  </a:ext>
                </a:extLst>
              </p:cNvPr>
              <p:cNvSpPr/>
              <p:nvPr/>
            </p:nvSpPr>
            <p:spPr>
              <a:xfrm>
                <a:off x="8958121" y="1426029"/>
                <a:ext cx="1819559" cy="2342780"/>
              </a:xfrm>
              <a:custGeom>
                <a:avLst/>
                <a:gdLst/>
                <a:ahLst/>
                <a:cxnLst/>
                <a:rect l="l" t="t" r="r" b="b"/>
                <a:pathLst>
                  <a:path w="1819559" h="2342780">
                    <a:moveTo>
                      <a:pt x="0" y="0"/>
                    </a:moveTo>
                    <a:lnTo>
                      <a:pt x="1819559" y="0"/>
                    </a:lnTo>
                    <a:lnTo>
                      <a:pt x="1819559" y="2342780"/>
                    </a:lnTo>
                    <a:lnTo>
                      <a:pt x="0" y="234278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pSp>
      </p:grpSp>
      <p:sp>
        <p:nvSpPr>
          <p:cNvPr id="28" name="Text Placeholder 4">
            <a:extLst>
              <a:ext uri="{FF2B5EF4-FFF2-40B4-BE49-F238E27FC236}">
                <a16:creationId xmlns:a16="http://schemas.microsoft.com/office/drawing/2014/main" id="{2D620BA8-2649-24BF-0A08-0C00CFF5D1AC}"/>
              </a:ext>
            </a:extLst>
          </p:cNvPr>
          <p:cNvSpPr txBox="1">
            <a:spLocks/>
          </p:cNvSpPr>
          <p:nvPr/>
        </p:nvSpPr>
        <p:spPr>
          <a:xfrm>
            <a:off x="762000" y="4419600"/>
            <a:ext cx="6172200" cy="369332"/>
          </a:xfrm>
          <a:prstGeom prst="rect">
            <a:avLst/>
          </a:prstGeom>
        </p:spPr>
        <p:txBody>
          <a:bodyPr wrap="square" lIns="91440" tIns="45720" rIns="91440" bIns="45720" anchor="t">
            <a:spAutoFit/>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228600" indent="-228600" defTabSz="914400">
              <a:spcBef>
                <a:spcPts val="0"/>
              </a:spcBef>
              <a:spcAft>
                <a:spcPts val="800"/>
              </a:spcAft>
              <a:defRPr/>
            </a:pPr>
            <a:r>
              <a:rPr lang="en-US" sz="1800">
                <a:latin typeface="Arial"/>
                <a:cs typeface="Arial"/>
              </a:rPr>
              <a:t>Lab 4: Reflect &amp; Share – My Copilot </a:t>
            </a:r>
            <a:r>
              <a:rPr lang="en-US" sz="1800">
                <a:latin typeface="Arial"/>
                <a:ea typeface="Calibri"/>
                <a:cs typeface="Arial"/>
              </a:rPr>
              <a:t>Wins</a:t>
            </a:r>
            <a:endParaRPr lang="en-US" sz="1800" i="0" u="none" strike="noStrike" kern="1200" cap="none" spc="0" normalizeH="0" baseline="0" noProof="0">
              <a:ln>
                <a:noFill/>
              </a:ln>
              <a:solidFill>
                <a:srgbClr val="000000"/>
              </a:solidFill>
              <a:effectLst/>
              <a:uLnTx/>
              <a:uFillTx/>
              <a:latin typeface="Arial"/>
              <a:ea typeface="Calibri"/>
              <a:cs typeface="Arial"/>
            </a:endParaRPr>
          </a:p>
        </p:txBody>
      </p:sp>
    </p:spTree>
    <p:custDataLst>
      <p:tags r:id="rId1"/>
    </p:custDataLst>
    <p:extLst>
      <p:ext uri="{BB962C8B-B14F-4D97-AF65-F5344CB8AC3E}">
        <p14:creationId xmlns:p14="http://schemas.microsoft.com/office/powerpoint/2010/main" val="24686986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340229" y="759787"/>
            <a:ext cx="117755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a:solidFill>
                  <a:srgbClr val="002060"/>
                </a:solidFill>
                <a:latin typeface="Arial" panose="020B0604020202020204" pitchFamily="34" charset="0"/>
                <a:cs typeface="Arial" panose="020B0604020202020204" pitchFamily="34" charset="0"/>
              </a:rPr>
              <a:t>Summary</a:t>
            </a:r>
          </a:p>
        </p:txBody>
      </p:sp>
      <p:sp>
        <p:nvSpPr>
          <p:cNvPr id="2" name="Text Placeholder 4">
            <a:extLst>
              <a:ext uri="{FF2B5EF4-FFF2-40B4-BE49-F238E27FC236}">
                <a16:creationId xmlns:a16="http://schemas.microsoft.com/office/drawing/2014/main" id="{976EDFFF-7E60-F4A2-ECDA-81CD89054335}"/>
              </a:ext>
            </a:extLst>
          </p:cNvPr>
          <p:cNvSpPr txBox="1">
            <a:spLocks/>
          </p:cNvSpPr>
          <p:nvPr/>
        </p:nvSpPr>
        <p:spPr>
          <a:xfrm>
            <a:off x="337869" y="1156602"/>
            <a:ext cx="7076264" cy="5071669"/>
          </a:xfrm>
          <a:prstGeom prst="rect">
            <a:avLst/>
          </a:prstGeom>
        </p:spPr>
        <p:txBody>
          <a:bodyPr lIns="91440" tIns="45720" rIns="91440" bIns="45720" anchor="t"/>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355" indent="-173355" algn="just">
              <a:spcBef>
                <a:spcPts val="0"/>
              </a:spcBef>
              <a:spcAft>
                <a:spcPts val="800"/>
              </a:spcAft>
              <a:buFont typeface="Arial" pitchFamily="34" charset="0"/>
              <a:buNone/>
            </a:pPr>
            <a:r>
              <a:rPr lang="en-US" sz="1800" b="1">
                <a:latin typeface="Arial"/>
                <a:cs typeface="Arial"/>
              </a:rPr>
              <a:t>You will learn in this Chapter:</a:t>
            </a:r>
            <a:endParaRPr lang="en-US" sz="2100">
              <a:latin typeface="Arial"/>
              <a:cs typeface="Arial"/>
            </a:endParaRPr>
          </a:p>
          <a:p>
            <a:pPr marL="228600" indent="-228600" algn="just"/>
            <a:r>
              <a:rPr lang="en-US" sz="1800">
                <a:latin typeface="Arial"/>
                <a:ea typeface="+mn-lt"/>
                <a:cs typeface="Arial"/>
              </a:rPr>
              <a:t>GitHub Copilot is an AI-powered coding assistant that helps programmers write code faster by suggesting lines of code, functions, and solutions while typing.</a:t>
            </a:r>
            <a:endParaRPr lang="en-US" sz="1800">
              <a:latin typeface="Arial"/>
              <a:cs typeface="Arial"/>
            </a:endParaRPr>
          </a:p>
          <a:p>
            <a:pPr marL="228600" indent="-228600" algn="just"/>
            <a:r>
              <a:rPr lang="en-US" sz="1800">
                <a:latin typeface="Arial"/>
                <a:ea typeface="+mn-lt"/>
                <a:cs typeface="Arial"/>
              </a:rPr>
              <a:t>To use Copilot effectively, students need to install Visual Studio Code, install Python (version 3.10 or higher), and create a GitHub account. </a:t>
            </a:r>
          </a:p>
          <a:p>
            <a:pPr marL="228600" indent="-228600" algn="just"/>
            <a:r>
              <a:rPr lang="en-US" sz="1800">
                <a:latin typeface="Arial"/>
                <a:ea typeface="+mn-lt"/>
                <a:cs typeface="Arial"/>
              </a:rPr>
              <a:t>The GitHub Copilot extension is installed from the VS Code Extensions Marketplace. </a:t>
            </a:r>
          </a:p>
          <a:p>
            <a:pPr marL="228600" indent="-228600" algn="just"/>
            <a:r>
              <a:rPr lang="en-US" sz="1800">
                <a:latin typeface="Arial"/>
                <a:ea typeface="+mn-lt"/>
                <a:cs typeface="Arial"/>
              </a:rPr>
              <a:t>Students can write comments or start typing code, and Copilot automatically suggests code snippets or complete functions. </a:t>
            </a:r>
          </a:p>
          <a:p>
            <a:pPr marL="228600" indent="-228600" algn="just"/>
            <a:r>
              <a:rPr lang="en-US" sz="1800">
                <a:latin typeface="Arial"/>
                <a:ea typeface="+mn-lt"/>
                <a:cs typeface="Arial"/>
              </a:rPr>
              <a:t>The typical workflow involves thinking about the problem, writing clear comments, typing code, reviewing Copilot suggestions, accepting or editing them, running the program, and improving the solution. </a:t>
            </a:r>
            <a:endParaRPr lang="en-US" sz="1800">
              <a:latin typeface="Arial" panose="020B0604020202020204" pitchFamily="34" charset="0"/>
              <a:cs typeface="Arial" panose="020B0604020202020204" pitchFamily="34" charset="0"/>
            </a:endParaRPr>
          </a:p>
        </p:txBody>
      </p:sp>
      <p:sp>
        <p:nvSpPr>
          <p:cNvPr id="3" name="Freeform 2">
            <a:extLst>
              <a:ext uri="{FF2B5EF4-FFF2-40B4-BE49-F238E27FC236}">
                <a16:creationId xmlns:a16="http://schemas.microsoft.com/office/drawing/2014/main" id="{C603D4E8-9BAA-B8B5-0D8A-9F11B05FF385}"/>
              </a:ext>
            </a:extLst>
          </p:cNvPr>
          <p:cNvSpPr/>
          <p:nvPr/>
        </p:nvSpPr>
        <p:spPr>
          <a:xfrm>
            <a:off x="7412182" y="1507177"/>
            <a:ext cx="4478694" cy="4114800"/>
          </a:xfrm>
          <a:custGeom>
            <a:avLst/>
            <a:gdLst/>
            <a:ahLst/>
            <a:cxnLst/>
            <a:rect l="l" t="t" r="r" b="b"/>
            <a:pathLst>
              <a:path w="4478694" h="4114800">
                <a:moveTo>
                  <a:pt x="0" y="0"/>
                </a:moveTo>
                <a:lnTo>
                  <a:pt x="4478694" y="0"/>
                </a:lnTo>
                <a:lnTo>
                  <a:pt x="447869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Tree>
    <p:custDataLst>
      <p:tags r:id="rId1"/>
    </p:custDataLst>
    <p:extLst>
      <p:ext uri="{BB962C8B-B14F-4D97-AF65-F5344CB8AC3E}">
        <p14:creationId xmlns:p14="http://schemas.microsoft.com/office/powerpoint/2010/main" val="2832016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381000" y="759787"/>
            <a:ext cx="11125200"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a:solidFill>
                  <a:srgbClr val="002060"/>
                </a:solidFill>
                <a:latin typeface="Arial" panose="020B0604020202020204" pitchFamily="34" charset="0"/>
                <a:cs typeface="Arial" panose="020B0604020202020204" pitchFamily="34" charset="0"/>
              </a:rPr>
              <a:t>Reference</a:t>
            </a:r>
          </a:p>
        </p:txBody>
      </p:sp>
      <p:sp>
        <p:nvSpPr>
          <p:cNvPr id="8" name="Text Placeholder 4">
            <a:extLst>
              <a:ext uri="{FF2B5EF4-FFF2-40B4-BE49-F238E27FC236}">
                <a16:creationId xmlns:a16="http://schemas.microsoft.com/office/drawing/2014/main" id="{8FB8E816-E868-A86A-9AC1-52D61C79325A}"/>
              </a:ext>
            </a:extLst>
          </p:cNvPr>
          <p:cNvSpPr txBox="1">
            <a:spLocks/>
          </p:cNvSpPr>
          <p:nvPr/>
        </p:nvSpPr>
        <p:spPr>
          <a:xfrm>
            <a:off x="375519" y="1167296"/>
            <a:ext cx="11283081" cy="4934454"/>
          </a:xfrm>
          <a:prstGeom prst="rect">
            <a:avLst/>
          </a:prstGeom>
        </p:spPr>
        <p:txBody>
          <a:bodyPr lIns="91440" tIns="45720" rIns="91440" bIns="45720" anchor="t"/>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342900" lvl="0" indent="-342900">
              <a:lnSpc>
                <a:spcPct val="150000"/>
              </a:lnSpc>
              <a:spcAft>
                <a:spcPts val="0"/>
              </a:spcAft>
              <a:buFont typeface="Symbol" panose="05050102010706020507" pitchFamily="18" charset="2"/>
              <a:buChar char=""/>
            </a:pPr>
            <a:r>
              <a:rPr lang="en-IN" sz="1800">
                <a:ea typeface="+mn-lt"/>
                <a:cs typeface="+mn-lt"/>
                <a:hlinkClick r:id="rId3"/>
              </a:rPr>
              <a:t>https://docs.github.com/en/copilot</a:t>
            </a:r>
            <a:endParaRPr lang="en-IN" sz="1800">
              <a:latin typeface="Arial"/>
              <a:ea typeface="Calibri"/>
              <a:cs typeface="Gautami"/>
            </a:endParaRPr>
          </a:p>
          <a:p>
            <a:pPr marL="342900" indent="-342900">
              <a:lnSpc>
                <a:spcPct val="150000"/>
              </a:lnSpc>
              <a:buFont typeface="Symbol" panose="05050102010706020507" pitchFamily="18" charset="2"/>
              <a:buChar char=""/>
            </a:pPr>
            <a:r>
              <a:rPr lang="en-IN" sz="1800">
                <a:ea typeface="+mn-lt"/>
                <a:cs typeface="+mn-lt"/>
                <a:hlinkClick r:id="rId4"/>
              </a:rPr>
              <a:t>https://code.visualstudio.com/docs/copilot/getting-started</a:t>
            </a:r>
            <a:endParaRPr lang="en-IN" sz="1800">
              <a:ea typeface="Calibri"/>
              <a:cs typeface="Gautami"/>
            </a:endParaRPr>
          </a:p>
          <a:p>
            <a:pPr marL="342900" indent="-342900">
              <a:lnSpc>
                <a:spcPct val="150000"/>
              </a:lnSpc>
              <a:buFont typeface="Symbol" panose="05050102010706020507" pitchFamily="18" charset="2"/>
              <a:buChar char=""/>
            </a:pPr>
            <a:r>
              <a:rPr lang="en-IN" sz="1800">
                <a:ea typeface="+mn-lt"/>
                <a:cs typeface="+mn-lt"/>
                <a:hlinkClick r:id="rId5"/>
              </a:rPr>
              <a:t>https://code.visualstudio.com/download</a:t>
            </a:r>
          </a:p>
          <a:p>
            <a:pPr marL="342900" indent="-342900">
              <a:lnSpc>
                <a:spcPct val="150000"/>
              </a:lnSpc>
              <a:buFont typeface="Symbol" panose="05050102010706020507" pitchFamily="18" charset="2"/>
              <a:buChar char=""/>
            </a:pPr>
            <a:r>
              <a:rPr lang="en-IN" sz="1800">
                <a:ea typeface="+mn-lt"/>
                <a:cs typeface="+mn-lt"/>
                <a:hlinkClick r:id="rId6"/>
              </a:rPr>
              <a:t>https://code.visualstudio.com/docs</a:t>
            </a:r>
            <a:endParaRPr lang="en-IN" sz="1800">
              <a:latin typeface="Aptos"/>
              <a:ea typeface="Calibri"/>
              <a:cs typeface="Gautami"/>
            </a:endParaRPr>
          </a:p>
          <a:p>
            <a:pPr marL="342900" indent="-342900">
              <a:lnSpc>
                <a:spcPct val="150000"/>
              </a:lnSpc>
              <a:buFont typeface="Symbol" panose="05050102010706020507" pitchFamily="18" charset="2"/>
              <a:buChar char=""/>
            </a:pPr>
            <a:r>
              <a:rPr lang="en-IN" sz="1800">
                <a:ea typeface="+mn-lt"/>
                <a:cs typeface="+mn-lt"/>
                <a:hlinkClick r:id="rId7"/>
              </a:rPr>
              <a:t>https://www.python.org/downloads/</a:t>
            </a:r>
            <a:endParaRPr lang="en-IN" sz="1800">
              <a:latin typeface="Aptos"/>
              <a:ea typeface="Calibri"/>
              <a:cs typeface="Gautami"/>
            </a:endParaRPr>
          </a:p>
          <a:p>
            <a:pPr marL="342900" indent="-342900">
              <a:lnSpc>
                <a:spcPct val="150000"/>
              </a:lnSpc>
              <a:buFont typeface="Symbol" panose="05050102010706020507" pitchFamily="18" charset="2"/>
              <a:buChar char=""/>
            </a:pPr>
            <a:r>
              <a:rPr lang="en-IN" sz="1800">
                <a:ea typeface="+mn-lt"/>
                <a:cs typeface="+mn-lt"/>
                <a:hlinkClick r:id="rId8"/>
              </a:rPr>
              <a:t>https://github.com/signup</a:t>
            </a:r>
          </a:p>
          <a:p>
            <a:pPr marL="342900" indent="-342900">
              <a:lnSpc>
                <a:spcPct val="150000"/>
              </a:lnSpc>
              <a:buFont typeface="Symbol" panose="05050102010706020507" pitchFamily="18" charset="2"/>
              <a:buChar char=""/>
            </a:pPr>
            <a:r>
              <a:rPr lang="en-IN" sz="1800">
                <a:ea typeface="+mn-lt"/>
                <a:cs typeface="+mn-lt"/>
                <a:hlinkClick r:id="rId9"/>
              </a:rPr>
              <a:t>https://techhub.saworks.io/github-copilot-tutorial/</a:t>
            </a:r>
            <a:endParaRPr lang="en-IN" sz="1800">
              <a:latin typeface="Aptos"/>
              <a:ea typeface="Calibri"/>
              <a:cs typeface="Gautami"/>
            </a:endParaRPr>
          </a:p>
          <a:p>
            <a:pPr marL="342900" indent="-342900">
              <a:lnSpc>
                <a:spcPct val="150000"/>
              </a:lnSpc>
              <a:buFont typeface="Symbol" panose="05050102010706020507" pitchFamily="18" charset="2"/>
              <a:buChar char=""/>
            </a:pPr>
            <a:r>
              <a:rPr lang="en-IN" sz="1800">
                <a:ea typeface="+mn-lt"/>
                <a:cs typeface="+mn-lt"/>
                <a:hlinkClick r:id="rId10"/>
              </a:rPr>
              <a:t>https://www.devscall.com/tutorials/learn-python-with-copilot/setup-your-ai-environment</a:t>
            </a:r>
            <a:endParaRPr lang="en-IN" sz="1800">
              <a:latin typeface="Aptos"/>
              <a:ea typeface="Calibri"/>
              <a:cs typeface="Gautami"/>
            </a:endParaRPr>
          </a:p>
          <a:p>
            <a:pPr marL="342900" indent="-342900">
              <a:lnSpc>
                <a:spcPct val="150000"/>
              </a:lnSpc>
              <a:buFont typeface="Symbol" panose="05050102010706020507" pitchFamily="18" charset="2"/>
              <a:buChar char=""/>
            </a:pPr>
            <a:r>
              <a:rPr lang="en-IN" sz="1800">
                <a:ea typeface="+mn-lt"/>
                <a:cs typeface="+mn-lt"/>
                <a:hlinkClick r:id="rId11"/>
              </a:rPr>
              <a:t>https://www.geeksforgeeks.org/git/github-copilot/</a:t>
            </a:r>
            <a:endParaRPr lang="en-IN" sz="1800">
              <a:latin typeface="Aptos"/>
              <a:ea typeface="Calibri"/>
              <a:cs typeface="Gautami"/>
            </a:endParaRPr>
          </a:p>
          <a:p>
            <a:pPr marL="0" indent="0">
              <a:lnSpc>
                <a:spcPct val="150000"/>
              </a:lnSpc>
              <a:buNone/>
            </a:pPr>
            <a:endParaRPr lang="en-IN" sz="1800">
              <a:latin typeface="Aptos"/>
              <a:ea typeface="Calibri"/>
              <a:cs typeface="Gautami"/>
            </a:endParaRPr>
          </a:p>
          <a:p>
            <a:pPr marL="342900" indent="-342900">
              <a:lnSpc>
                <a:spcPct val="150000"/>
              </a:lnSpc>
              <a:buFont typeface="Symbol" panose="05050102010706020507" pitchFamily="18" charset="2"/>
              <a:buChar char=""/>
            </a:pPr>
            <a:endParaRPr lang="en-IN" sz="1800">
              <a:latin typeface="Aptos"/>
              <a:ea typeface="Calibri"/>
              <a:cs typeface="Gautami"/>
            </a:endParaRPr>
          </a:p>
          <a:p>
            <a:pPr marL="342900" indent="-342900">
              <a:lnSpc>
                <a:spcPct val="150000"/>
              </a:lnSpc>
              <a:buFont typeface="Symbol" panose="05050102010706020507" pitchFamily="18" charset="2"/>
              <a:buChar char=""/>
            </a:pPr>
            <a:endParaRPr lang="en-IN" sz="1800">
              <a:latin typeface="Aptos"/>
              <a:ea typeface="Calibri"/>
              <a:cs typeface="Gautami"/>
            </a:endParaRPr>
          </a:p>
          <a:p>
            <a:pPr marL="342900" indent="-342900">
              <a:lnSpc>
                <a:spcPct val="150000"/>
              </a:lnSpc>
              <a:buFont typeface="Symbol" panose="05050102010706020507" pitchFamily="18" charset="2"/>
              <a:buChar char=""/>
            </a:pPr>
            <a:endParaRPr lang="en-IN" sz="1800">
              <a:latin typeface="Aptos"/>
              <a:ea typeface="Calibri"/>
              <a:cs typeface="Gautami"/>
            </a:endParaRPr>
          </a:p>
          <a:p>
            <a:pPr marL="342900" indent="-342900">
              <a:lnSpc>
                <a:spcPct val="150000"/>
              </a:lnSpc>
              <a:buFont typeface="Symbol" panose="05050102010706020507" pitchFamily="18" charset="2"/>
              <a:buChar char=""/>
            </a:pPr>
            <a:endParaRPr lang="en-IN" sz="1800">
              <a:latin typeface="Aptos"/>
              <a:ea typeface="Calibri"/>
              <a:cs typeface="Gautami"/>
            </a:endParaRPr>
          </a:p>
          <a:p>
            <a:pPr marL="342900" indent="-342900">
              <a:lnSpc>
                <a:spcPct val="150000"/>
              </a:lnSpc>
              <a:buFont typeface="Symbol" panose="05050102010706020507" pitchFamily="18" charset="2"/>
              <a:buChar char=""/>
            </a:pPr>
            <a:endParaRPr lang="en-IN" sz="1800">
              <a:latin typeface="Aptos"/>
              <a:ea typeface="Calibri"/>
              <a:cs typeface="Gautami"/>
            </a:endParaRPr>
          </a:p>
        </p:txBody>
      </p:sp>
    </p:spTree>
    <p:custDataLst>
      <p:tags r:id="rId1"/>
    </p:custDataLst>
    <p:extLst>
      <p:ext uri="{BB962C8B-B14F-4D97-AF65-F5344CB8AC3E}">
        <p14:creationId xmlns:p14="http://schemas.microsoft.com/office/powerpoint/2010/main" val="42683526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2952749" y="1665112"/>
            <a:ext cx="6286502" cy="2395256"/>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0" b="1">
                <a:solidFill>
                  <a:srgbClr val="484F9E"/>
                </a:solidFill>
                <a:latin typeface="Arial" panose="020B0604020202020204" pitchFamily="34" charset="0"/>
                <a:cs typeface="Arial" panose="020B0604020202020204" pitchFamily="34" charset="0"/>
              </a:rPr>
              <a:t>QUIZ</a:t>
            </a:r>
          </a:p>
        </p:txBody>
      </p:sp>
      <p:sp>
        <p:nvSpPr>
          <p:cNvPr id="9" name="Title 3">
            <a:extLst>
              <a:ext uri="{FF2B5EF4-FFF2-40B4-BE49-F238E27FC236}">
                <a16:creationId xmlns:a16="http://schemas.microsoft.com/office/drawing/2014/main" id="{105F7530-0D39-06C4-D372-2B9649861D5D}"/>
              </a:ext>
            </a:extLst>
          </p:cNvPr>
          <p:cNvSpPr txBox="1">
            <a:spLocks/>
          </p:cNvSpPr>
          <p:nvPr/>
        </p:nvSpPr>
        <p:spPr>
          <a:xfrm>
            <a:off x="5253313" y="4308528"/>
            <a:ext cx="1881314"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600" b="1">
                <a:solidFill>
                  <a:srgbClr val="002060"/>
                </a:solidFill>
                <a:latin typeface="Arial" panose="020B0604020202020204" pitchFamily="34" charset="0"/>
                <a:cs typeface="Arial" panose="020B0604020202020204" pitchFamily="34" charset="0"/>
              </a:rPr>
              <a:t>Let’s Start</a:t>
            </a:r>
          </a:p>
        </p:txBody>
      </p:sp>
      <p:pic>
        <p:nvPicPr>
          <p:cNvPr id="8" name="Picture 7" descr="A cartoon of plants and flowers&#10;&#10;Description automatically generated">
            <a:extLst>
              <a:ext uri="{FF2B5EF4-FFF2-40B4-BE49-F238E27FC236}">
                <a16:creationId xmlns:a16="http://schemas.microsoft.com/office/drawing/2014/main" id="{4370FDC2-37FE-1078-8957-F74CF2D41C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9777" y="1295403"/>
            <a:ext cx="10212447" cy="4778828"/>
          </a:xfrm>
          <a:prstGeom prst="rect">
            <a:avLst/>
          </a:prstGeom>
        </p:spPr>
      </p:pic>
    </p:spTree>
    <p:extLst>
      <p:ext uri="{BB962C8B-B14F-4D97-AF65-F5344CB8AC3E}">
        <p14:creationId xmlns:p14="http://schemas.microsoft.com/office/powerpoint/2010/main" val="622800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58DE8C5-AD3A-E2A6-47DE-FD7F0A04BE7F}"/>
              </a:ext>
            </a:extLst>
          </p:cNvPr>
          <p:cNvGrpSpPr/>
          <p:nvPr/>
        </p:nvGrpSpPr>
        <p:grpSpPr>
          <a:xfrm rot="20804835">
            <a:off x="8105974" y="1314838"/>
            <a:ext cx="3032304" cy="4163210"/>
            <a:chOff x="5763589" y="866981"/>
            <a:chExt cx="2725091" cy="3741420"/>
          </a:xfrm>
        </p:grpSpPr>
        <p:pic>
          <p:nvPicPr>
            <p:cNvPr id="8" name="Picture 7" descr="A group of question marks&#10;&#10;Description automatically generated">
              <a:extLst>
                <a:ext uri="{FF2B5EF4-FFF2-40B4-BE49-F238E27FC236}">
                  <a16:creationId xmlns:a16="http://schemas.microsoft.com/office/drawing/2014/main" id="{52009D03-B2B0-B126-1674-DA8311D3C627}"/>
                </a:ext>
              </a:extLst>
            </p:cNvPr>
            <p:cNvPicPr>
              <a:picLocks noChangeAspect="1"/>
            </p:cNvPicPr>
            <p:nvPr/>
          </p:nvPicPr>
          <p:blipFill rotWithShape="1">
            <a:blip r:embed="rId3"/>
            <a:srcRect r="35860"/>
            <a:stretch/>
          </p:blipFill>
          <p:spPr>
            <a:xfrm>
              <a:off x="5763589" y="866981"/>
              <a:ext cx="2399746" cy="3741420"/>
            </a:xfrm>
            <a:prstGeom prst="rect">
              <a:avLst/>
            </a:prstGeom>
          </p:spPr>
        </p:pic>
        <p:sp>
          <p:nvSpPr>
            <p:cNvPr id="9" name="Rectangle 8">
              <a:extLst>
                <a:ext uri="{FF2B5EF4-FFF2-40B4-BE49-F238E27FC236}">
                  <a16:creationId xmlns:a16="http://schemas.microsoft.com/office/drawing/2014/main" id="{8F109B04-4735-E7FD-5B0C-5A10B230C533}"/>
                </a:ext>
              </a:extLst>
            </p:cNvPr>
            <p:cNvSpPr/>
            <p:nvPr/>
          </p:nvSpPr>
          <p:spPr>
            <a:xfrm>
              <a:off x="7749540" y="3276600"/>
              <a:ext cx="739140" cy="9999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grpSp>
      <p:pic>
        <p:nvPicPr>
          <p:cNvPr id="10" name="Picture 2" descr="Free vector question marks background">
            <a:extLst>
              <a:ext uri="{FF2B5EF4-FFF2-40B4-BE49-F238E27FC236}">
                <a16:creationId xmlns:a16="http://schemas.microsoft.com/office/drawing/2014/main" id="{581E641B-B0AF-BEFB-66C3-62201536FC54}"/>
              </a:ext>
            </a:extLst>
          </p:cNvPr>
          <p:cNvPicPr>
            <a:picLocks noChangeAspect="1" noChangeArrowheads="1"/>
          </p:cNvPicPr>
          <p:nvPr/>
        </p:nvPicPr>
        <p:blipFill rotWithShape="1">
          <a:blip r:embed="rId4">
            <a:alphaModFix amt="10000"/>
            <a:extLst>
              <a:ext uri="{28A0092B-C50C-407E-A947-70E740481C1C}">
                <a14:useLocalDpi xmlns:a14="http://schemas.microsoft.com/office/drawing/2010/main" val="0"/>
              </a:ext>
            </a:extLst>
          </a:blip>
          <a:srcRect b="27719"/>
          <a:stretch/>
        </p:blipFill>
        <p:spPr bwMode="auto">
          <a:xfrm>
            <a:off x="0" y="751247"/>
            <a:ext cx="12169100" cy="5859335"/>
          </a:xfrm>
          <a:prstGeom prst="rect">
            <a:avLst/>
          </a:prstGeom>
          <a:noFill/>
          <a:extLst>
            <a:ext uri="{909E8E84-426E-40DD-AFC4-6F175D3DCCD1}">
              <a14:hiddenFill xmlns:a14="http://schemas.microsoft.com/office/drawing/2010/main">
                <a:solidFill>
                  <a:srgbClr val="FFFFFF"/>
                </a:solidFill>
              </a14:hiddenFill>
            </a:ext>
          </a:extLst>
        </p:spPr>
      </p:pic>
      <p:sp>
        <p:nvSpPr>
          <p:cNvPr id="11" name="Google Shape;61;g5fab984687_2_0">
            <a:extLst>
              <a:ext uri="{FF2B5EF4-FFF2-40B4-BE49-F238E27FC236}">
                <a16:creationId xmlns:a16="http://schemas.microsoft.com/office/drawing/2014/main" id="{0D5D7E4D-3C3E-5B6C-3D56-30E42ADA7828}"/>
              </a:ext>
            </a:extLst>
          </p:cNvPr>
          <p:cNvSpPr txBox="1">
            <a:spLocks/>
          </p:cNvSpPr>
          <p:nvPr/>
        </p:nvSpPr>
        <p:spPr>
          <a:xfrm>
            <a:off x="282878" y="723165"/>
            <a:ext cx="3907423" cy="42887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2200" b="1">
                <a:solidFill>
                  <a:srgbClr val="213163"/>
                </a:solidFill>
              </a:rPr>
              <a:t>Quiz</a:t>
            </a:r>
            <a:endParaRPr lang="en-US" sz="2200"/>
          </a:p>
        </p:txBody>
      </p:sp>
      <p:grpSp>
        <p:nvGrpSpPr>
          <p:cNvPr id="12" name="Group 11">
            <a:extLst>
              <a:ext uri="{FF2B5EF4-FFF2-40B4-BE49-F238E27FC236}">
                <a16:creationId xmlns:a16="http://schemas.microsoft.com/office/drawing/2014/main" id="{A3C729A3-A716-8B4A-7CF1-D80898FED2CA}"/>
              </a:ext>
            </a:extLst>
          </p:cNvPr>
          <p:cNvGrpSpPr/>
          <p:nvPr/>
        </p:nvGrpSpPr>
        <p:grpSpPr>
          <a:xfrm>
            <a:off x="1" y="5582921"/>
            <a:ext cx="12192000" cy="1107234"/>
            <a:chOff x="229036" y="4299585"/>
            <a:chExt cx="8640644" cy="623995"/>
          </a:xfrm>
        </p:grpSpPr>
        <p:sp>
          <p:nvSpPr>
            <p:cNvPr id="13" name="Rectangle 12">
              <a:extLst>
                <a:ext uri="{FF2B5EF4-FFF2-40B4-BE49-F238E27FC236}">
                  <a16:creationId xmlns:a16="http://schemas.microsoft.com/office/drawing/2014/main" id="{8A77CB77-EB9C-C37B-ED9F-64E5CEF1556F}"/>
                </a:ext>
              </a:extLst>
            </p:cNvPr>
            <p:cNvSpPr/>
            <p:nvPr/>
          </p:nvSpPr>
          <p:spPr>
            <a:xfrm>
              <a:off x="229036" y="4299585"/>
              <a:ext cx="8640644" cy="623995"/>
            </a:xfrm>
            <a:prstGeom prst="rect">
              <a:avLst/>
            </a:prstGeom>
            <a:solidFill>
              <a:srgbClr val="CDE0FF">
                <a:alpha val="59000"/>
              </a:srgb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 name="TextBox 13">
              <a:extLst>
                <a:ext uri="{FF2B5EF4-FFF2-40B4-BE49-F238E27FC236}">
                  <a16:creationId xmlns:a16="http://schemas.microsoft.com/office/drawing/2014/main" id="{E1F0CCD2-56D3-6ED7-A4D2-DC293A4DECED}"/>
                </a:ext>
              </a:extLst>
            </p:cNvPr>
            <p:cNvSpPr txBox="1"/>
            <p:nvPr/>
          </p:nvSpPr>
          <p:spPr>
            <a:xfrm>
              <a:off x="429516" y="4386401"/>
              <a:ext cx="6851486" cy="416283"/>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r>
                <a:rPr lang="en-IN" sz="2200" b="1">
                  <a:latin typeface="Arial"/>
                  <a:cs typeface="Arial"/>
                </a:rPr>
                <a:t>Answer: C</a:t>
              </a:r>
            </a:p>
            <a:p>
              <a:r>
                <a:rPr lang="en-US">
                  <a:latin typeface="Aptos"/>
                  <a:cs typeface="Arial"/>
                </a:rPr>
                <a:t>To assist developers by suggesting code while they type</a:t>
              </a:r>
              <a:endParaRPr lang="en-US"/>
            </a:p>
          </p:txBody>
        </p:sp>
      </p:grpSp>
      <p:sp>
        <p:nvSpPr>
          <p:cNvPr id="17" name="TextBox 16">
            <a:extLst>
              <a:ext uri="{FF2B5EF4-FFF2-40B4-BE49-F238E27FC236}">
                <a16:creationId xmlns:a16="http://schemas.microsoft.com/office/drawing/2014/main" id="{F67DEA04-9A38-2BC5-6A24-6F2AA4D4C1F4}"/>
              </a:ext>
            </a:extLst>
          </p:cNvPr>
          <p:cNvSpPr txBox="1"/>
          <p:nvPr/>
        </p:nvSpPr>
        <p:spPr>
          <a:xfrm>
            <a:off x="282878" y="1380927"/>
            <a:ext cx="6448763" cy="2298065"/>
          </a:xfrm>
          <a:prstGeom prst="rect">
            <a:avLst/>
          </a:prstGeom>
          <a:noFill/>
        </p:spPr>
        <p:txBody>
          <a:bodyPr wrap="square" lIns="121920" tIns="60960" rIns="121920" bIns="60960" rtlCol="0" anchor="t">
            <a:spAutoFit/>
          </a:bodyPr>
          <a:lstStyle/>
          <a:p>
            <a:pPr>
              <a:spcAft>
                <a:spcPts val="800"/>
              </a:spcAft>
            </a:pPr>
            <a:r>
              <a:rPr lang="en-US">
                <a:ea typeface="+mn-lt"/>
                <a:cs typeface="+mn-lt"/>
              </a:rPr>
              <a:t>Q1. What is the main purpose of GitHub Copilot?</a:t>
            </a:r>
            <a:endParaRPr lang="en-US" b="1">
              <a:latin typeface="Arial" panose="020B0604020202020204" pitchFamily="34" charset="0"/>
              <a:cs typeface="Arial" panose="020B0604020202020204" pitchFamily="34" charset="0"/>
            </a:endParaRPr>
          </a:p>
          <a:p>
            <a:pPr>
              <a:spcAft>
                <a:spcPts val="800"/>
              </a:spcAft>
            </a:pPr>
            <a:endParaRPr lang="en-US" b="1">
              <a:latin typeface="Arial" panose="020B0604020202020204" pitchFamily="34" charset="0"/>
              <a:cs typeface="Arial" panose="020B0604020202020204" pitchFamily="34" charset="0"/>
            </a:endParaRPr>
          </a:p>
          <a:p>
            <a:pPr marL="283210" indent="-283210">
              <a:spcAft>
                <a:spcPts val="800"/>
              </a:spcAft>
              <a:buAutoNum type="alphaLcParenR"/>
            </a:pPr>
            <a:r>
              <a:rPr lang="en-US">
                <a:ea typeface="+mn-lt"/>
                <a:cs typeface="+mn-lt"/>
              </a:rPr>
              <a:t>To replace programmers</a:t>
            </a:r>
          </a:p>
          <a:p>
            <a:pPr marL="283210" indent="-283210">
              <a:spcAft>
                <a:spcPts val="800"/>
              </a:spcAft>
              <a:buAutoNum type="alphaLcParenR"/>
            </a:pPr>
            <a:r>
              <a:rPr lang="en-US">
                <a:ea typeface="+mn-lt"/>
                <a:cs typeface="+mn-lt"/>
              </a:rPr>
              <a:t>To automatically fix computer hardware</a:t>
            </a:r>
          </a:p>
          <a:p>
            <a:pPr marL="283210" indent="-283210">
              <a:spcAft>
                <a:spcPts val="800"/>
              </a:spcAft>
              <a:buAutoNum type="alphaLcParenR"/>
            </a:pPr>
            <a:r>
              <a:rPr lang="en-US">
                <a:ea typeface="+mn-lt"/>
                <a:cs typeface="+mn-lt"/>
              </a:rPr>
              <a:t>To assist developers by suggesting code while they type</a:t>
            </a:r>
          </a:p>
          <a:p>
            <a:pPr marL="283210" indent="-283210">
              <a:spcAft>
                <a:spcPts val="800"/>
              </a:spcAft>
              <a:buAutoNum type="alphaLcParenR"/>
            </a:pPr>
            <a:r>
              <a:rPr lang="en-US">
                <a:ea typeface="+mn-lt"/>
                <a:cs typeface="+mn-lt"/>
              </a:rPr>
              <a:t>To install programming languages</a:t>
            </a:r>
            <a:endParaRPr lang="en-US"/>
          </a:p>
        </p:txBody>
      </p:sp>
    </p:spTree>
    <p:extLst>
      <p:ext uri="{BB962C8B-B14F-4D97-AF65-F5344CB8AC3E}">
        <p14:creationId xmlns:p14="http://schemas.microsoft.com/office/powerpoint/2010/main" val="1476851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8E61F-35B4-B95C-D133-C49C74F2F619}"/>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D8D840FF-5BA8-BD79-B278-8EE87FA20A26}"/>
              </a:ext>
            </a:extLst>
          </p:cNvPr>
          <p:cNvGrpSpPr/>
          <p:nvPr/>
        </p:nvGrpSpPr>
        <p:grpSpPr>
          <a:xfrm rot="20804835">
            <a:off x="8105974" y="1314838"/>
            <a:ext cx="3032304" cy="4163210"/>
            <a:chOff x="5763589" y="866981"/>
            <a:chExt cx="2725091" cy="3741420"/>
          </a:xfrm>
        </p:grpSpPr>
        <p:pic>
          <p:nvPicPr>
            <p:cNvPr id="8" name="Picture 7" descr="A group of question marks&#10;&#10;Description automatically generated">
              <a:extLst>
                <a:ext uri="{FF2B5EF4-FFF2-40B4-BE49-F238E27FC236}">
                  <a16:creationId xmlns:a16="http://schemas.microsoft.com/office/drawing/2014/main" id="{C02F5E99-DCE2-9471-15EF-ED44B3BEFBB0}"/>
                </a:ext>
              </a:extLst>
            </p:cNvPr>
            <p:cNvPicPr>
              <a:picLocks noChangeAspect="1"/>
            </p:cNvPicPr>
            <p:nvPr/>
          </p:nvPicPr>
          <p:blipFill rotWithShape="1">
            <a:blip r:embed="rId3"/>
            <a:srcRect r="35860"/>
            <a:stretch/>
          </p:blipFill>
          <p:spPr>
            <a:xfrm>
              <a:off x="5763589" y="866981"/>
              <a:ext cx="2399746" cy="3741420"/>
            </a:xfrm>
            <a:prstGeom prst="rect">
              <a:avLst/>
            </a:prstGeom>
          </p:spPr>
        </p:pic>
        <p:sp>
          <p:nvSpPr>
            <p:cNvPr id="9" name="Rectangle 8">
              <a:extLst>
                <a:ext uri="{FF2B5EF4-FFF2-40B4-BE49-F238E27FC236}">
                  <a16:creationId xmlns:a16="http://schemas.microsoft.com/office/drawing/2014/main" id="{4FE222FF-FAD1-C8D5-2FD5-AFC14F3F5B90}"/>
                </a:ext>
              </a:extLst>
            </p:cNvPr>
            <p:cNvSpPr/>
            <p:nvPr/>
          </p:nvSpPr>
          <p:spPr>
            <a:xfrm>
              <a:off x="7749540" y="3276600"/>
              <a:ext cx="739140" cy="9999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grpSp>
      <p:pic>
        <p:nvPicPr>
          <p:cNvPr id="10" name="Picture 2" descr="Free vector question marks background">
            <a:extLst>
              <a:ext uri="{FF2B5EF4-FFF2-40B4-BE49-F238E27FC236}">
                <a16:creationId xmlns:a16="http://schemas.microsoft.com/office/drawing/2014/main" id="{7333B417-0B05-0277-2AA2-4F1DADE7E66C}"/>
              </a:ext>
            </a:extLst>
          </p:cNvPr>
          <p:cNvPicPr>
            <a:picLocks noChangeAspect="1" noChangeArrowheads="1"/>
          </p:cNvPicPr>
          <p:nvPr/>
        </p:nvPicPr>
        <p:blipFill rotWithShape="1">
          <a:blip r:embed="rId4">
            <a:alphaModFix amt="10000"/>
            <a:extLst>
              <a:ext uri="{28A0092B-C50C-407E-A947-70E740481C1C}">
                <a14:useLocalDpi xmlns:a14="http://schemas.microsoft.com/office/drawing/2010/main" val="0"/>
              </a:ext>
            </a:extLst>
          </a:blip>
          <a:srcRect b="27719"/>
          <a:stretch/>
        </p:blipFill>
        <p:spPr bwMode="auto">
          <a:xfrm>
            <a:off x="0" y="751247"/>
            <a:ext cx="12169100" cy="5859335"/>
          </a:xfrm>
          <a:prstGeom prst="rect">
            <a:avLst/>
          </a:prstGeom>
          <a:noFill/>
          <a:extLst>
            <a:ext uri="{909E8E84-426E-40DD-AFC4-6F175D3DCCD1}">
              <a14:hiddenFill xmlns:a14="http://schemas.microsoft.com/office/drawing/2010/main">
                <a:solidFill>
                  <a:srgbClr val="FFFFFF"/>
                </a:solidFill>
              </a14:hiddenFill>
            </a:ext>
          </a:extLst>
        </p:spPr>
      </p:pic>
      <p:sp>
        <p:nvSpPr>
          <p:cNvPr id="11" name="Google Shape;61;g5fab984687_2_0">
            <a:extLst>
              <a:ext uri="{FF2B5EF4-FFF2-40B4-BE49-F238E27FC236}">
                <a16:creationId xmlns:a16="http://schemas.microsoft.com/office/drawing/2014/main" id="{33C7C2F5-2C85-77E2-853B-C3ED98E605F3}"/>
              </a:ext>
            </a:extLst>
          </p:cNvPr>
          <p:cNvSpPr txBox="1">
            <a:spLocks/>
          </p:cNvSpPr>
          <p:nvPr/>
        </p:nvSpPr>
        <p:spPr>
          <a:xfrm>
            <a:off x="282878" y="723165"/>
            <a:ext cx="3907423" cy="42887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2200" b="1">
                <a:solidFill>
                  <a:srgbClr val="213163"/>
                </a:solidFill>
              </a:rPr>
              <a:t>Quiz</a:t>
            </a:r>
            <a:endParaRPr lang="en-US" sz="2200"/>
          </a:p>
        </p:txBody>
      </p:sp>
      <p:grpSp>
        <p:nvGrpSpPr>
          <p:cNvPr id="12" name="Group 11">
            <a:extLst>
              <a:ext uri="{FF2B5EF4-FFF2-40B4-BE49-F238E27FC236}">
                <a16:creationId xmlns:a16="http://schemas.microsoft.com/office/drawing/2014/main" id="{828BB395-806C-D418-12B5-5B47C3CAE040}"/>
              </a:ext>
            </a:extLst>
          </p:cNvPr>
          <p:cNvGrpSpPr/>
          <p:nvPr/>
        </p:nvGrpSpPr>
        <p:grpSpPr>
          <a:xfrm>
            <a:off x="1" y="5582921"/>
            <a:ext cx="12192000" cy="1107234"/>
            <a:chOff x="229036" y="4299585"/>
            <a:chExt cx="8640644" cy="623995"/>
          </a:xfrm>
        </p:grpSpPr>
        <p:sp>
          <p:nvSpPr>
            <p:cNvPr id="13" name="Rectangle 12">
              <a:extLst>
                <a:ext uri="{FF2B5EF4-FFF2-40B4-BE49-F238E27FC236}">
                  <a16:creationId xmlns:a16="http://schemas.microsoft.com/office/drawing/2014/main" id="{7C763369-2C49-FA31-D28D-4EB23897E44F}"/>
                </a:ext>
              </a:extLst>
            </p:cNvPr>
            <p:cNvSpPr/>
            <p:nvPr/>
          </p:nvSpPr>
          <p:spPr>
            <a:xfrm>
              <a:off x="229036" y="4299585"/>
              <a:ext cx="8640644" cy="623995"/>
            </a:xfrm>
            <a:prstGeom prst="rect">
              <a:avLst/>
            </a:prstGeom>
            <a:solidFill>
              <a:srgbClr val="CDE0FF">
                <a:alpha val="59000"/>
              </a:srgb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 name="TextBox 13">
              <a:extLst>
                <a:ext uri="{FF2B5EF4-FFF2-40B4-BE49-F238E27FC236}">
                  <a16:creationId xmlns:a16="http://schemas.microsoft.com/office/drawing/2014/main" id="{51F3A560-B3A7-92EB-0476-309D40897E51}"/>
                </a:ext>
              </a:extLst>
            </p:cNvPr>
            <p:cNvSpPr txBox="1"/>
            <p:nvPr/>
          </p:nvSpPr>
          <p:spPr>
            <a:xfrm>
              <a:off x="429516" y="4386401"/>
              <a:ext cx="6851486" cy="416283"/>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r>
                <a:rPr lang="en-IN" sz="2200" b="1">
                  <a:latin typeface="Arial"/>
                  <a:cs typeface="Arial"/>
                </a:rPr>
                <a:t>Answer: B</a:t>
              </a:r>
            </a:p>
            <a:p>
              <a:r>
                <a:rPr lang="en-US">
                  <a:latin typeface="Aptos"/>
                  <a:cs typeface="Arial"/>
                </a:rPr>
                <a:t>Visual Studio Code</a:t>
              </a:r>
              <a:endParaRPr lang="en-US"/>
            </a:p>
          </p:txBody>
        </p:sp>
      </p:grpSp>
      <p:sp>
        <p:nvSpPr>
          <p:cNvPr id="17" name="TextBox 16">
            <a:extLst>
              <a:ext uri="{FF2B5EF4-FFF2-40B4-BE49-F238E27FC236}">
                <a16:creationId xmlns:a16="http://schemas.microsoft.com/office/drawing/2014/main" id="{FEE441ED-2F27-4526-5A76-DE9D5A2D28A1}"/>
              </a:ext>
            </a:extLst>
          </p:cNvPr>
          <p:cNvSpPr txBox="1"/>
          <p:nvPr/>
        </p:nvSpPr>
        <p:spPr>
          <a:xfrm>
            <a:off x="282878" y="1380927"/>
            <a:ext cx="6448763" cy="2298065"/>
          </a:xfrm>
          <a:prstGeom prst="rect">
            <a:avLst/>
          </a:prstGeom>
          <a:noFill/>
        </p:spPr>
        <p:txBody>
          <a:bodyPr wrap="square" lIns="121920" tIns="60960" rIns="121920" bIns="60960" rtlCol="0" anchor="t">
            <a:spAutoFit/>
          </a:bodyPr>
          <a:lstStyle/>
          <a:p>
            <a:pPr>
              <a:spcAft>
                <a:spcPts val="800"/>
              </a:spcAft>
            </a:pPr>
            <a:r>
              <a:rPr lang="en-US">
                <a:ea typeface="+mn-lt"/>
                <a:cs typeface="+mn-lt"/>
              </a:rPr>
              <a:t>Q2. Which code editor is commonly used with GitHub Copilot?</a:t>
            </a:r>
            <a:endParaRPr lang="en-US" b="1">
              <a:ea typeface="+mn-lt"/>
              <a:cs typeface="+mn-lt"/>
            </a:endParaRPr>
          </a:p>
          <a:p>
            <a:pPr>
              <a:spcAft>
                <a:spcPts val="800"/>
              </a:spcAft>
            </a:pPr>
            <a:endParaRPr lang="en-US" b="1">
              <a:latin typeface="Arial" panose="020B0604020202020204" pitchFamily="34" charset="0"/>
              <a:cs typeface="Arial" panose="020B0604020202020204" pitchFamily="34" charset="0"/>
            </a:endParaRPr>
          </a:p>
          <a:p>
            <a:pPr marL="283210" indent="-283210">
              <a:spcAft>
                <a:spcPts val="800"/>
              </a:spcAft>
              <a:buAutoNum type="alphaLcParenR"/>
            </a:pPr>
            <a:r>
              <a:rPr lang="en-US">
                <a:ea typeface="+mn-lt"/>
                <a:cs typeface="+mn-lt"/>
              </a:rPr>
              <a:t>Notepad</a:t>
            </a:r>
          </a:p>
          <a:p>
            <a:pPr marL="283210" indent="-283210">
              <a:spcAft>
                <a:spcPts val="800"/>
              </a:spcAft>
              <a:buAutoNum type="alphaLcParenR"/>
            </a:pPr>
            <a:r>
              <a:rPr lang="en-US">
                <a:ea typeface="+mn-lt"/>
                <a:cs typeface="+mn-lt"/>
              </a:rPr>
              <a:t>Visual Studio Code</a:t>
            </a:r>
          </a:p>
          <a:p>
            <a:pPr marL="283210" indent="-283210">
              <a:spcAft>
                <a:spcPts val="800"/>
              </a:spcAft>
              <a:buAutoNum type="alphaLcParenR"/>
            </a:pPr>
            <a:r>
              <a:rPr lang="en-US">
                <a:ea typeface="+mn-lt"/>
                <a:cs typeface="+mn-lt"/>
              </a:rPr>
              <a:t>Microsoft Word</a:t>
            </a:r>
          </a:p>
          <a:p>
            <a:pPr marL="283210" indent="-283210">
              <a:spcAft>
                <a:spcPts val="800"/>
              </a:spcAft>
              <a:buAutoNum type="alphaLcParenR"/>
            </a:pPr>
            <a:r>
              <a:rPr lang="en-US">
                <a:ea typeface="+mn-lt"/>
                <a:cs typeface="+mn-lt"/>
              </a:rPr>
              <a:t>Paint</a:t>
            </a:r>
            <a:endParaRPr lang="en-US"/>
          </a:p>
        </p:txBody>
      </p:sp>
    </p:spTree>
    <p:extLst>
      <p:ext uri="{BB962C8B-B14F-4D97-AF65-F5344CB8AC3E}">
        <p14:creationId xmlns:p14="http://schemas.microsoft.com/office/powerpoint/2010/main" val="1687405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3349F-C2D5-6142-1E98-AD7CECA67C72}"/>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F317DDD8-8BA7-6175-80EF-CE4D61FC7918}"/>
              </a:ext>
            </a:extLst>
          </p:cNvPr>
          <p:cNvGrpSpPr/>
          <p:nvPr/>
        </p:nvGrpSpPr>
        <p:grpSpPr>
          <a:xfrm rot="20804835">
            <a:off x="8105974" y="1314838"/>
            <a:ext cx="3032304" cy="4163210"/>
            <a:chOff x="5763589" y="866981"/>
            <a:chExt cx="2725091" cy="3741420"/>
          </a:xfrm>
        </p:grpSpPr>
        <p:pic>
          <p:nvPicPr>
            <p:cNvPr id="8" name="Picture 7" descr="A group of question marks&#10;&#10;Description automatically generated">
              <a:extLst>
                <a:ext uri="{FF2B5EF4-FFF2-40B4-BE49-F238E27FC236}">
                  <a16:creationId xmlns:a16="http://schemas.microsoft.com/office/drawing/2014/main" id="{A4744333-40F5-10F5-AB8D-001B25498CFD}"/>
                </a:ext>
              </a:extLst>
            </p:cNvPr>
            <p:cNvPicPr>
              <a:picLocks noChangeAspect="1"/>
            </p:cNvPicPr>
            <p:nvPr/>
          </p:nvPicPr>
          <p:blipFill rotWithShape="1">
            <a:blip r:embed="rId3"/>
            <a:srcRect r="35860"/>
            <a:stretch/>
          </p:blipFill>
          <p:spPr>
            <a:xfrm>
              <a:off x="5763589" y="866981"/>
              <a:ext cx="2399746" cy="3741420"/>
            </a:xfrm>
            <a:prstGeom prst="rect">
              <a:avLst/>
            </a:prstGeom>
          </p:spPr>
        </p:pic>
        <p:sp>
          <p:nvSpPr>
            <p:cNvPr id="9" name="Rectangle 8">
              <a:extLst>
                <a:ext uri="{FF2B5EF4-FFF2-40B4-BE49-F238E27FC236}">
                  <a16:creationId xmlns:a16="http://schemas.microsoft.com/office/drawing/2014/main" id="{5D473794-6644-D284-D909-4EEB56B16D2E}"/>
                </a:ext>
              </a:extLst>
            </p:cNvPr>
            <p:cNvSpPr/>
            <p:nvPr/>
          </p:nvSpPr>
          <p:spPr>
            <a:xfrm>
              <a:off x="7749540" y="3276600"/>
              <a:ext cx="739140" cy="9999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grpSp>
      <p:pic>
        <p:nvPicPr>
          <p:cNvPr id="10" name="Picture 2" descr="Free vector question marks background">
            <a:extLst>
              <a:ext uri="{FF2B5EF4-FFF2-40B4-BE49-F238E27FC236}">
                <a16:creationId xmlns:a16="http://schemas.microsoft.com/office/drawing/2014/main" id="{74A96DAD-7B4F-E122-CDB3-BE3C7F5CBAC1}"/>
              </a:ext>
            </a:extLst>
          </p:cNvPr>
          <p:cNvPicPr>
            <a:picLocks noChangeAspect="1" noChangeArrowheads="1"/>
          </p:cNvPicPr>
          <p:nvPr/>
        </p:nvPicPr>
        <p:blipFill rotWithShape="1">
          <a:blip r:embed="rId4">
            <a:alphaModFix amt="10000"/>
            <a:extLst>
              <a:ext uri="{28A0092B-C50C-407E-A947-70E740481C1C}">
                <a14:useLocalDpi xmlns:a14="http://schemas.microsoft.com/office/drawing/2010/main" val="0"/>
              </a:ext>
            </a:extLst>
          </a:blip>
          <a:srcRect b="27719"/>
          <a:stretch/>
        </p:blipFill>
        <p:spPr bwMode="auto">
          <a:xfrm>
            <a:off x="0" y="751247"/>
            <a:ext cx="12169100" cy="5859335"/>
          </a:xfrm>
          <a:prstGeom prst="rect">
            <a:avLst/>
          </a:prstGeom>
          <a:noFill/>
          <a:extLst>
            <a:ext uri="{909E8E84-426E-40DD-AFC4-6F175D3DCCD1}">
              <a14:hiddenFill xmlns:a14="http://schemas.microsoft.com/office/drawing/2010/main">
                <a:solidFill>
                  <a:srgbClr val="FFFFFF"/>
                </a:solidFill>
              </a14:hiddenFill>
            </a:ext>
          </a:extLst>
        </p:spPr>
      </p:pic>
      <p:sp>
        <p:nvSpPr>
          <p:cNvPr id="11" name="Google Shape;61;g5fab984687_2_0">
            <a:extLst>
              <a:ext uri="{FF2B5EF4-FFF2-40B4-BE49-F238E27FC236}">
                <a16:creationId xmlns:a16="http://schemas.microsoft.com/office/drawing/2014/main" id="{60DB376F-60E2-084D-173E-611919C11890}"/>
              </a:ext>
            </a:extLst>
          </p:cNvPr>
          <p:cNvSpPr txBox="1">
            <a:spLocks/>
          </p:cNvSpPr>
          <p:nvPr/>
        </p:nvSpPr>
        <p:spPr>
          <a:xfrm>
            <a:off x="282878" y="723165"/>
            <a:ext cx="3907423" cy="42887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2200" b="1">
                <a:solidFill>
                  <a:srgbClr val="213163"/>
                </a:solidFill>
              </a:rPr>
              <a:t>Quiz</a:t>
            </a:r>
            <a:endParaRPr lang="en-US" sz="2200"/>
          </a:p>
        </p:txBody>
      </p:sp>
      <p:grpSp>
        <p:nvGrpSpPr>
          <p:cNvPr id="12" name="Group 11">
            <a:extLst>
              <a:ext uri="{FF2B5EF4-FFF2-40B4-BE49-F238E27FC236}">
                <a16:creationId xmlns:a16="http://schemas.microsoft.com/office/drawing/2014/main" id="{F3C19C54-307D-7B9D-9498-FFA08D4011FF}"/>
              </a:ext>
            </a:extLst>
          </p:cNvPr>
          <p:cNvGrpSpPr/>
          <p:nvPr/>
        </p:nvGrpSpPr>
        <p:grpSpPr>
          <a:xfrm>
            <a:off x="1" y="5582921"/>
            <a:ext cx="12192000" cy="1107234"/>
            <a:chOff x="229036" y="4299585"/>
            <a:chExt cx="8640644" cy="623995"/>
          </a:xfrm>
        </p:grpSpPr>
        <p:sp>
          <p:nvSpPr>
            <p:cNvPr id="13" name="Rectangle 12">
              <a:extLst>
                <a:ext uri="{FF2B5EF4-FFF2-40B4-BE49-F238E27FC236}">
                  <a16:creationId xmlns:a16="http://schemas.microsoft.com/office/drawing/2014/main" id="{ED3CFA2C-8E92-807C-E288-F62126292CDF}"/>
                </a:ext>
              </a:extLst>
            </p:cNvPr>
            <p:cNvSpPr/>
            <p:nvPr/>
          </p:nvSpPr>
          <p:spPr>
            <a:xfrm>
              <a:off x="229036" y="4299585"/>
              <a:ext cx="8640644" cy="623995"/>
            </a:xfrm>
            <a:prstGeom prst="rect">
              <a:avLst/>
            </a:prstGeom>
            <a:solidFill>
              <a:srgbClr val="CDE0FF">
                <a:alpha val="59000"/>
              </a:srgb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 name="TextBox 13">
              <a:extLst>
                <a:ext uri="{FF2B5EF4-FFF2-40B4-BE49-F238E27FC236}">
                  <a16:creationId xmlns:a16="http://schemas.microsoft.com/office/drawing/2014/main" id="{C4B4363E-D761-F6D7-7399-EC8C9636E932}"/>
                </a:ext>
              </a:extLst>
            </p:cNvPr>
            <p:cNvSpPr txBox="1"/>
            <p:nvPr/>
          </p:nvSpPr>
          <p:spPr>
            <a:xfrm>
              <a:off x="429516" y="4386401"/>
              <a:ext cx="6851486" cy="416283"/>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r>
                <a:rPr lang="en-IN" sz="2200" b="1">
                  <a:latin typeface="Arial"/>
                  <a:cs typeface="Arial"/>
                </a:rPr>
                <a:t>Answer: C</a:t>
              </a:r>
            </a:p>
            <a:p>
              <a:r>
                <a:rPr lang="en-US">
                  <a:latin typeface="Aptos"/>
                  <a:cs typeface="Arial"/>
                </a:rPr>
                <a:t>Tab</a:t>
              </a:r>
              <a:endParaRPr lang="en-US"/>
            </a:p>
          </p:txBody>
        </p:sp>
      </p:grpSp>
      <p:sp>
        <p:nvSpPr>
          <p:cNvPr id="17" name="TextBox 16">
            <a:extLst>
              <a:ext uri="{FF2B5EF4-FFF2-40B4-BE49-F238E27FC236}">
                <a16:creationId xmlns:a16="http://schemas.microsoft.com/office/drawing/2014/main" id="{8E70D1DB-3BE1-C3D4-A7BE-5707D4C07AD6}"/>
              </a:ext>
            </a:extLst>
          </p:cNvPr>
          <p:cNvSpPr txBox="1"/>
          <p:nvPr/>
        </p:nvSpPr>
        <p:spPr>
          <a:xfrm>
            <a:off x="282878" y="1380927"/>
            <a:ext cx="8244905" cy="2298065"/>
          </a:xfrm>
          <a:prstGeom prst="rect">
            <a:avLst/>
          </a:prstGeom>
          <a:noFill/>
        </p:spPr>
        <p:txBody>
          <a:bodyPr wrap="square" lIns="121920" tIns="60960" rIns="121920" bIns="60960" rtlCol="0" anchor="t">
            <a:spAutoFit/>
          </a:bodyPr>
          <a:lstStyle/>
          <a:p>
            <a:pPr>
              <a:spcAft>
                <a:spcPts val="800"/>
              </a:spcAft>
            </a:pPr>
            <a:r>
              <a:rPr lang="en-US">
                <a:ea typeface="+mn-lt"/>
                <a:cs typeface="+mn-lt"/>
              </a:rPr>
              <a:t>Q3. Which key is usually pressed to accept a Copilot suggestion in the editor?</a:t>
            </a:r>
            <a:endParaRPr lang="en-US" b="1">
              <a:ea typeface="+mn-lt"/>
              <a:cs typeface="+mn-lt"/>
            </a:endParaRPr>
          </a:p>
          <a:p>
            <a:pPr>
              <a:spcAft>
                <a:spcPts val="800"/>
              </a:spcAft>
            </a:pPr>
            <a:endParaRPr lang="en-US" b="1">
              <a:latin typeface="Arial" panose="020B0604020202020204" pitchFamily="34" charset="0"/>
              <a:cs typeface="Arial" panose="020B0604020202020204" pitchFamily="34" charset="0"/>
            </a:endParaRPr>
          </a:p>
          <a:p>
            <a:pPr marL="283210" indent="-283210">
              <a:spcAft>
                <a:spcPts val="800"/>
              </a:spcAft>
              <a:buAutoNum type="alphaLcParenR"/>
            </a:pPr>
            <a:r>
              <a:rPr lang="en-US">
                <a:ea typeface="+mn-lt"/>
                <a:cs typeface="+mn-lt"/>
              </a:rPr>
              <a:t>Enter</a:t>
            </a:r>
          </a:p>
          <a:p>
            <a:pPr marL="283210" indent="-283210">
              <a:spcAft>
                <a:spcPts val="800"/>
              </a:spcAft>
              <a:buAutoNum type="alphaLcParenR"/>
            </a:pPr>
            <a:r>
              <a:rPr lang="en-US">
                <a:ea typeface="+mn-lt"/>
                <a:cs typeface="+mn-lt"/>
              </a:rPr>
              <a:t>Shift</a:t>
            </a:r>
          </a:p>
          <a:p>
            <a:pPr marL="283210" indent="-283210">
              <a:spcAft>
                <a:spcPts val="800"/>
              </a:spcAft>
              <a:buAutoNum type="alphaLcParenR"/>
            </a:pPr>
            <a:r>
              <a:rPr lang="en-US">
                <a:ea typeface="+mn-lt"/>
                <a:cs typeface="+mn-lt"/>
              </a:rPr>
              <a:t>Tab</a:t>
            </a:r>
          </a:p>
          <a:p>
            <a:pPr marL="283210" indent="-283210">
              <a:spcAft>
                <a:spcPts val="800"/>
              </a:spcAft>
              <a:buAutoNum type="alphaLcParenR"/>
            </a:pPr>
            <a:r>
              <a:rPr lang="en-US">
                <a:ea typeface="+mn-lt"/>
                <a:cs typeface="+mn-lt"/>
              </a:rPr>
              <a:t>Escape</a:t>
            </a:r>
            <a:endParaRPr lang="en-US"/>
          </a:p>
        </p:txBody>
      </p:sp>
    </p:spTree>
    <p:extLst>
      <p:ext uri="{BB962C8B-B14F-4D97-AF65-F5344CB8AC3E}">
        <p14:creationId xmlns:p14="http://schemas.microsoft.com/office/powerpoint/2010/main" val="1043267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60A77-4C28-59B4-4CEB-A02D697E19DC}"/>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957B18B6-073B-B165-228C-23E4BFAC0E83}"/>
              </a:ext>
            </a:extLst>
          </p:cNvPr>
          <p:cNvGrpSpPr/>
          <p:nvPr/>
        </p:nvGrpSpPr>
        <p:grpSpPr>
          <a:xfrm rot="20804835">
            <a:off x="8105974" y="1314838"/>
            <a:ext cx="3032304" cy="4163210"/>
            <a:chOff x="5763589" y="866981"/>
            <a:chExt cx="2725091" cy="3741420"/>
          </a:xfrm>
        </p:grpSpPr>
        <p:pic>
          <p:nvPicPr>
            <p:cNvPr id="8" name="Picture 7" descr="A group of question marks&#10;&#10;Description automatically generated">
              <a:extLst>
                <a:ext uri="{FF2B5EF4-FFF2-40B4-BE49-F238E27FC236}">
                  <a16:creationId xmlns:a16="http://schemas.microsoft.com/office/drawing/2014/main" id="{F18C241C-B011-D1EB-3DBE-9B6D8234721B}"/>
                </a:ext>
              </a:extLst>
            </p:cNvPr>
            <p:cNvPicPr>
              <a:picLocks noChangeAspect="1"/>
            </p:cNvPicPr>
            <p:nvPr/>
          </p:nvPicPr>
          <p:blipFill rotWithShape="1">
            <a:blip r:embed="rId3"/>
            <a:srcRect r="35860"/>
            <a:stretch/>
          </p:blipFill>
          <p:spPr>
            <a:xfrm>
              <a:off x="5763589" y="866981"/>
              <a:ext cx="2399746" cy="3741420"/>
            </a:xfrm>
            <a:prstGeom prst="rect">
              <a:avLst/>
            </a:prstGeom>
          </p:spPr>
        </p:pic>
        <p:sp>
          <p:nvSpPr>
            <p:cNvPr id="9" name="Rectangle 8">
              <a:extLst>
                <a:ext uri="{FF2B5EF4-FFF2-40B4-BE49-F238E27FC236}">
                  <a16:creationId xmlns:a16="http://schemas.microsoft.com/office/drawing/2014/main" id="{A7997421-F181-30B8-5FF9-A7FFB9FD3AC2}"/>
                </a:ext>
              </a:extLst>
            </p:cNvPr>
            <p:cNvSpPr/>
            <p:nvPr/>
          </p:nvSpPr>
          <p:spPr>
            <a:xfrm>
              <a:off x="7749540" y="3276600"/>
              <a:ext cx="739140" cy="9999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grpSp>
      <p:pic>
        <p:nvPicPr>
          <p:cNvPr id="10" name="Picture 2" descr="Free vector question marks background">
            <a:extLst>
              <a:ext uri="{FF2B5EF4-FFF2-40B4-BE49-F238E27FC236}">
                <a16:creationId xmlns:a16="http://schemas.microsoft.com/office/drawing/2014/main" id="{98AEBE3B-1F30-F3AA-183C-C72EC79F29B1}"/>
              </a:ext>
            </a:extLst>
          </p:cNvPr>
          <p:cNvPicPr>
            <a:picLocks noChangeAspect="1" noChangeArrowheads="1"/>
          </p:cNvPicPr>
          <p:nvPr/>
        </p:nvPicPr>
        <p:blipFill rotWithShape="1">
          <a:blip r:embed="rId4">
            <a:alphaModFix amt="10000"/>
            <a:extLst>
              <a:ext uri="{28A0092B-C50C-407E-A947-70E740481C1C}">
                <a14:useLocalDpi xmlns:a14="http://schemas.microsoft.com/office/drawing/2010/main" val="0"/>
              </a:ext>
            </a:extLst>
          </a:blip>
          <a:srcRect b="27719"/>
          <a:stretch/>
        </p:blipFill>
        <p:spPr bwMode="auto">
          <a:xfrm>
            <a:off x="0" y="751247"/>
            <a:ext cx="12169100" cy="5859335"/>
          </a:xfrm>
          <a:prstGeom prst="rect">
            <a:avLst/>
          </a:prstGeom>
          <a:noFill/>
          <a:extLst>
            <a:ext uri="{909E8E84-426E-40DD-AFC4-6F175D3DCCD1}">
              <a14:hiddenFill xmlns:a14="http://schemas.microsoft.com/office/drawing/2010/main">
                <a:solidFill>
                  <a:srgbClr val="FFFFFF"/>
                </a:solidFill>
              </a14:hiddenFill>
            </a:ext>
          </a:extLst>
        </p:spPr>
      </p:pic>
      <p:sp>
        <p:nvSpPr>
          <p:cNvPr id="11" name="Google Shape;61;g5fab984687_2_0">
            <a:extLst>
              <a:ext uri="{FF2B5EF4-FFF2-40B4-BE49-F238E27FC236}">
                <a16:creationId xmlns:a16="http://schemas.microsoft.com/office/drawing/2014/main" id="{175BC4CB-72CC-E03F-5070-DCAB489B89F1}"/>
              </a:ext>
            </a:extLst>
          </p:cNvPr>
          <p:cNvSpPr txBox="1">
            <a:spLocks/>
          </p:cNvSpPr>
          <p:nvPr/>
        </p:nvSpPr>
        <p:spPr>
          <a:xfrm>
            <a:off x="282878" y="723165"/>
            <a:ext cx="3907423" cy="42887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2200" b="1">
                <a:solidFill>
                  <a:srgbClr val="213163"/>
                </a:solidFill>
              </a:rPr>
              <a:t>Quiz</a:t>
            </a:r>
            <a:endParaRPr lang="en-US" sz="2200"/>
          </a:p>
        </p:txBody>
      </p:sp>
      <p:grpSp>
        <p:nvGrpSpPr>
          <p:cNvPr id="12" name="Group 11">
            <a:extLst>
              <a:ext uri="{FF2B5EF4-FFF2-40B4-BE49-F238E27FC236}">
                <a16:creationId xmlns:a16="http://schemas.microsoft.com/office/drawing/2014/main" id="{3FC5AC14-EFC3-D2A2-8868-3CE52FFC24B6}"/>
              </a:ext>
            </a:extLst>
          </p:cNvPr>
          <p:cNvGrpSpPr/>
          <p:nvPr/>
        </p:nvGrpSpPr>
        <p:grpSpPr>
          <a:xfrm>
            <a:off x="1" y="5582921"/>
            <a:ext cx="12192000" cy="1107234"/>
            <a:chOff x="229036" y="4299585"/>
            <a:chExt cx="8640644" cy="623995"/>
          </a:xfrm>
        </p:grpSpPr>
        <p:sp>
          <p:nvSpPr>
            <p:cNvPr id="13" name="Rectangle 12">
              <a:extLst>
                <a:ext uri="{FF2B5EF4-FFF2-40B4-BE49-F238E27FC236}">
                  <a16:creationId xmlns:a16="http://schemas.microsoft.com/office/drawing/2014/main" id="{D6D3E58B-1013-3E5E-37E8-AEFE229B3466}"/>
                </a:ext>
              </a:extLst>
            </p:cNvPr>
            <p:cNvSpPr/>
            <p:nvPr/>
          </p:nvSpPr>
          <p:spPr>
            <a:xfrm>
              <a:off x="229036" y="4299585"/>
              <a:ext cx="8640644" cy="623995"/>
            </a:xfrm>
            <a:prstGeom prst="rect">
              <a:avLst/>
            </a:prstGeom>
            <a:solidFill>
              <a:srgbClr val="CDE0FF">
                <a:alpha val="59000"/>
              </a:srgb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 name="TextBox 13">
              <a:extLst>
                <a:ext uri="{FF2B5EF4-FFF2-40B4-BE49-F238E27FC236}">
                  <a16:creationId xmlns:a16="http://schemas.microsoft.com/office/drawing/2014/main" id="{DE09EBF1-1F8E-C0BE-09C1-6C6563F42581}"/>
                </a:ext>
              </a:extLst>
            </p:cNvPr>
            <p:cNvSpPr txBox="1"/>
            <p:nvPr/>
          </p:nvSpPr>
          <p:spPr>
            <a:xfrm>
              <a:off x="429516" y="4386401"/>
              <a:ext cx="6851486" cy="416283"/>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r>
                <a:rPr lang="en-IN" sz="2200" b="1">
                  <a:latin typeface="Arial"/>
                  <a:cs typeface="Arial"/>
                </a:rPr>
                <a:t>Answer: C</a:t>
              </a:r>
            </a:p>
            <a:p>
              <a:r>
                <a:rPr lang="en-US">
                  <a:latin typeface="Aptos"/>
                  <a:cs typeface="Arial"/>
                </a:rPr>
                <a:t>Python</a:t>
              </a:r>
              <a:endParaRPr lang="en-US"/>
            </a:p>
          </p:txBody>
        </p:sp>
      </p:grpSp>
      <p:sp>
        <p:nvSpPr>
          <p:cNvPr id="17" name="TextBox 16">
            <a:extLst>
              <a:ext uri="{FF2B5EF4-FFF2-40B4-BE49-F238E27FC236}">
                <a16:creationId xmlns:a16="http://schemas.microsoft.com/office/drawing/2014/main" id="{2D330A8B-1AF6-882B-CBEF-2C6BD710F89B}"/>
              </a:ext>
            </a:extLst>
          </p:cNvPr>
          <p:cNvSpPr txBox="1"/>
          <p:nvPr/>
        </p:nvSpPr>
        <p:spPr>
          <a:xfrm>
            <a:off x="282878" y="1380927"/>
            <a:ext cx="6448763" cy="2954655"/>
          </a:xfrm>
          <a:prstGeom prst="rect">
            <a:avLst/>
          </a:prstGeom>
          <a:noFill/>
        </p:spPr>
        <p:txBody>
          <a:bodyPr wrap="square" lIns="121920" tIns="60960" rIns="121920" bIns="60960" rtlCol="0" anchor="t">
            <a:spAutoFit/>
          </a:bodyPr>
          <a:lstStyle/>
          <a:p>
            <a:pPr>
              <a:spcAft>
                <a:spcPts val="800"/>
              </a:spcAft>
            </a:pPr>
            <a:r>
              <a:rPr lang="en-US">
                <a:ea typeface="+mn-lt"/>
                <a:cs typeface="+mn-lt"/>
              </a:rPr>
              <a:t>Q4. Which programming language is commonly used by beginners and works very well with Copilot?</a:t>
            </a:r>
            <a:endParaRPr lang="en-US" b="1">
              <a:ea typeface="+mn-lt"/>
              <a:cs typeface="+mn-lt"/>
            </a:endParaRPr>
          </a:p>
          <a:p>
            <a:pPr>
              <a:spcAft>
                <a:spcPts val="800"/>
              </a:spcAft>
            </a:pPr>
            <a:endParaRPr lang="en-US" b="1">
              <a:latin typeface="Arial"/>
              <a:ea typeface="+mn-lt"/>
              <a:cs typeface="Arial"/>
            </a:endParaRPr>
          </a:p>
          <a:p>
            <a:pPr marL="283210" indent="-283210">
              <a:spcAft>
                <a:spcPts val="800"/>
              </a:spcAft>
              <a:buAutoNum type="alphaLcParenR"/>
            </a:pPr>
            <a:r>
              <a:rPr lang="en-US">
                <a:ea typeface="+mn-lt"/>
                <a:cs typeface="+mn-lt"/>
              </a:rPr>
              <a:t>Assembly</a:t>
            </a:r>
          </a:p>
          <a:p>
            <a:pPr marL="283210" indent="-283210">
              <a:spcAft>
                <a:spcPts val="800"/>
              </a:spcAft>
              <a:buAutoNum type="alphaLcParenR"/>
            </a:pPr>
            <a:r>
              <a:rPr lang="en-US">
                <a:ea typeface="+mn-lt"/>
                <a:cs typeface="+mn-lt"/>
              </a:rPr>
              <a:t>C++</a:t>
            </a:r>
          </a:p>
          <a:p>
            <a:pPr marL="283210" indent="-283210">
              <a:spcAft>
                <a:spcPts val="800"/>
              </a:spcAft>
              <a:buAutoNum type="alphaLcParenR"/>
            </a:pPr>
            <a:r>
              <a:rPr lang="en-US">
                <a:ea typeface="+mn-lt"/>
                <a:cs typeface="+mn-lt"/>
              </a:rPr>
              <a:t>Python</a:t>
            </a:r>
          </a:p>
          <a:p>
            <a:pPr marL="283210" indent="-283210">
              <a:spcAft>
                <a:spcPts val="800"/>
              </a:spcAft>
              <a:buAutoNum type="alphaLcParenR"/>
            </a:pPr>
            <a:r>
              <a:rPr lang="en-US">
                <a:ea typeface="+mn-lt"/>
                <a:cs typeface="+mn-lt"/>
              </a:rPr>
              <a:t>COBOL</a:t>
            </a:r>
            <a:endParaRPr lang="en-US"/>
          </a:p>
          <a:p>
            <a:pPr marL="283210" indent="-283210">
              <a:spcAft>
                <a:spcPts val="800"/>
              </a:spcAft>
              <a:buAutoNum type="alphaLcParenR"/>
            </a:pPr>
            <a:endParaRPr lang="en-US"/>
          </a:p>
        </p:txBody>
      </p:sp>
    </p:spTree>
    <p:extLst>
      <p:ext uri="{BB962C8B-B14F-4D97-AF65-F5344CB8AC3E}">
        <p14:creationId xmlns:p14="http://schemas.microsoft.com/office/powerpoint/2010/main" val="375320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95E1F-6820-A483-F553-2AE23E4EA67C}"/>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3E7A9859-8939-DE45-3501-AA5C64669AE4}"/>
              </a:ext>
            </a:extLst>
          </p:cNvPr>
          <p:cNvGrpSpPr/>
          <p:nvPr/>
        </p:nvGrpSpPr>
        <p:grpSpPr>
          <a:xfrm rot="20804835">
            <a:off x="8105974" y="1314838"/>
            <a:ext cx="3032304" cy="4163210"/>
            <a:chOff x="5763589" y="866981"/>
            <a:chExt cx="2725091" cy="3741420"/>
          </a:xfrm>
        </p:grpSpPr>
        <p:pic>
          <p:nvPicPr>
            <p:cNvPr id="8" name="Picture 7" descr="A group of question marks&#10;&#10;Description automatically generated">
              <a:extLst>
                <a:ext uri="{FF2B5EF4-FFF2-40B4-BE49-F238E27FC236}">
                  <a16:creationId xmlns:a16="http://schemas.microsoft.com/office/drawing/2014/main" id="{6FCEB9F2-6939-7CF9-0725-AAD1B6FB6C8A}"/>
                </a:ext>
              </a:extLst>
            </p:cNvPr>
            <p:cNvPicPr>
              <a:picLocks noChangeAspect="1"/>
            </p:cNvPicPr>
            <p:nvPr/>
          </p:nvPicPr>
          <p:blipFill rotWithShape="1">
            <a:blip r:embed="rId3"/>
            <a:srcRect r="35860"/>
            <a:stretch/>
          </p:blipFill>
          <p:spPr>
            <a:xfrm>
              <a:off x="5763589" y="866981"/>
              <a:ext cx="2399746" cy="3741420"/>
            </a:xfrm>
            <a:prstGeom prst="rect">
              <a:avLst/>
            </a:prstGeom>
          </p:spPr>
        </p:pic>
        <p:sp>
          <p:nvSpPr>
            <p:cNvPr id="9" name="Rectangle 8">
              <a:extLst>
                <a:ext uri="{FF2B5EF4-FFF2-40B4-BE49-F238E27FC236}">
                  <a16:creationId xmlns:a16="http://schemas.microsoft.com/office/drawing/2014/main" id="{66A5C133-6ACC-A98C-F079-BB900894B210}"/>
                </a:ext>
              </a:extLst>
            </p:cNvPr>
            <p:cNvSpPr/>
            <p:nvPr/>
          </p:nvSpPr>
          <p:spPr>
            <a:xfrm>
              <a:off x="7749540" y="3276600"/>
              <a:ext cx="739140" cy="9999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grpSp>
      <p:pic>
        <p:nvPicPr>
          <p:cNvPr id="10" name="Picture 2" descr="Free vector question marks background">
            <a:extLst>
              <a:ext uri="{FF2B5EF4-FFF2-40B4-BE49-F238E27FC236}">
                <a16:creationId xmlns:a16="http://schemas.microsoft.com/office/drawing/2014/main" id="{F25C3DB7-F8B8-4F09-8831-6B9382B4B804}"/>
              </a:ext>
            </a:extLst>
          </p:cNvPr>
          <p:cNvPicPr>
            <a:picLocks noChangeAspect="1" noChangeArrowheads="1"/>
          </p:cNvPicPr>
          <p:nvPr/>
        </p:nvPicPr>
        <p:blipFill rotWithShape="1">
          <a:blip r:embed="rId4">
            <a:alphaModFix amt="10000"/>
            <a:extLst>
              <a:ext uri="{28A0092B-C50C-407E-A947-70E740481C1C}">
                <a14:useLocalDpi xmlns:a14="http://schemas.microsoft.com/office/drawing/2010/main" val="0"/>
              </a:ext>
            </a:extLst>
          </a:blip>
          <a:srcRect b="27719"/>
          <a:stretch/>
        </p:blipFill>
        <p:spPr bwMode="auto">
          <a:xfrm>
            <a:off x="0" y="751247"/>
            <a:ext cx="12169100" cy="5859335"/>
          </a:xfrm>
          <a:prstGeom prst="rect">
            <a:avLst/>
          </a:prstGeom>
          <a:noFill/>
          <a:extLst>
            <a:ext uri="{909E8E84-426E-40DD-AFC4-6F175D3DCCD1}">
              <a14:hiddenFill xmlns:a14="http://schemas.microsoft.com/office/drawing/2010/main">
                <a:solidFill>
                  <a:srgbClr val="FFFFFF"/>
                </a:solidFill>
              </a14:hiddenFill>
            </a:ext>
          </a:extLst>
        </p:spPr>
      </p:pic>
      <p:sp>
        <p:nvSpPr>
          <p:cNvPr id="11" name="Google Shape;61;g5fab984687_2_0">
            <a:extLst>
              <a:ext uri="{FF2B5EF4-FFF2-40B4-BE49-F238E27FC236}">
                <a16:creationId xmlns:a16="http://schemas.microsoft.com/office/drawing/2014/main" id="{E62854AC-28EE-D61A-E8EE-E3A434F9791D}"/>
              </a:ext>
            </a:extLst>
          </p:cNvPr>
          <p:cNvSpPr txBox="1">
            <a:spLocks/>
          </p:cNvSpPr>
          <p:nvPr/>
        </p:nvSpPr>
        <p:spPr>
          <a:xfrm>
            <a:off x="282878" y="723165"/>
            <a:ext cx="3907423" cy="42887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2200" b="1">
                <a:solidFill>
                  <a:srgbClr val="213163"/>
                </a:solidFill>
              </a:rPr>
              <a:t>Quiz</a:t>
            </a:r>
            <a:endParaRPr lang="en-US" sz="2200"/>
          </a:p>
        </p:txBody>
      </p:sp>
      <p:grpSp>
        <p:nvGrpSpPr>
          <p:cNvPr id="12" name="Group 11">
            <a:extLst>
              <a:ext uri="{FF2B5EF4-FFF2-40B4-BE49-F238E27FC236}">
                <a16:creationId xmlns:a16="http://schemas.microsoft.com/office/drawing/2014/main" id="{941745D0-23E0-0C7B-9024-088D7E3567A9}"/>
              </a:ext>
            </a:extLst>
          </p:cNvPr>
          <p:cNvGrpSpPr/>
          <p:nvPr/>
        </p:nvGrpSpPr>
        <p:grpSpPr>
          <a:xfrm>
            <a:off x="1" y="5582921"/>
            <a:ext cx="12192000" cy="1107234"/>
            <a:chOff x="229036" y="4299585"/>
            <a:chExt cx="8640644" cy="623995"/>
          </a:xfrm>
        </p:grpSpPr>
        <p:sp>
          <p:nvSpPr>
            <p:cNvPr id="13" name="Rectangle 12">
              <a:extLst>
                <a:ext uri="{FF2B5EF4-FFF2-40B4-BE49-F238E27FC236}">
                  <a16:creationId xmlns:a16="http://schemas.microsoft.com/office/drawing/2014/main" id="{A7F9352A-08DA-0AAF-F33C-7C010F917D1B}"/>
                </a:ext>
              </a:extLst>
            </p:cNvPr>
            <p:cNvSpPr/>
            <p:nvPr/>
          </p:nvSpPr>
          <p:spPr>
            <a:xfrm>
              <a:off x="229036" y="4299585"/>
              <a:ext cx="8640644" cy="623995"/>
            </a:xfrm>
            <a:prstGeom prst="rect">
              <a:avLst/>
            </a:prstGeom>
            <a:solidFill>
              <a:srgbClr val="CDE0FF">
                <a:alpha val="59000"/>
              </a:srgb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 name="TextBox 13">
              <a:extLst>
                <a:ext uri="{FF2B5EF4-FFF2-40B4-BE49-F238E27FC236}">
                  <a16:creationId xmlns:a16="http://schemas.microsoft.com/office/drawing/2014/main" id="{A54372BD-E4CE-12AD-14D8-F859695530F1}"/>
                </a:ext>
              </a:extLst>
            </p:cNvPr>
            <p:cNvSpPr txBox="1"/>
            <p:nvPr/>
          </p:nvSpPr>
          <p:spPr>
            <a:xfrm>
              <a:off x="429516" y="4386401"/>
              <a:ext cx="6851486" cy="416283"/>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r>
                <a:rPr lang="en-IN" sz="2200" b="1">
                  <a:latin typeface="Arial"/>
                  <a:cs typeface="Arial"/>
                </a:rPr>
                <a:t>Answer: B</a:t>
              </a:r>
            </a:p>
            <a:p>
              <a:r>
                <a:rPr lang="en-US">
                  <a:latin typeface="Aptos"/>
                  <a:cs typeface="Arial"/>
                </a:rPr>
                <a:t>Think → Write Comment → Start Typing → Accept Suggestion→ Run Code</a:t>
              </a:r>
              <a:endParaRPr lang="en-US"/>
            </a:p>
          </p:txBody>
        </p:sp>
      </p:grpSp>
      <p:sp>
        <p:nvSpPr>
          <p:cNvPr id="17" name="TextBox 16">
            <a:extLst>
              <a:ext uri="{FF2B5EF4-FFF2-40B4-BE49-F238E27FC236}">
                <a16:creationId xmlns:a16="http://schemas.microsoft.com/office/drawing/2014/main" id="{CC427624-FB53-0DEB-44E2-08F170D93C55}"/>
              </a:ext>
            </a:extLst>
          </p:cNvPr>
          <p:cNvSpPr txBox="1"/>
          <p:nvPr/>
        </p:nvSpPr>
        <p:spPr>
          <a:xfrm>
            <a:off x="282878" y="1380927"/>
            <a:ext cx="6448763" cy="2575064"/>
          </a:xfrm>
          <a:prstGeom prst="rect">
            <a:avLst/>
          </a:prstGeom>
          <a:noFill/>
        </p:spPr>
        <p:txBody>
          <a:bodyPr wrap="square" lIns="121920" tIns="60960" rIns="121920" bIns="60960" rtlCol="0" anchor="t">
            <a:spAutoFit/>
          </a:bodyPr>
          <a:lstStyle/>
          <a:p>
            <a:pPr>
              <a:spcAft>
                <a:spcPts val="800"/>
              </a:spcAft>
            </a:pPr>
            <a:r>
              <a:rPr lang="en-US">
                <a:ea typeface="+mn-lt"/>
                <a:cs typeface="+mn-lt"/>
              </a:rPr>
              <a:t>Q5. Which of the following is the correct Copilot workflow?</a:t>
            </a:r>
            <a:endParaRPr lang="en-US" b="1">
              <a:ea typeface="+mn-lt"/>
              <a:cs typeface="+mn-lt"/>
            </a:endParaRPr>
          </a:p>
          <a:p>
            <a:pPr>
              <a:spcAft>
                <a:spcPts val="800"/>
              </a:spcAft>
            </a:pPr>
            <a:endParaRPr lang="en-US" b="1">
              <a:latin typeface="Arial" panose="020B0604020202020204" pitchFamily="34" charset="0"/>
              <a:cs typeface="Arial" panose="020B0604020202020204" pitchFamily="34" charset="0"/>
            </a:endParaRPr>
          </a:p>
          <a:p>
            <a:pPr marL="283210" indent="-283210">
              <a:spcAft>
                <a:spcPts val="800"/>
              </a:spcAft>
              <a:buAutoNum type="alphaLcParenR"/>
            </a:pPr>
            <a:r>
              <a:rPr lang="en-US">
                <a:ea typeface="+mn-lt"/>
                <a:cs typeface="+mn-lt"/>
              </a:rPr>
              <a:t>Run Code → Install Python → Write Program</a:t>
            </a:r>
          </a:p>
          <a:p>
            <a:pPr marL="283210" indent="-283210">
              <a:spcAft>
                <a:spcPts val="800"/>
              </a:spcAft>
              <a:buAutoNum type="alphaLcParenR"/>
            </a:pPr>
            <a:r>
              <a:rPr lang="en-US">
                <a:ea typeface="+mn-lt"/>
                <a:cs typeface="+mn-lt"/>
              </a:rPr>
              <a:t>Think → Write Comment → Start Typing → Accept Suggestion → Run Code</a:t>
            </a:r>
          </a:p>
          <a:p>
            <a:pPr marL="283210" indent="-283210">
              <a:spcAft>
                <a:spcPts val="800"/>
              </a:spcAft>
              <a:buAutoNum type="alphaLcParenR"/>
            </a:pPr>
            <a:r>
              <a:rPr lang="en-US">
                <a:ea typeface="+mn-lt"/>
                <a:cs typeface="+mn-lt"/>
              </a:rPr>
              <a:t>Install Windows → Run Code → Accept Suggestion</a:t>
            </a:r>
          </a:p>
          <a:p>
            <a:pPr marL="283210" indent="-283210">
              <a:spcAft>
                <a:spcPts val="800"/>
              </a:spcAft>
              <a:buAutoNum type="alphaLcParenR"/>
            </a:pPr>
            <a:r>
              <a:rPr lang="en-US">
                <a:ea typeface="+mn-lt"/>
                <a:cs typeface="+mn-lt"/>
              </a:rPr>
              <a:t>Write Program → Delete Code → Run Code</a:t>
            </a:r>
            <a:endParaRPr lang="en-US"/>
          </a:p>
        </p:txBody>
      </p:sp>
    </p:spTree>
    <p:extLst>
      <p:ext uri="{BB962C8B-B14F-4D97-AF65-F5344CB8AC3E}">
        <p14:creationId xmlns:p14="http://schemas.microsoft.com/office/powerpoint/2010/main" val="3049436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0E178734-7E1D-0740-E039-E64D8B06102C}"/>
              </a:ext>
            </a:extLst>
          </p:cNvPr>
          <p:cNvSpPr txBox="1">
            <a:spLocks/>
          </p:cNvSpPr>
          <p:nvPr/>
        </p:nvSpPr>
        <p:spPr>
          <a:xfrm>
            <a:off x="4230058" y="2971800"/>
            <a:ext cx="3770942" cy="990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5000"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286673999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4518</Words>
  <Application>Microsoft Office PowerPoint</Application>
  <PresentationFormat>Widescreen</PresentationFormat>
  <Paragraphs>343</Paragraphs>
  <Slides>35</Slides>
  <Notes>26</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35</vt:i4>
      </vt:variant>
    </vt:vector>
  </HeadingPairs>
  <TitlesOfParts>
    <vt:vector size="43" baseType="lpstr">
      <vt:lpstr>Aptos</vt:lpstr>
      <vt:lpstr>Arial</vt:lpstr>
      <vt:lpstr>Calibri</vt:lpstr>
      <vt:lpstr>Courier New</vt:lpstr>
      <vt:lpstr>Symbol</vt:lpstr>
      <vt:lpstr>Wingdings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Bhawani Shankar Sahu</cp:lastModifiedBy>
  <cp:revision>68</cp:revision>
  <dcterms:created xsi:type="dcterms:W3CDTF">2024-05-21T11:55:07Z</dcterms:created>
  <dcterms:modified xsi:type="dcterms:W3CDTF">2026-03-09T04:00:21Z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9C66A616-42E4-4EAC-B385-AC0C45CFC5CC</vt:lpwstr>
  </property>
  <property fmtid="{D5CDD505-2E9C-101B-9397-08002B2CF9AE}" pid="3" name="ArticulatePath">
    <vt:lpwstr>https://edunetfoundationorg-my.sharepoint.com/personal/kaisar_edunetfoundation_org/Documents/Beutified ppt/MSITI/Micro Degree/Template/microdigree-Template</vt:lpwstr>
  </property>
</Properties>
</file>