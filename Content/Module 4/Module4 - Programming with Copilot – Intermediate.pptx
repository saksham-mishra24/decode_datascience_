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9.xml" ContentType="application/vnd.openxmlformats-officedocument.presentationml.notesSlide+xml"/>
  <Override PartName="/ppt/tags/tag15.xml" ContentType="application/vnd.openxmlformats-officedocument.presentationml.tags+xml"/>
  <Override PartName="/ppt/notesSlides/notesSlide10.xml" ContentType="application/vnd.openxmlformats-officedocument.presentationml.notesSlide+xml"/>
  <Override PartName="/ppt/tags/tag16.xml" ContentType="application/vnd.openxmlformats-officedocument.presentationml.tags+xml"/>
  <Override PartName="/ppt/notesSlides/notesSlide11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2.xml" ContentType="application/vnd.openxmlformats-officedocument.presentationml.notesSlide+xml"/>
  <Override PartName="/ppt/tags/tag19.xml" ContentType="application/vnd.openxmlformats-officedocument.presentationml.tags+xml"/>
  <Override PartName="/ppt/notesSlides/notesSlide13.xml" ContentType="application/vnd.openxmlformats-officedocument.presentationml.notesSlide+xml"/>
  <Override PartName="/ppt/tags/tag20.xml" ContentType="application/vnd.openxmlformats-officedocument.presentationml.tags+xml"/>
  <Override PartName="/ppt/notesSlides/notesSlide14.xml" ContentType="application/vnd.openxmlformats-officedocument.presentationml.notesSlide+xml"/>
  <Override PartName="/ppt/tags/tag21.xml" ContentType="application/vnd.openxmlformats-officedocument.presentationml.tags+xml"/>
  <Override PartName="/ppt/notesSlides/notesSlide15.xml" ContentType="application/vnd.openxmlformats-officedocument.presentationml.notesSlide+xml"/>
  <Override PartName="/ppt/tags/tag22.xml" ContentType="application/vnd.openxmlformats-officedocument.presentationml.tags+xml"/>
  <Override PartName="/ppt/notesSlides/notesSlide16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5.xml" ContentType="application/vnd.openxmlformats-officedocument.presentationml.tags+xml"/>
  <Override PartName="/ppt/notesSlides/notesSlide1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26.xml" ContentType="application/vnd.openxmlformats-officedocument.presentationml.tags+xml"/>
  <Override PartName="/ppt/notesSlides/notesSlide1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27.xml" ContentType="application/vnd.openxmlformats-officedocument.presentationml.tags+xml"/>
  <Override PartName="/ppt/notesSlides/notesSlide20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2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37"/>
  </p:notesMasterIdLst>
  <p:sldIdLst>
    <p:sldId id="256" r:id="rId3"/>
    <p:sldId id="257" r:id="rId4"/>
    <p:sldId id="470" r:id="rId5"/>
    <p:sldId id="473" r:id="rId6"/>
    <p:sldId id="521" r:id="rId7"/>
    <p:sldId id="522" r:id="rId8"/>
    <p:sldId id="523" r:id="rId9"/>
    <p:sldId id="524" r:id="rId10"/>
    <p:sldId id="525" r:id="rId11"/>
    <p:sldId id="526" r:id="rId12"/>
    <p:sldId id="520" r:id="rId13"/>
    <p:sldId id="527" r:id="rId14"/>
    <p:sldId id="528" r:id="rId15"/>
    <p:sldId id="529" r:id="rId16"/>
    <p:sldId id="542" r:id="rId17"/>
    <p:sldId id="530" r:id="rId18"/>
    <p:sldId id="536" r:id="rId19"/>
    <p:sldId id="533" r:id="rId20"/>
    <p:sldId id="534" r:id="rId21"/>
    <p:sldId id="535" r:id="rId22"/>
    <p:sldId id="543" r:id="rId23"/>
    <p:sldId id="531" r:id="rId24"/>
    <p:sldId id="532" r:id="rId25"/>
    <p:sldId id="537" r:id="rId26"/>
    <p:sldId id="538" r:id="rId27"/>
    <p:sldId id="544" r:id="rId28"/>
    <p:sldId id="539" r:id="rId29"/>
    <p:sldId id="512" r:id="rId30"/>
    <p:sldId id="513" r:id="rId31"/>
    <p:sldId id="263" r:id="rId32"/>
    <p:sldId id="264" r:id="rId33"/>
    <p:sldId id="540" r:id="rId34"/>
    <p:sldId id="541" r:id="rId35"/>
    <p:sldId id="519" r:id="rId36"/>
  </p:sldIdLst>
  <p:sldSz cx="12192000" cy="6858000"/>
  <p:notesSz cx="6858000" cy="9144000"/>
  <p:custDataLst>
    <p:tags r:id="rId3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240" userDrawn="1">
          <p15:clr>
            <a:srgbClr val="A4A3A4"/>
          </p15:clr>
        </p15:guide>
        <p15:guide id="3" orient="horz" pos="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E0FF"/>
    <a:srgbClr val="0066FF"/>
    <a:srgbClr val="F3F8FF"/>
    <a:srgbClr val="E7F0FF"/>
    <a:srgbClr val="484F9E"/>
    <a:srgbClr val="F9B334"/>
    <a:srgbClr val="BEBFD3"/>
    <a:srgbClr val="ACCBFF"/>
    <a:srgbClr val="839BFF"/>
    <a:srgbClr val="8035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454ACD-0A65-44A0-9263-93642234B187}" v="476" dt="2026-03-06T08:58:58.2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404" autoAdjust="0"/>
  </p:normalViewPr>
  <p:slideViewPr>
    <p:cSldViewPr snapToGrid="0" showGuides="1">
      <p:cViewPr varScale="1">
        <p:scale>
          <a:sx n="71" d="100"/>
          <a:sy n="71" d="100"/>
        </p:scale>
        <p:origin x="388" y="44"/>
      </p:cViewPr>
      <p:guideLst>
        <p:guide orient="horz" pos="672"/>
        <p:guide pos="240"/>
        <p:guide orient="horz" pos="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wani Shankar Sahu" userId="e5f9bc2e-d4bb-415b-bd8a-e25372d6a074" providerId="ADAL" clId="{F8F74124-2529-4AB7-B071-FDCB29D46169}"/>
    <pc:docChg chg="undo custSel addSld delSld modSld sldOrd">
      <pc:chgData name="Bhawani Shankar Sahu" userId="e5f9bc2e-d4bb-415b-bd8a-e25372d6a074" providerId="ADAL" clId="{F8F74124-2529-4AB7-B071-FDCB29D46169}" dt="2026-03-06T09:23:39.961" v="1500" actId="1035"/>
      <pc:docMkLst>
        <pc:docMk/>
      </pc:docMkLst>
      <pc:sldChg chg="modSp mod">
        <pc:chgData name="Bhawani Shankar Sahu" userId="e5f9bc2e-d4bb-415b-bd8a-e25372d6a074" providerId="ADAL" clId="{F8F74124-2529-4AB7-B071-FDCB29D46169}" dt="2026-03-06T04:35:49.580" v="9"/>
        <pc:sldMkLst>
          <pc:docMk/>
          <pc:sldMk cId="2310333463" sldId="256"/>
        </pc:sldMkLst>
        <pc:spChg chg="mod">
          <ac:chgData name="Bhawani Shankar Sahu" userId="e5f9bc2e-d4bb-415b-bd8a-e25372d6a074" providerId="ADAL" clId="{F8F74124-2529-4AB7-B071-FDCB29D46169}" dt="2026-03-06T04:35:46.122" v="8" actId="20577"/>
          <ac:spMkLst>
            <pc:docMk/>
            <pc:sldMk cId="2310333463" sldId="256"/>
            <ac:spMk id="4" creationId="{1FBE93BD-9C29-AD91-88D5-08DF18A0EEAF}"/>
          </ac:spMkLst>
        </pc:spChg>
        <pc:spChg chg="mod">
          <ac:chgData name="Bhawani Shankar Sahu" userId="e5f9bc2e-d4bb-415b-bd8a-e25372d6a074" providerId="ADAL" clId="{F8F74124-2529-4AB7-B071-FDCB29D46169}" dt="2026-03-06T04:35:49.580" v="9"/>
          <ac:spMkLst>
            <pc:docMk/>
            <pc:sldMk cId="2310333463" sldId="256"/>
            <ac:spMk id="5" creationId="{69AB0D4E-853E-6882-BB79-0AB135C573F7}"/>
          </ac:spMkLst>
        </pc:spChg>
      </pc:sldChg>
      <pc:sldChg chg="modSp mod">
        <pc:chgData name="Bhawani Shankar Sahu" userId="e5f9bc2e-d4bb-415b-bd8a-e25372d6a074" providerId="ADAL" clId="{F8F74124-2529-4AB7-B071-FDCB29D46169}" dt="2026-03-06T08:52:06.005" v="1394" actId="404"/>
        <pc:sldMkLst>
          <pc:docMk/>
          <pc:sldMk cId="1476851649" sldId="264"/>
        </pc:sldMkLst>
        <pc:spChg chg="mod">
          <ac:chgData name="Bhawani Shankar Sahu" userId="e5f9bc2e-d4bb-415b-bd8a-e25372d6a074" providerId="ADAL" clId="{F8F74124-2529-4AB7-B071-FDCB29D46169}" dt="2026-03-06T08:52:06.005" v="1394" actId="404"/>
          <ac:spMkLst>
            <pc:docMk/>
            <pc:sldMk cId="1476851649" sldId="264"/>
            <ac:spMk id="14" creationId="{E1F0CCD2-56D3-6ED7-A4D2-DC293A4DECED}"/>
          </ac:spMkLst>
        </pc:spChg>
        <pc:spChg chg="mod">
          <ac:chgData name="Bhawani Shankar Sahu" userId="e5f9bc2e-d4bb-415b-bd8a-e25372d6a074" providerId="ADAL" clId="{F8F74124-2529-4AB7-B071-FDCB29D46169}" dt="2026-03-06T08:50:25.691" v="1382" actId="5793"/>
          <ac:spMkLst>
            <pc:docMk/>
            <pc:sldMk cId="1476851649" sldId="264"/>
            <ac:spMk id="17" creationId="{F67DEA04-9A38-2BC5-6A24-6F2AA4D4C1F4}"/>
          </ac:spMkLst>
        </pc:spChg>
      </pc:sldChg>
      <pc:sldChg chg="modSp mod">
        <pc:chgData name="Bhawani Shankar Sahu" userId="e5f9bc2e-d4bb-415b-bd8a-e25372d6a074" providerId="ADAL" clId="{F8F74124-2529-4AB7-B071-FDCB29D46169}" dt="2026-03-06T04:36:54.762" v="19" actId="255"/>
        <pc:sldMkLst>
          <pc:docMk/>
          <pc:sldMk cId="2918428579" sldId="470"/>
        </pc:sldMkLst>
        <pc:spChg chg="mod">
          <ac:chgData name="Bhawani Shankar Sahu" userId="e5f9bc2e-d4bb-415b-bd8a-e25372d6a074" providerId="ADAL" clId="{F8F74124-2529-4AB7-B071-FDCB29D46169}" dt="2026-03-06T04:36:54.762" v="19" actId="255"/>
          <ac:spMkLst>
            <pc:docMk/>
            <pc:sldMk cId="2918428579" sldId="470"/>
            <ac:spMk id="2" creationId="{9835D79F-345C-6435-F4A9-FE2A9E806174}"/>
          </ac:spMkLst>
        </pc:spChg>
      </pc:sldChg>
      <pc:sldChg chg="del">
        <pc:chgData name="Bhawani Shankar Sahu" userId="e5f9bc2e-d4bb-415b-bd8a-e25372d6a074" providerId="ADAL" clId="{F8F74124-2529-4AB7-B071-FDCB29D46169}" dt="2026-03-06T04:35:56.558" v="10" actId="47"/>
        <pc:sldMkLst>
          <pc:docMk/>
          <pc:sldMk cId="895194484" sldId="471"/>
        </pc:sldMkLst>
      </pc:sldChg>
      <pc:sldChg chg="addSp delSp modSp mod modNotesTx">
        <pc:chgData name="Bhawani Shankar Sahu" userId="e5f9bc2e-d4bb-415b-bd8a-e25372d6a074" providerId="ADAL" clId="{F8F74124-2529-4AB7-B071-FDCB29D46169}" dt="2026-03-06T09:21:00.438" v="1483" actId="12"/>
        <pc:sldMkLst>
          <pc:docMk/>
          <pc:sldMk cId="1960589846" sldId="473"/>
        </pc:sldMkLst>
        <pc:spChg chg="mod">
          <ac:chgData name="Bhawani Shankar Sahu" userId="e5f9bc2e-d4bb-415b-bd8a-e25372d6a074" providerId="ADAL" clId="{F8F74124-2529-4AB7-B071-FDCB29D46169}" dt="2026-03-06T09:21:00.438" v="1483" actId="12"/>
          <ac:spMkLst>
            <pc:docMk/>
            <pc:sldMk cId="1960589846" sldId="473"/>
            <ac:spMk id="2" creationId="{9835D79F-345C-6435-F4A9-FE2A9E806174}"/>
          </ac:spMkLst>
        </pc:spChg>
        <pc:spChg chg="mod">
          <ac:chgData name="Bhawani Shankar Sahu" userId="e5f9bc2e-d4bb-415b-bd8a-e25372d6a074" providerId="ADAL" clId="{F8F74124-2529-4AB7-B071-FDCB29D46169}" dt="2026-03-06T04:38:03.602" v="21" actId="20577"/>
          <ac:spMkLst>
            <pc:docMk/>
            <pc:sldMk cId="1960589846" sldId="473"/>
            <ac:spMk id="4" creationId="{5BA32B3C-D9C8-65B6-1442-8DF6B935E489}"/>
          </ac:spMkLst>
        </pc:spChg>
        <pc:spChg chg="mod">
          <ac:chgData name="Bhawani Shankar Sahu" userId="e5f9bc2e-d4bb-415b-bd8a-e25372d6a074" providerId="ADAL" clId="{F8F74124-2529-4AB7-B071-FDCB29D46169}" dt="2026-03-06T04:44:46.661" v="44"/>
          <ac:spMkLst>
            <pc:docMk/>
            <pc:sldMk cId="1960589846" sldId="473"/>
            <ac:spMk id="7" creationId="{53D5C61B-F8AF-6D5F-AD9D-C34C6DB7688D}"/>
          </ac:spMkLst>
        </pc:spChg>
        <pc:spChg chg="del">
          <ac:chgData name="Bhawani Shankar Sahu" userId="e5f9bc2e-d4bb-415b-bd8a-e25372d6a074" providerId="ADAL" clId="{F8F74124-2529-4AB7-B071-FDCB29D46169}" dt="2026-03-06T04:40:48.794" v="28" actId="478"/>
          <ac:spMkLst>
            <pc:docMk/>
            <pc:sldMk cId="1960589846" sldId="473"/>
            <ac:spMk id="12" creationId="{5BA32B3C-D9C8-65B6-1442-8DF6B935E489}"/>
          </ac:spMkLst>
        </pc:spChg>
        <pc:picChg chg="add mod">
          <ac:chgData name="Bhawani Shankar Sahu" userId="e5f9bc2e-d4bb-415b-bd8a-e25372d6a074" providerId="ADAL" clId="{F8F74124-2529-4AB7-B071-FDCB29D46169}" dt="2026-03-06T04:44:31.605" v="43" actId="1076"/>
          <ac:picMkLst>
            <pc:docMk/>
            <pc:sldMk cId="1960589846" sldId="473"/>
            <ac:picMk id="1026" creationId="{862B491D-20F3-E88B-C1B8-33933E0A17D6}"/>
          </ac:picMkLst>
        </pc:picChg>
      </pc:sldChg>
      <pc:sldChg chg="modSp mod">
        <pc:chgData name="Bhawani Shankar Sahu" userId="e5f9bc2e-d4bb-415b-bd8a-e25372d6a074" providerId="ADAL" clId="{F8F74124-2529-4AB7-B071-FDCB29D46169}" dt="2026-03-06T08:48:57.116" v="1367" actId="1076"/>
        <pc:sldMkLst>
          <pc:docMk/>
          <pc:sldMk cId="283201601" sldId="512"/>
        </pc:sldMkLst>
        <pc:spChg chg="mod">
          <ac:chgData name="Bhawani Shankar Sahu" userId="e5f9bc2e-d4bb-415b-bd8a-e25372d6a074" providerId="ADAL" clId="{F8F74124-2529-4AB7-B071-FDCB29D46169}" dt="2026-03-06T08:48:57.116" v="1367" actId="1076"/>
          <ac:spMkLst>
            <pc:docMk/>
            <pc:sldMk cId="283201601" sldId="512"/>
            <ac:spMk id="2" creationId="{976EDFFF-7E60-F4A2-ECDA-81CD89054335}"/>
          </ac:spMkLst>
        </pc:spChg>
      </pc:sldChg>
      <pc:sldChg chg="modSp mod">
        <pc:chgData name="Bhawani Shankar Sahu" userId="e5f9bc2e-d4bb-415b-bd8a-e25372d6a074" providerId="ADAL" clId="{F8F74124-2529-4AB7-B071-FDCB29D46169}" dt="2026-03-06T08:57:44.191" v="1454" actId="20577"/>
        <pc:sldMkLst>
          <pc:docMk/>
          <pc:sldMk cId="4268352602" sldId="513"/>
        </pc:sldMkLst>
        <pc:spChg chg="mod">
          <ac:chgData name="Bhawani Shankar Sahu" userId="e5f9bc2e-d4bb-415b-bd8a-e25372d6a074" providerId="ADAL" clId="{F8F74124-2529-4AB7-B071-FDCB29D46169}" dt="2026-03-06T08:57:44.191" v="1454" actId="20577"/>
          <ac:spMkLst>
            <pc:docMk/>
            <pc:sldMk cId="4268352602" sldId="513"/>
            <ac:spMk id="8" creationId="{8FB8E816-E868-A86A-9AC1-52D61C79325A}"/>
          </ac:spMkLst>
        </pc:spChg>
      </pc:sldChg>
      <pc:sldChg chg="modSp mod ord">
        <pc:chgData name="Bhawani Shankar Sahu" userId="e5f9bc2e-d4bb-415b-bd8a-e25372d6a074" providerId="ADAL" clId="{F8F74124-2529-4AB7-B071-FDCB29D46169}" dt="2026-03-06T09:00:02.150" v="1475" actId="20577"/>
        <pc:sldMkLst>
          <pc:docMk/>
          <pc:sldMk cId="2046448142" sldId="520"/>
        </pc:sldMkLst>
        <pc:spChg chg="mod">
          <ac:chgData name="Bhawani Shankar Sahu" userId="e5f9bc2e-d4bb-415b-bd8a-e25372d6a074" providerId="ADAL" clId="{F8F74124-2529-4AB7-B071-FDCB29D46169}" dt="2026-03-06T09:00:02.150" v="1475" actId="20577"/>
          <ac:spMkLst>
            <pc:docMk/>
            <pc:sldMk cId="2046448142" sldId="520"/>
            <ac:spMk id="28" creationId="{21B89CD7-B53D-C4BE-D409-15C0D13545AB}"/>
          </ac:spMkLst>
        </pc:spChg>
      </pc:sldChg>
      <pc:sldChg chg="addSp delSp modSp add mod modNotesTx">
        <pc:chgData name="Bhawani Shankar Sahu" userId="e5f9bc2e-d4bb-415b-bd8a-e25372d6a074" providerId="ADAL" clId="{F8F74124-2529-4AB7-B071-FDCB29D46169}" dt="2026-03-06T04:59:42.670" v="216"/>
        <pc:sldMkLst>
          <pc:docMk/>
          <pc:sldMk cId="905577033" sldId="521"/>
        </pc:sldMkLst>
        <pc:spChg chg="del">
          <ac:chgData name="Bhawani Shankar Sahu" userId="e5f9bc2e-d4bb-415b-bd8a-e25372d6a074" providerId="ADAL" clId="{F8F74124-2529-4AB7-B071-FDCB29D46169}" dt="2026-03-06T04:53:38.011" v="57" actId="478"/>
          <ac:spMkLst>
            <pc:docMk/>
            <pc:sldMk cId="905577033" sldId="521"/>
            <ac:spMk id="2" creationId="{2D5EFEC3-4DBB-3986-D3C2-D221D6300A83}"/>
          </ac:spMkLst>
        </pc:spChg>
        <pc:spChg chg="mod">
          <ac:chgData name="Bhawani Shankar Sahu" userId="e5f9bc2e-d4bb-415b-bd8a-e25372d6a074" providerId="ADAL" clId="{F8F74124-2529-4AB7-B071-FDCB29D46169}" dt="2026-03-06T04:50:12.991" v="50"/>
          <ac:spMkLst>
            <pc:docMk/>
            <pc:sldMk cId="905577033" sldId="521"/>
            <ac:spMk id="4" creationId="{4F6119B2-38D6-3B0E-5C81-04F912957C8B}"/>
          </ac:spMkLst>
        </pc:spChg>
        <pc:spChg chg="add mod">
          <ac:chgData name="Bhawani Shankar Sahu" userId="e5f9bc2e-d4bb-415b-bd8a-e25372d6a074" providerId="ADAL" clId="{F8F74124-2529-4AB7-B071-FDCB29D46169}" dt="2026-03-06T04:59:38.228" v="215" actId="20577"/>
          <ac:spMkLst>
            <pc:docMk/>
            <pc:sldMk cId="905577033" sldId="521"/>
            <ac:spMk id="6" creationId="{04FBC33E-3DF4-746D-CF37-BF631846DD80}"/>
          </ac:spMkLst>
        </pc:spChg>
        <pc:spChg chg="mod">
          <ac:chgData name="Bhawani Shankar Sahu" userId="e5f9bc2e-d4bb-415b-bd8a-e25372d6a074" providerId="ADAL" clId="{F8F74124-2529-4AB7-B071-FDCB29D46169}" dt="2026-03-06T04:59:42.670" v="216"/>
          <ac:spMkLst>
            <pc:docMk/>
            <pc:sldMk cId="905577033" sldId="521"/>
            <ac:spMk id="7" creationId="{2C371268-5D6E-9225-4DCD-C2C6C0F00E90}"/>
          </ac:spMkLst>
        </pc:spChg>
        <pc:spChg chg="del">
          <ac:chgData name="Bhawani Shankar Sahu" userId="e5f9bc2e-d4bb-415b-bd8a-e25372d6a074" providerId="ADAL" clId="{F8F74124-2529-4AB7-B071-FDCB29D46169}" dt="2026-03-06T04:53:39.690" v="58" actId="478"/>
          <ac:spMkLst>
            <pc:docMk/>
            <pc:sldMk cId="905577033" sldId="521"/>
            <ac:spMk id="12" creationId="{B2953688-5FA1-861D-AE81-CB7043882CED}"/>
          </ac:spMkLst>
        </pc:spChg>
        <pc:picChg chg="add mod">
          <ac:chgData name="Bhawani Shankar Sahu" userId="e5f9bc2e-d4bb-415b-bd8a-e25372d6a074" providerId="ADAL" clId="{F8F74124-2529-4AB7-B071-FDCB29D46169}" dt="2026-03-06T04:58:48.308" v="193" actId="1076"/>
          <ac:picMkLst>
            <pc:docMk/>
            <pc:sldMk cId="905577033" sldId="521"/>
            <ac:picMk id="2050" creationId="{74A2958E-DD91-9125-6322-DF6EACD12E36}"/>
          </ac:picMkLst>
        </pc:picChg>
      </pc:sldChg>
      <pc:sldChg chg="delSp modSp add mod modNotesTx">
        <pc:chgData name="Bhawani Shankar Sahu" userId="e5f9bc2e-d4bb-415b-bd8a-e25372d6a074" providerId="ADAL" clId="{F8F74124-2529-4AB7-B071-FDCB29D46169}" dt="2026-03-06T05:04:22.085" v="287" actId="12"/>
        <pc:sldMkLst>
          <pc:docMk/>
          <pc:sldMk cId="2056473568" sldId="522"/>
        </pc:sldMkLst>
        <pc:spChg chg="mod">
          <ac:chgData name="Bhawani Shankar Sahu" userId="e5f9bc2e-d4bb-415b-bd8a-e25372d6a074" providerId="ADAL" clId="{F8F74124-2529-4AB7-B071-FDCB29D46169}" dt="2026-03-06T05:02:52.652" v="279" actId="15"/>
          <ac:spMkLst>
            <pc:docMk/>
            <pc:sldMk cId="2056473568" sldId="522"/>
            <ac:spMk id="2" creationId="{B1455266-7FA3-06E3-E5AB-537C12ABBAE4}"/>
          </ac:spMkLst>
        </pc:spChg>
        <pc:spChg chg="mod">
          <ac:chgData name="Bhawani Shankar Sahu" userId="e5f9bc2e-d4bb-415b-bd8a-e25372d6a074" providerId="ADAL" clId="{F8F74124-2529-4AB7-B071-FDCB29D46169}" dt="2026-03-06T04:59:59.473" v="217"/>
          <ac:spMkLst>
            <pc:docMk/>
            <pc:sldMk cId="2056473568" sldId="522"/>
            <ac:spMk id="4" creationId="{4341FBC5-5992-1E1A-DF4E-FD57AD8D85FF}"/>
          </ac:spMkLst>
        </pc:spChg>
        <pc:spChg chg="del">
          <ac:chgData name="Bhawani Shankar Sahu" userId="e5f9bc2e-d4bb-415b-bd8a-e25372d6a074" providerId="ADAL" clId="{F8F74124-2529-4AB7-B071-FDCB29D46169}" dt="2026-03-06T05:00:52.930" v="223" actId="478"/>
          <ac:spMkLst>
            <pc:docMk/>
            <pc:sldMk cId="2056473568" sldId="522"/>
            <ac:spMk id="12" creationId="{1C16462B-B994-E3C5-C641-252F2048B29D}"/>
          </ac:spMkLst>
        </pc:spChg>
        <pc:grpChg chg="del">
          <ac:chgData name="Bhawani Shankar Sahu" userId="e5f9bc2e-d4bb-415b-bd8a-e25372d6a074" providerId="ADAL" clId="{F8F74124-2529-4AB7-B071-FDCB29D46169}" dt="2026-03-06T05:02:57.478" v="280" actId="478"/>
          <ac:grpSpMkLst>
            <pc:docMk/>
            <pc:sldMk cId="2056473568" sldId="522"/>
            <ac:grpSpMk id="5" creationId="{D68A011F-3E1A-7B99-2255-C166A3235EFA}"/>
          </ac:grpSpMkLst>
        </pc:grpChg>
      </pc:sldChg>
      <pc:sldChg chg="addSp delSp modSp add mod modNotesTx">
        <pc:chgData name="Bhawani Shankar Sahu" userId="e5f9bc2e-d4bb-415b-bd8a-e25372d6a074" providerId="ADAL" clId="{F8F74124-2529-4AB7-B071-FDCB29D46169}" dt="2026-03-06T09:22:11.155" v="1488" actId="478"/>
        <pc:sldMkLst>
          <pc:docMk/>
          <pc:sldMk cId="2380930562" sldId="523"/>
        </pc:sldMkLst>
        <pc:spChg chg="del">
          <ac:chgData name="Bhawani Shankar Sahu" userId="e5f9bc2e-d4bb-415b-bd8a-e25372d6a074" providerId="ADAL" clId="{F8F74124-2529-4AB7-B071-FDCB29D46169}" dt="2026-03-06T05:06:08.094" v="289" actId="478"/>
          <ac:spMkLst>
            <pc:docMk/>
            <pc:sldMk cId="2380930562" sldId="523"/>
            <ac:spMk id="2" creationId="{36F97C2B-8343-5762-C4F2-5D0C08FBA6D3}"/>
          </ac:spMkLst>
        </pc:spChg>
        <pc:spChg chg="mod">
          <ac:chgData name="Bhawani Shankar Sahu" userId="e5f9bc2e-d4bb-415b-bd8a-e25372d6a074" providerId="ADAL" clId="{F8F74124-2529-4AB7-B071-FDCB29D46169}" dt="2026-03-06T05:05:56.258" v="288"/>
          <ac:spMkLst>
            <pc:docMk/>
            <pc:sldMk cId="2380930562" sldId="523"/>
            <ac:spMk id="4" creationId="{2CA739DB-FA4B-F8A8-5A47-537FD067E743}"/>
          </ac:spMkLst>
        </pc:spChg>
        <pc:spChg chg="add mod">
          <ac:chgData name="Bhawani Shankar Sahu" userId="e5f9bc2e-d4bb-415b-bd8a-e25372d6a074" providerId="ADAL" clId="{F8F74124-2529-4AB7-B071-FDCB29D46169}" dt="2026-03-06T05:09:54.316" v="316" actId="20577"/>
          <ac:spMkLst>
            <pc:docMk/>
            <pc:sldMk cId="2380930562" sldId="523"/>
            <ac:spMk id="6" creationId="{A92CBF62-F86E-B238-DF74-8C7B704BE12A}"/>
          </ac:spMkLst>
        </pc:spChg>
        <pc:spChg chg="add mod">
          <ac:chgData name="Bhawani Shankar Sahu" userId="e5f9bc2e-d4bb-415b-bd8a-e25372d6a074" providerId="ADAL" clId="{F8F74124-2529-4AB7-B071-FDCB29D46169}" dt="2026-03-06T05:11:53.420" v="349" actId="20577"/>
          <ac:spMkLst>
            <pc:docMk/>
            <pc:sldMk cId="2380930562" sldId="523"/>
            <ac:spMk id="11" creationId="{BFF7EF2D-1F64-A801-B206-425924CB61C8}"/>
          </ac:spMkLst>
        </pc:spChg>
        <pc:spChg chg="del">
          <ac:chgData name="Bhawani Shankar Sahu" userId="e5f9bc2e-d4bb-415b-bd8a-e25372d6a074" providerId="ADAL" clId="{F8F74124-2529-4AB7-B071-FDCB29D46169}" dt="2026-03-06T05:06:08.094" v="289" actId="478"/>
          <ac:spMkLst>
            <pc:docMk/>
            <pc:sldMk cId="2380930562" sldId="523"/>
            <ac:spMk id="12" creationId="{B0B30144-08FC-7B3C-22EA-246FAFE84D16}"/>
          </ac:spMkLst>
        </pc:spChg>
        <pc:grpChg chg="del">
          <ac:chgData name="Bhawani Shankar Sahu" userId="e5f9bc2e-d4bb-415b-bd8a-e25372d6a074" providerId="ADAL" clId="{F8F74124-2529-4AB7-B071-FDCB29D46169}" dt="2026-03-06T09:22:11.155" v="1488" actId="478"/>
          <ac:grpSpMkLst>
            <pc:docMk/>
            <pc:sldMk cId="2380930562" sldId="523"/>
            <ac:grpSpMk id="5" creationId="{2702E3AA-F544-AB40-DC5E-D1EBC2DF05ED}"/>
          </ac:grpSpMkLst>
        </pc:grpChg>
        <pc:picChg chg="add mod">
          <ac:chgData name="Bhawani Shankar Sahu" userId="e5f9bc2e-d4bb-415b-bd8a-e25372d6a074" providerId="ADAL" clId="{F8F74124-2529-4AB7-B071-FDCB29D46169}" dt="2026-03-06T09:22:07.618" v="1487" actId="1076"/>
          <ac:picMkLst>
            <pc:docMk/>
            <pc:sldMk cId="2380930562" sldId="523"/>
            <ac:picMk id="3" creationId="{A51CF0AB-F7DE-66C6-E788-EF8572BAF7E5}"/>
          </ac:picMkLst>
        </pc:picChg>
      </pc:sldChg>
      <pc:sldChg chg="addSp delSp modSp add mod modNotesTx">
        <pc:chgData name="Bhawani Shankar Sahu" userId="e5f9bc2e-d4bb-415b-bd8a-e25372d6a074" providerId="ADAL" clId="{F8F74124-2529-4AB7-B071-FDCB29D46169}" dt="2026-03-06T09:23:23.414" v="1497" actId="2711"/>
        <pc:sldMkLst>
          <pc:docMk/>
          <pc:sldMk cId="4202271956" sldId="524"/>
        </pc:sldMkLst>
        <pc:spChg chg="del">
          <ac:chgData name="Bhawani Shankar Sahu" userId="e5f9bc2e-d4bb-415b-bd8a-e25372d6a074" providerId="ADAL" clId="{F8F74124-2529-4AB7-B071-FDCB29D46169}" dt="2026-03-06T05:24:15.465" v="365" actId="478"/>
          <ac:spMkLst>
            <pc:docMk/>
            <pc:sldMk cId="4202271956" sldId="524"/>
            <ac:spMk id="2" creationId="{6BB5F3F8-E611-A62E-5D45-C14EB7A8DC15}"/>
          </ac:spMkLst>
        </pc:spChg>
        <pc:spChg chg="mod">
          <ac:chgData name="Bhawani Shankar Sahu" userId="e5f9bc2e-d4bb-415b-bd8a-e25372d6a074" providerId="ADAL" clId="{F8F74124-2529-4AB7-B071-FDCB29D46169}" dt="2026-03-06T05:23:51.816" v="364"/>
          <ac:spMkLst>
            <pc:docMk/>
            <pc:sldMk cId="4202271956" sldId="524"/>
            <ac:spMk id="4" creationId="{815FB277-BD87-CFD0-77C8-45E104078C8D}"/>
          </ac:spMkLst>
        </pc:spChg>
        <pc:spChg chg="add mod">
          <ac:chgData name="Bhawani Shankar Sahu" userId="e5f9bc2e-d4bb-415b-bd8a-e25372d6a074" providerId="ADAL" clId="{F8F74124-2529-4AB7-B071-FDCB29D46169}" dt="2026-03-06T05:25:33.530" v="404" actId="20577"/>
          <ac:spMkLst>
            <pc:docMk/>
            <pc:sldMk cId="4202271956" sldId="524"/>
            <ac:spMk id="6" creationId="{FC32998B-4E2E-0FFE-4127-ED456A499726}"/>
          </ac:spMkLst>
        </pc:spChg>
        <pc:spChg chg="add mod">
          <ac:chgData name="Bhawani Shankar Sahu" userId="e5f9bc2e-d4bb-415b-bd8a-e25372d6a074" providerId="ADAL" clId="{F8F74124-2529-4AB7-B071-FDCB29D46169}" dt="2026-03-06T09:23:23.414" v="1497" actId="2711"/>
          <ac:spMkLst>
            <pc:docMk/>
            <pc:sldMk cId="4202271956" sldId="524"/>
            <ac:spMk id="11" creationId="{30838D90-2578-B8F5-E1AD-DB8C590528D7}"/>
          </ac:spMkLst>
        </pc:spChg>
        <pc:spChg chg="del">
          <ac:chgData name="Bhawani Shankar Sahu" userId="e5f9bc2e-d4bb-415b-bd8a-e25372d6a074" providerId="ADAL" clId="{F8F74124-2529-4AB7-B071-FDCB29D46169}" dt="2026-03-06T05:24:15.465" v="365" actId="478"/>
          <ac:spMkLst>
            <pc:docMk/>
            <pc:sldMk cId="4202271956" sldId="524"/>
            <ac:spMk id="12" creationId="{360B4D0C-2E0F-6270-8E7A-59A81F2DD023}"/>
          </ac:spMkLst>
        </pc:spChg>
        <pc:grpChg chg="del">
          <ac:chgData name="Bhawani Shankar Sahu" userId="e5f9bc2e-d4bb-415b-bd8a-e25372d6a074" providerId="ADAL" clId="{F8F74124-2529-4AB7-B071-FDCB29D46169}" dt="2026-03-06T05:27:17.954" v="429" actId="478"/>
          <ac:grpSpMkLst>
            <pc:docMk/>
            <pc:sldMk cId="4202271956" sldId="524"/>
            <ac:grpSpMk id="5" creationId="{9826BDEB-04B1-1206-344F-97E16CA95405}"/>
          </ac:grpSpMkLst>
        </pc:grpChg>
        <pc:picChg chg="add mod">
          <ac:chgData name="Bhawani Shankar Sahu" userId="e5f9bc2e-d4bb-415b-bd8a-e25372d6a074" providerId="ADAL" clId="{F8F74124-2529-4AB7-B071-FDCB29D46169}" dt="2026-03-06T09:22:51.973" v="1493" actId="1076"/>
          <ac:picMkLst>
            <pc:docMk/>
            <pc:sldMk cId="4202271956" sldId="524"/>
            <ac:picMk id="3" creationId="{5E66C18B-2A19-03ED-E0B0-9F172E48ADBF}"/>
          </ac:picMkLst>
        </pc:picChg>
      </pc:sldChg>
      <pc:sldChg chg="addSp delSp modSp add mod modNotesTx">
        <pc:chgData name="Bhawani Shankar Sahu" userId="e5f9bc2e-d4bb-415b-bd8a-e25372d6a074" providerId="ADAL" clId="{F8F74124-2529-4AB7-B071-FDCB29D46169}" dt="2026-03-06T09:23:39.961" v="1500" actId="1035"/>
        <pc:sldMkLst>
          <pc:docMk/>
          <pc:sldMk cId="463492911" sldId="525"/>
        </pc:sldMkLst>
        <pc:spChg chg="del">
          <ac:chgData name="Bhawani Shankar Sahu" userId="e5f9bc2e-d4bb-415b-bd8a-e25372d6a074" providerId="ADAL" clId="{F8F74124-2529-4AB7-B071-FDCB29D46169}" dt="2026-03-06T05:28:38.679" v="442" actId="478"/>
          <ac:spMkLst>
            <pc:docMk/>
            <pc:sldMk cId="463492911" sldId="525"/>
            <ac:spMk id="2" creationId="{DAEBB6C3-7A7B-1AA0-24EC-8E970D8B7552}"/>
          </ac:spMkLst>
        </pc:spChg>
        <pc:spChg chg="mod">
          <ac:chgData name="Bhawani Shankar Sahu" userId="e5f9bc2e-d4bb-415b-bd8a-e25372d6a074" providerId="ADAL" clId="{F8F74124-2529-4AB7-B071-FDCB29D46169}" dt="2026-03-06T05:28:22.409" v="441"/>
          <ac:spMkLst>
            <pc:docMk/>
            <pc:sldMk cId="463492911" sldId="525"/>
            <ac:spMk id="4" creationId="{EE6FB4ED-882E-AAAE-BF6B-5474533B177E}"/>
          </ac:spMkLst>
        </pc:spChg>
        <pc:spChg chg="add mod">
          <ac:chgData name="Bhawani Shankar Sahu" userId="e5f9bc2e-d4bb-415b-bd8a-e25372d6a074" providerId="ADAL" clId="{F8F74124-2529-4AB7-B071-FDCB29D46169}" dt="2026-03-06T09:23:39.961" v="1500" actId="1035"/>
          <ac:spMkLst>
            <pc:docMk/>
            <pc:sldMk cId="463492911" sldId="525"/>
            <ac:spMk id="6" creationId="{EDD56A91-B39D-84B7-D875-9F452D58E649}"/>
          </ac:spMkLst>
        </pc:spChg>
        <pc:spChg chg="add mod">
          <ac:chgData name="Bhawani Shankar Sahu" userId="e5f9bc2e-d4bb-415b-bd8a-e25372d6a074" providerId="ADAL" clId="{F8F74124-2529-4AB7-B071-FDCB29D46169}" dt="2026-03-06T05:30:01.176" v="464" actId="20577"/>
          <ac:spMkLst>
            <pc:docMk/>
            <pc:sldMk cId="463492911" sldId="525"/>
            <ac:spMk id="11" creationId="{E2308800-259B-17FA-E7BC-46836DF9785C}"/>
          </ac:spMkLst>
        </pc:spChg>
        <pc:spChg chg="del">
          <ac:chgData name="Bhawani Shankar Sahu" userId="e5f9bc2e-d4bb-415b-bd8a-e25372d6a074" providerId="ADAL" clId="{F8F74124-2529-4AB7-B071-FDCB29D46169}" dt="2026-03-06T05:28:38.679" v="442" actId="478"/>
          <ac:spMkLst>
            <pc:docMk/>
            <pc:sldMk cId="463492911" sldId="525"/>
            <ac:spMk id="12" creationId="{00273E77-6EE4-02A7-BE34-5F8927B01F1D}"/>
          </ac:spMkLst>
        </pc:spChg>
        <pc:grpChg chg="del">
          <ac:chgData name="Bhawani Shankar Sahu" userId="e5f9bc2e-d4bb-415b-bd8a-e25372d6a074" providerId="ADAL" clId="{F8F74124-2529-4AB7-B071-FDCB29D46169}" dt="2026-03-06T05:30:07.043" v="465" actId="478"/>
          <ac:grpSpMkLst>
            <pc:docMk/>
            <pc:sldMk cId="463492911" sldId="525"/>
            <ac:grpSpMk id="5" creationId="{567036F6-9BEB-74C6-B251-94F577F8F272}"/>
          </ac:grpSpMkLst>
        </pc:grpChg>
      </pc:sldChg>
      <pc:sldChg chg="addSp delSp modSp add mod modNotesTx">
        <pc:chgData name="Bhawani Shankar Sahu" userId="e5f9bc2e-d4bb-415b-bd8a-e25372d6a074" providerId="ADAL" clId="{F8F74124-2529-4AB7-B071-FDCB29D46169}" dt="2026-03-06T05:54:08.954" v="516" actId="20577"/>
        <pc:sldMkLst>
          <pc:docMk/>
          <pc:sldMk cId="380146172" sldId="526"/>
        </pc:sldMkLst>
        <pc:spChg chg="del">
          <ac:chgData name="Bhawani Shankar Sahu" userId="e5f9bc2e-d4bb-415b-bd8a-e25372d6a074" providerId="ADAL" clId="{F8F74124-2529-4AB7-B071-FDCB29D46169}" dt="2026-03-06T05:32:23.792" v="483" actId="478"/>
          <ac:spMkLst>
            <pc:docMk/>
            <pc:sldMk cId="380146172" sldId="526"/>
            <ac:spMk id="2" creationId="{0920F65F-257C-9020-A1D9-EA72F2519B7D}"/>
          </ac:spMkLst>
        </pc:spChg>
        <pc:spChg chg="mod">
          <ac:chgData name="Bhawani Shankar Sahu" userId="e5f9bc2e-d4bb-415b-bd8a-e25372d6a074" providerId="ADAL" clId="{F8F74124-2529-4AB7-B071-FDCB29D46169}" dt="2026-03-06T05:32:11.413" v="482" actId="20577"/>
          <ac:spMkLst>
            <pc:docMk/>
            <pc:sldMk cId="380146172" sldId="526"/>
            <ac:spMk id="4" creationId="{50E30DB4-B102-DE9D-0014-1D5C940E3E41}"/>
          </ac:spMkLst>
        </pc:spChg>
        <pc:spChg chg="add mod">
          <ac:chgData name="Bhawani Shankar Sahu" userId="e5f9bc2e-d4bb-415b-bd8a-e25372d6a074" providerId="ADAL" clId="{F8F74124-2529-4AB7-B071-FDCB29D46169}" dt="2026-03-06T05:33:28.048" v="502" actId="20577"/>
          <ac:spMkLst>
            <pc:docMk/>
            <pc:sldMk cId="380146172" sldId="526"/>
            <ac:spMk id="6" creationId="{13BD9FEF-E1B8-E44E-D572-A503A8B9B269}"/>
          </ac:spMkLst>
        </pc:spChg>
        <pc:spChg chg="del">
          <ac:chgData name="Bhawani Shankar Sahu" userId="e5f9bc2e-d4bb-415b-bd8a-e25372d6a074" providerId="ADAL" clId="{F8F74124-2529-4AB7-B071-FDCB29D46169}" dt="2026-03-06T05:32:23.792" v="483" actId="478"/>
          <ac:spMkLst>
            <pc:docMk/>
            <pc:sldMk cId="380146172" sldId="526"/>
            <ac:spMk id="12" creationId="{CC18D0C4-4A1F-F4F2-46AF-A21F6D7D7A4E}"/>
          </ac:spMkLst>
        </pc:spChg>
        <pc:grpChg chg="del">
          <ac:chgData name="Bhawani Shankar Sahu" userId="e5f9bc2e-d4bb-415b-bd8a-e25372d6a074" providerId="ADAL" clId="{F8F74124-2529-4AB7-B071-FDCB29D46169}" dt="2026-03-06T05:39:02.851" v="506" actId="478"/>
          <ac:grpSpMkLst>
            <pc:docMk/>
            <pc:sldMk cId="380146172" sldId="526"/>
            <ac:grpSpMk id="5" creationId="{FE2BE0D3-A278-8FAB-170E-429696CBCBCF}"/>
          </ac:grpSpMkLst>
        </pc:grpChg>
        <pc:picChg chg="add mod">
          <ac:chgData name="Bhawani Shankar Sahu" userId="e5f9bc2e-d4bb-415b-bd8a-e25372d6a074" providerId="ADAL" clId="{F8F74124-2529-4AB7-B071-FDCB29D46169}" dt="2026-03-06T05:38:33.983" v="505" actId="1076"/>
          <ac:picMkLst>
            <pc:docMk/>
            <pc:sldMk cId="380146172" sldId="526"/>
            <ac:picMk id="3074" creationId="{B5F63EA1-E08B-FDD5-6FEB-63523EB711D1}"/>
          </ac:picMkLst>
        </pc:picChg>
      </pc:sldChg>
      <pc:sldChg chg="addSp delSp modSp add mod modNotesTx">
        <pc:chgData name="Bhawani Shankar Sahu" userId="e5f9bc2e-d4bb-415b-bd8a-e25372d6a074" providerId="ADAL" clId="{F8F74124-2529-4AB7-B071-FDCB29D46169}" dt="2026-03-06T06:02:46.038" v="608" actId="12"/>
        <pc:sldMkLst>
          <pc:docMk/>
          <pc:sldMk cId="969550446" sldId="527"/>
        </pc:sldMkLst>
        <pc:spChg chg="del">
          <ac:chgData name="Bhawani Shankar Sahu" userId="e5f9bc2e-d4bb-415b-bd8a-e25372d6a074" providerId="ADAL" clId="{F8F74124-2529-4AB7-B071-FDCB29D46169}" dt="2026-03-06T05:55:35.804" v="537" actId="478"/>
          <ac:spMkLst>
            <pc:docMk/>
            <pc:sldMk cId="969550446" sldId="527"/>
            <ac:spMk id="2" creationId="{9B98457D-DAB8-60CB-E366-5C96E3AABD9B}"/>
          </ac:spMkLst>
        </pc:spChg>
        <pc:spChg chg="mod">
          <ac:chgData name="Bhawani Shankar Sahu" userId="e5f9bc2e-d4bb-415b-bd8a-e25372d6a074" providerId="ADAL" clId="{F8F74124-2529-4AB7-B071-FDCB29D46169}" dt="2026-03-06T05:55:13.207" v="535" actId="20577"/>
          <ac:spMkLst>
            <pc:docMk/>
            <pc:sldMk cId="969550446" sldId="527"/>
            <ac:spMk id="4" creationId="{916372F9-9D6A-0268-7AE8-6A921E49B1CC}"/>
          </ac:spMkLst>
        </pc:spChg>
        <pc:spChg chg="add mod">
          <ac:chgData name="Bhawani Shankar Sahu" userId="e5f9bc2e-d4bb-415b-bd8a-e25372d6a074" providerId="ADAL" clId="{F8F74124-2529-4AB7-B071-FDCB29D46169}" dt="2026-03-06T06:00:44.407" v="595" actId="20577"/>
          <ac:spMkLst>
            <pc:docMk/>
            <pc:sldMk cId="969550446" sldId="527"/>
            <ac:spMk id="6" creationId="{FF6F40B4-50AA-613C-69D3-4A2D4651CBB2}"/>
          </ac:spMkLst>
        </pc:spChg>
        <pc:spChg chg="del">
          <ac:chgData name="Bhawani Shankar Sahu" userId="e5f9bc2e-d4bb-415b-bd8a-e25372d6a074" providerId="ADAL" clId="{F8F74124-2529-4AB7-B071-FDCB29D46169}" dt="2026-03-06T05:55:33.237" v="536" actId="478"/>
          <ac:spMkLst>
            <pc:docMk/>
            <pc:sldMk cId="969550446" sldId="527"/>
            <ac:spMk id="12" creationId="{4D1C185F-3ACE-205D-8F45-F1A09524622D}"/>
          </ac:spMkLst>
        </pc:spChg>
        <pc:grpChg chg="del">
          <ac:chgData name="Bhawani Shankar Sahu" userId="e5f9bc2e-d4bb-415b-bd8a-e25372d6a074" providerId="ADAL" clId="{F8F74124-2529-4AB7-B071-FDCB29D46169}" dt="2026-03-06T05:55:43.303" v="540" actId="478"/>
          <ac:grpSpMkLst>
            <pc:docMk/>
            <pc:sldMk cId="969550446" sldId="527"/>
            <ac:grpSpMk id="5" creationId="{3CDBB96B-92ED-D514-B466-30A4739BBED3}"/>
          </ac:grpSpMkLst>
        </pc:grpChg>
        <pc:picChg chg="add mod">
          <ac:chgData name="Bhawani Shankar Sahu" userId="e5f9bc2e-d4bb-415b-bd8a-e25372d6a074" providerId="ADAL" clId="{F8F74124-2529-4AB7-B071-FDCB29D46169}" dt="2026-03-06T05:59:29.083" v="579" actId="1076"/>
          <ac:picMkLst>
            <pc:docMk/>
            <pc:sldMk cId="969550446" sldId="527"/>
            <ac:picMk id="11" creationId="{C3E1C0AA-F8EA-0D13-B7CD-24DF87E0ABDB}"/>
          </ac:picMkLst>
        </pc:picChg>
      </pc:sldChg>
      <pc:sldChg chg="addSp delSp modSp add mod modNotesTx">
        <pc:chgData name="Bhawani Shankar Sahu" userId="e5f9bc2e-d4bb-415b-bd8a-e25372d6a074" providerId="ADAL" clId="{F8F74124-2529-4AB7-B071-FDCB29D46169}" dt="2026-03-06T06:28:43.818" v="691" actId="20577"/>
        <pc:sldMkLst>
          <pc:docMk/>
          <pc:sldMk cId="664944566" sldId="528"/>
        </pc:sldMkLst>
        <pc:spChg chg="del">
          <ac:chgData name="Bhawani Shankar Sahu" userId="e5f9bc2e-d4bb-415b-bd8a-e25372d6a074" providerId="ADAL" clId="{F8F74124-2529-4AB7-B071-FDCB29D46169}" dt="2026-03-06T06:03:27.288" v="610" actId="478"/>
          <ac:spMkLst>
            <pc:docMk/>
            <pc:sldMk cId="664944566" sldId="528"/>
            <ac:spMk id="2" creationId="{839309BF-46BE-132F-7EBA-A5EA332EEC97}"/>
          </ac:spMkLst>
        </pc:spChg>
        <pc:spChg chg="mod">
          <ac:chgData name="Bhawani Shankar Sahu" userId="e5f9bc2e-d4bb-415b-bd8a-e25372d6a074" providerId="ADAL" clId="{F8F74124-2529-4AB7-B071-FDCB29D46169}" dt="2026-03-06T06:03:12.709" v="609"/>
          <ac:spMkLst>
            <pc:docMk/>
            <pc:sldMk cId="664944566" sldId="528"/>
            <ac:spMk id="4" creationId="{608C96C2-623A-27C0-A1DE-775767F84467}"/>
          </ac:spMkLst>
        </pc:spChg>
        <pc:spChg chg="add mod">
          <ac:chgData name="Bhawani Shankar Sahu" userId="e5f9bc2e-d4bb-415b-bd8a-e25372d6a074" providerId="ADAL" clId="{F8F74124-2529-4AB7-B071-FDCB29D46169}" dt="2026-03-06T06:26:42.228" v="675" actId="20577"/>
          <ac:spMkLst>
            <pc:docMk/>
            <pc:sldMk cId="664944566" sldId="528"/>
            <ac:spMk id="6" creationId="{A4F76CB0-F3A9-9834-0D2B-95E29401D08F}"/>
          </ac:spMkLst>
        </pc:spChg>
        <pc:spChg chg="del">
          <ac:chgData name="Bhawani Shankar Sahu" userId="e5f9bc2e-d4bb-415b-bd8a-e25372d6a074" providerId="ADAL" clId="{F8F74124-2529-4AB7-B071-FDCB29D46169}" dt="2026-03-06T06:03:27.288" v="610" actId="478"/>
          <ac:spMkLst>
            <pc:docMk/>
            <pc:sldMk cId="664944566" sldId="528"/>
            <ac:spMk id="12" creationId="{7262907C-EC92-748E-227E-2D678119D11A}"/>
          </ac:spMkLst>
        </pc:spChg>
        <pc:spChg chg="add mod">
          <ac:chgData name="Bhawani Shankar Sahu" userId="e5f9bc2e-d4bb-415b-bd8a-e25372d6a074" providerId="ADAL" clId="{F8F74124-2529-4AB7-B071-FDCB29D46169}" dt="2026-03-06T06:26:10.492" v="664" actId="20577"/>
          <ac:spMkLst>
            <pc:docMk/>
            <pc:sldMk cId="664944566" sldId="528"/>
            <ac:spMk id="14" creationId="{4CA5A94D-19DA-CC00-E409-7C9475C6253F}"/>
          </ac:spMkLst>
        </pc:spChg>
        <pc:grpChg chg="del">
          <ac:chgData name="Bhawani Shankar Sahu" userId="e5f9bc2e-d4bb-415b-bd8a-e25372d6a074" providerId="ADAL" clId="{F8F74124-2529-4AB7-B071-FDCB29D46169}" dt="2026-03-06T06:03:31.568" v="611" actId="478"/>
          <ac:grpSpMkLst>
            <pc:docMk/>
            <pc:sldMk cId="664944566" sldId="528"/>
            <ac:grpSpMk id="5" creationId="{1E76C0FE-43EC-2E27-2D46-968CB4057CA7}"/>
          </ac:grpSpMkLst>
        </pc:grpChg>
        <pc:picChg chg="add mod">
          <ac:chgData name="Bhawani Shankar Sahu" userId="e5f9bc2e-d4bb-415b-bd8a-e25372d6a074" providerId="ADAL" clId="{F8F74124-2529-4AB7-B071-FDCB29D46169}" dt="2026-03-06T06:26:19.936" v="668" actId="14100"/>
          <ac:picMkLst>
            <pc:docMk/>
            <pc:sldMk cId="664944566" sldId="528"/>
            <ac:picMk id="11" creationId="{C0E0A072-277B-9E24-EF3C-CC75D3A7D0C4}"/>
          </ac:picMkLst>
        </pc:picChg>
      </pc:sldChg>
      <pc:sldChg chg="addSp delSp modSp add mod modNotesTx">
        <pc:chgData name="Bhawani Shankar Sahu" userId="e5f9bc2e-d4bb-415b-bd8a-e25372d6a074" providerId="ADAL" clId="{F8F74124-2529-4AB7-B071-FDCB29D46169}" dt="2026-03-06T06:37:16.713" v="767" actId="12"/>
        <pc:sldMkLst>
          <pc:docMk/>
          <pc:sldMk cId="3050913678" sldId="529"/>
        </pc:sldMkLst>
        <pc:spChg chg="del">
          <ac:chgData name="Bhawani Shankar Sahu" userId="e5f9bc2e-d4bb-415b-bd8a-e25372d6a074" providerId="ADAL" clId="{F8F74124-2529-4AB7-B071-FDCB29D46169}" dt="2026-03-06T06:29:49.204" v="694" actId="478"/>
          <ac:spMkLst>
            <pc:docMk/>
            <pc:sldMk cId="3050913678" sldId="529"/>
            <ac:spMk id="2" creationId="{22893D67-7CD6-7524-FD5B-41B8BB35B167}"/>
          </ac:spMkLst>
        </pc:spChg>
        <pc:spChg chg="mod">
          <ac:chgData name="Bhawani Shankar Sahu" userId="e5f9bc2e-d4bb-415b-bd8a-e25372d6a074" providerId="ADAL" clId="{F8F74124-2529-4AB7-B071-FDCB29D46169}" dt="2026-03-06T06:29:28.935" v="693" actId="14100"/>
          <ac:spMkLst>
            <pc:docMk/>
            <pc:sldMk cId="3050913678" sldId="529"/>
            <ac:spMk id="4" creationId="{6AE563E2-7C38-A731-7D78-0586492FD2DB}"/>
          </ac:spMkLst>
        </pc:spChg>
        <pc:spChg chg="add mod">
          <ac:chgData name="Bhawani Shankar Sahu" userId="e5f9bc2e-d4bb-415b-bd8a-e25372d6a074" providerId="ADAL" clId="{F8F74124-2529-4AB7-B071-FDCB29D46169}" dt="2026-03-06T06:30:16.807" v="703" actId="20577"/>
          <ac:spMkLst>
            <pc:docMk/>
            <pc:sldMk cId="3050913678" sldId="529"/>
            <ac:spMk id="6" creationId="{30B37E99-C651-7C38-1AF9-C2244AA50950}"/>
          </ac:spMkLst>
        </pc:spChg>
        <pc:spChg chg="mod">
          <ac:chgData name="Bhawani Shankar Sahu" userId="e5f9bc2e-d4bb-415b-bd8a-e25372d6a074" providerId="ADAL" clId="{F8F74124-2529-4AB7-B071-FDCB29D46169}" dt="2026-03-06T06:33:35.486" v="742" actId="20577"/>
          <ac:spMkLst>
            <pc:docMk/>
            <pc:sldMk cId="3050913678" sldId="529"/>
            <ac:spMk id="7" creationId="{52EDF159-BD1C-5721-DC8A-47A4032DA2FF}"/>
          </ac:spMkLst>
        </pc:spChg>
        <pc:spChg chg="del">
          <ac:chgData name="Bhawani Shankar Sahu" userId="e5f9bc2e-d4bb-415b-bd8a-e25372d6a074" providerId="ADAL" clId="{F8F74124-2529-4AB7-B071-FDCB29D46169}" dt="2026-03-06T06:29:49.204" v="694" actId="478"/>
          <ac:spMkLst>
            <pc:docMk/>
            <pc:sldMk cId="3050913678" sldId="529"/>
            <ac:spMk id="12" creationId="{761F06C6-F907-AD67-1A13-AED9093CF10F}"/>
          </ac:spMkLst>
        </pc:spChg>
        <pc:picChg chg="add mod">
          <ac:chgData name="Bhawani Shankar Sahu" userId="e5f9bc2e-d4bb-415b-bd8a-e25372d6a074" providerId="ADAL" clId="{F8F74124-2529-4AB7-B071-FDCB29D46169}" dt="2026-03-06T06:33:14.317" v="706" actId="1076"/>
          <ac:picMkLst>
            <pc:docMk/>
            <pc:sldMk cId="3050913678" sldId="529"/>
            <ac:picMk id="4098" creationId="{96658A1F-B228-4812-9C62-7D29732F5AEF}"/>
          </ac:picMkLst>
        </pc:picChg>
      </pc:sldChg>
      <pc:sldChg chg="addSp delSp modSp add mod modNotesTx">
        <pc:chgData name="Bhawani Shankar Sahu" userId="e5f9bc2e-d4bb-415b-bd8a-e25372d6a074" providerId="ADAL" clId="{F8F74124-2529-4AB7-B071-FDCB29D46169}" dt="2026-03-06T06:54:06.539" v="846" actId="12"/>
        <pc:sldMkLst>
          <pc:docMk/>
          <pc:sldMk cId="4084076256" sldId="530"/>
        </pc:sldMkLst>
        <pc:spChg chg="del">
          <ac:chgData name="Bhawani Shankar Sahu" userId="e5f9bc2e-d4bb-415b-bd8a-e25372d6a074" providerId="ADAL" clId="{F8F74124-2529-4AB7-B071-FDCB29D46169}" dt="2026-03-06T06:38:29.734" v="789" actId="478"/>
          <ac:spMkLst>
            <pc:docMk/>
            <pc:sldMk cId="4084076256" sldId="530"/>
            <ac:spMk id="2" creationId="{FD09EE3E-758D-18FB-B173-3AAD52DEB01B}"/>
          </ac:spMkLst>
        </pc:spChg>
        <pc:spChg chg="mod">
          <ac:chgData name="Bhawani Shankar Sahu" userId="e5f9bc2e-d4bb-415b-bd8a-e25372d6a074" providerId="ADAL" clId="{F8F74124-2529-4AB7-B071-FDCB29D46169}" dt="2026-03-06T06:38:25.332" v="788" actId="20577"/>
          <ac:spMkLst>
            <pc:docMk/>
            <pc:sldMk cId="4084076256" sldId="530"/>
            <ac:spMk id="4" creationId="{AFDCA977-2ADE-306F-47A2-ED7BB6D54FF6}"/>
          </ac:spMkLst>
        </pc:spChg>
        <pc:spChg chg="add mod">
          <ac:chgData name="Bhawani Shankar Sahu" userId="e5f9bc2e-d4bb-415b-bd8a-e25372d6a074" providerId="ADAL" clId="{F8F74124-2529-4AB7-B071-FDCB29D46169}" dt="2026-03-06T06:53:08.864" v="844" actId="2711"/>
          <ac:spMkLst>
            <pc:docMk/>
            <pc:sldMk cId="4084076256" sldId="530"/>
            <ac:spMk id="6" creationId="{0431DD14-D84E-F322-9AAB-0E2CEA8E4F2D}"/>
          </ac:spMkLst>
        </pc:spChg>
        <pc:spChg chg="mod">
          <ac:chgData name="Bhawani Shankar Sahu" userId="e5f9bc2e-d4bb-415b-bd8a-e25372d6a074" providerId="ADAL" clId="{F8F74124-2529-4AB7-B071-FDCB29D46169}" dt="2026-03-06T06:40:59.245" v="811"/>
          <ac:spMkLst>
            <pc:docMk/>
            <pc:sldMk cId="4084076256" sldId="530"/>
            <ac:spMk id="7" creationId="{00C54257-88FB-DD72-1EFE-0FA3E54F4F38}"/>
          </ac:spMkLst>
        </pc:spChg>
        <pc:spChg chg="add del">
          <ac:chgData name="Bhawani Shankar Sahu" userId="e5f9bc2e-d4bb-415b-bd8a-e25372d6a074" providerId="ADAL" clId="{F8F74124-2529-4AB7-B071-FDCB29D46169}" dt="2026-03-06T06:40:18.415" v="802" actId="478"/>
          <ac:spMkLst>
            <pc:docMk/>
            <pc:sldMk cId="4084076256" sldId="530"/>
            <ac:spMk id="8" creationId="{9E26D548-723D-AF67-6382-DFF793C809BB}"/>
          </ac:spMkLst>
        </pc:spChg>
        <pc:spChg chg="del">
          <ac:chgData name="Bhawani Shankar Sahu" userId="e5f9bc2e-d4bb-415b-bd8a-e25372d6a074" providerId="ADAL" clId="{F8F74124-2529-4AB7-B071-FDCB29D46169}" dt="2026-03-06T06:38:29.734" v="789" actId="478"/>
          <ac:spMkLst>
            <pc:docMk/>
            <pc:sldMk cId="4084076256" sldId="530"/>
            <ac:spMk id="12" creationId="{3E748386-0F41-E89C-5E36-4CEC8BA5E821}"/>
          </ac:spMkLst>
        </pc:spChg>
        <pc:picChg chg="add mod modCrop">
          <ac:chgData name="Bhawani Shankar Sahu" userId="e5f9bc2e-d4bb-415b-bd8a-e25372d6a074" providerId="ADAL" clId="{F8F74124-2529-4AB7-B071-FDCB29D46169}" dt="2026-03-06T06:40:47.572" v="810" actId="1076"/>
          <ac:picMkLst>
            <pc:docMk/>
            <pc:sldMk cId="4084076256" sldId="530"/>
            <ac:picMk id="13" creationId="{8185BE5C-DE81-84C5-2D0D-B9D05C3D5AB2}"/>
          </ac:picMkLst>
        </pc:picChg>
      </pc:sldChg>
      <pc:sldChg chg="addSp delSp modSp add mod modNotesTx">
        <pc:chgData name="Bhawani Shankar Sahu" userId="e5f9bc2e-d4bb-415b-bd8a-e25372d6a074" providerId="ADAL" clId="{F8F74124-2529-4AB7-B071-FDCB29D46169}" dt="2026-03-06T08:14:22.151" v="1160" actId="12"/>
        <pc:sldMkLst>
          <pc:docMk/>
          <pc:sldMk cId="2031654947" sldId="531"/>
        </pc:sldMkLst>
        <pc:spChg chg="del">
          <ac:chgData name="Bhawani Shankar Sahu" userId="e5f9bc2e-d4bb-415b-bd8a-e25372d6a074" providerId="ADAL" clId="{F8F74124-2529-4AB7-B071-FDCB29D46169}" dt="2026-03-06T08:11:04.129" v="1118" actId="478"/>
          <ac:spMkLst>
            <pc:docMk/>
            <pc:sldMk cId="2031654947" sldId="531"/>
            <ac:spMk id="2" creationId="{87ADE9A6-D847-B038-9B66-7C7C944449DC}"/>
          </ac:spMkLst>
        </pc:spChg>
        <pc:spChg chg="mod">
          <ac:chgData name="Bhawani Shankar Sahu" userId="e5f9bc2e-d4bb-415b-bd8a-e25372d6a074" providerId="ADAL" clId="{F8F74124-2529-4AB7-B071-FDCB29D46169}" dt="2026-03-06T08:10:47.964" v="1116" actId="14100"/>
          <ac:spMkLst>
            <pc:docMk/>
            <pc:sldMk cId="2031654947" sldId="531"/>
            <ac:spMk id="4" creationId="{010E9D99-67B3-A3A2-D4D7-6DB76061E70D}"/>
          </ac:spMkLst>
        </pc:spChg>
        <pc:spChg chg="add mod">
          <ac:chgData name="Bhawani Shankar Sahu" userId="e5f9bc2e-d4bb-415b-bd8a-e25372d6a074" providerId="ADAL" clId="{F8F74124-2529-4AB7-B071-FDCB29D46169}" dt="2026-03-06T08:12:02.250" v="1128" actId="14100"/>
          <ac:spMkLst>
            <pc:docMk/>
            <pc:sldMk cId="2031654947" sldId="531"/>
            <ac:spMk id="6" creationId="{74CC9839-C9C9-BED7-AAFF-632889DCA134}"/>
          </ac:spMkLst>
        </pc:spChg>
        <pc:spChg chg="del">
          <ac:chgData name="Bhawani Shankar Sahu" userId="e5f9bc2e-d4bb-415b-bd8a-e25372d6a074" providerId="ADAL" clId="{F8F74124-2529-4AB7-B071-FDCB29D46169}" dt="2026-03-06T08:11:01.552" v="1117" actId="478"/>
          <ac:spMkLst>
            <pc:docMk/>
            <pc:sldMk cId="2031654947" sldId="531"/>
            <ac:spMk id="12" creationId="{320477FC-C105-4A6D-EF80-08BEB4B04D15}"/>
          </ac:spMkLst>
        </pc:spChg>
        <pc:grpChg chg="del">
          <ac:chgData name="Bhawani Shankar Sahu" userId="e5f9bc2e-d4bb-415b-bd8a-e25372d6a074" providerId="ADAL" clId="{F8F74124-2529-4AB7-B071-FDCB29D46169}" dt="2026-03-06T08:13:02.097" v="1140" actId="478"/>
          <ac:grpSpMkLst>
            <pc:docMk/>
            <pc:sldMk cId="2031654947" sldId="531"/>
            <ac:grpSpMk id="5" creationId="{1ADC46F3-7DF1-58CE-0FEE-BE157FD78FCE}"/>
          </ac:grpSpMkLst>
        </pc:grpChg>
        <pc:graphicFrameChg chg="add mod modGraphic">
          <ac:chgData name="Bhawani Shankar Sahu" userId="e5f9bc2e-d4bb-415b-bd8a-e25372d6a074" providerId="ADAL" clId="{F8F74124-2529-4AB7-B071-FDCB29D46169}" dt="2026-03-06T08:13:19.246" v="1151"/>
          <ac:graphicFrameMkLst>
            <pc:docMk/>
            <pc:sldMk cId="2031654947" sldId="531"/>
            <ac:graphicFrameMk id="8" creationId="{E8C32F7C-7367-1737-217B-F938F6683EF3}"/>
          </ac:graphicFrameMkLst>
        </pc:graphicFrameChg>
      </pc:sldChg>
      <pc:sldChg chg="addSp delSp modSp add mod modNotesTx">
        <pc:chgData name="Bhawani Shankar Sahu" userId="e5f9bc2e-d4bb-415b-bd8a-e25372d6a074" providerId="ADAL" clId="{F8F74124-2529-4AB7-B071-FDCB29D46169}" dt="2026-03-06T08:25:45.625" v="1210" actId="14100"/>
        <pc:sldMkLst>
          <pc:docMk/>
          <pc:sldMk cId="1801123366" sldId="532"/>
        </pc:sldMkLst>
        <pc:spChg chg="del">
          <ac:chgData name="Bhawani Shankar Sahu" userId="e5f9bc2e-d4bb-415b-bd8a-e25372d6a074" providerId="ADAL" clId="{F8F74124-2529-4AB7-B071-FDCB29D46169}" dt="2026-03-06T08:15:10.213" v="1169" actId="478"/>
          <ac:spMkLst>
            <pc:docMk/>
            <pc:sldMk cId="1801123366" sldId="532"/>
            <ac:spMk id="2" creationId="{46F2094B-3254-E223-CF33-73E54C781983}"/>
          </ac:spMkLst>
        </pc:spChg>
        <pc:spChg chg="mod">
          <ac:chgData name="Bhawani Shankar Sahu" userId="e5f9bc2e-d4bb-415b-bd8a-e25372d6a074" providerId="ADAL" clId="{F8F74124-2529-4AB7-B071-FDCB29D46169}" dt="2026-03-06T08:14:50.264" v="1167" actId="20577"/>
          <ac:spMkLst>
            <pc:docMk/>
            <pc:sldMk cId="1801123366" sldId="532"/>
            <ac:spMk id="4" creationId="{2D046373-F109-26C9-8476-6E8AF2DE7651}"/>
          </ac:spMkLst>
        </pc:spChg>
        <pc:spChg chg="add mod">
          <ac:chgData name="Bhawani Shankar Sahu" userId="e5f9bc2e-d4bb-415b-bd8a-e25372d6a074" providerId="ADAL" clId="{F8F74124-2529-4AB7-B071-FDCB29D46169}" dt="2026-03-06T08:15:42.979" v="1177" actId="21"/>
          <ac:spMkLst>
            <pc:docMk/>
            <pc:sldMk cId="1801123366" sldId="532"/>
            <ac:spMk id="6" creationId="{001926D5-8F46-8289-C75B-29F362783964}"/>
          </ac:spMkLst>
        </pc:spChg>
        <pc:spChg chg="mod">
          <ac:chgData name="Bhawani Shankar Sahu" userId="e5f9bc2e-d4bb-415b-bd8a-e25372d6a074" providerId="ADAL" clId="{F8F74124-2529-4AB7-B071-FDCB29D46169}" dt="2026-03-06T08:14:54.210" v="1168"/>
          <ac:spMkLst>
            <pc:docMk/>
            <pc:sldMk cId="1801123366" sldId="532"/>
            <ac:spMk id="12" creationId="{8B126EA1-8DA5-5476-27DA-D67475540A00}"/>
          </ac:spMkLst>
        </pc:spChg>
        <pc:grpChg chg="del">
          <ac:chgData name="Bhawani Shankar Sahu" userId="e5f9bc2e-d4bb-415b-bd8a-e25372d6a074" providerId="ADAL" clId="{F8F74124-2529-4AB7-B071-FDCB29D46169}" dt="2026-03-06T08:16:54.303" v="1195" actId="478"/>
          <ac:grpSpMkLst>
            <pc:docMk/>
            <pc:sldMk cId="1801123366" sldId="532"/>
            <ac:grpSpMk id="5" creationId="{989D18A0-932A-AB62-79B9-02DDFED3C8B7}"/>
          </ac:grpSpMkLst>
        </pc:grpChg>
        <pc:graphicFrameChg chg="add mod modGraphic">
          <ac:chgData name="Bhawani Shankar Sahu" userId="e5f9bc2e-d4bb-415b-bd8a-e25372d6a074" providerId="ADAL" clId="{F8F74124-2529-4AB7-B071-FDCB29D46169}" dt="2026-03-06T08:25:45.625" v="1210" actId="14100"/>
          <ac:graphicFrameMkLst>
            <pc:docMk/>
            <pc:sldMk cId="1801123366" sldId="532"/>
            <ac:graphicFrameMk id="8" creationId="{B4F8F7A3-6A83-9A1B-813B-20C2B811EDAA}"/>
          </ac:graphicFrameMkLst>
        </pc:graphicFrameChg>
        <pc:picChg chg="add mod">
          <ac:chgData name="Bhawani Shankar Sahu" userId="e5f9bc2e-d4bb-415b-bd8a-e25372d6a074" providerId="ADAL" clId="{F8F74124-2529-4AB7-B071-FDCB29D46169}" dt="2026-03-06T08:25:23.659" v="1208" actId="1076"/>
          <ac:picMkLst>
            <pc:docMk/>
            <pc:sldMk cId="1801123366" sldId="532"/>
            <ac:picMk id="13" creationId="{D79CB8FE-D5B6-EFC4-E5AE-B80CC0361F57}"/>
          </ac:picMkLst>
        </pc:picChg>
      </pc:sldChg>
      <pc:sldChg chg="addSp delSp modSp add mod modNotesTx">
        <pc:chgData name="Bhawani Shankar Sahu" userId="e5f9bc2e-d4bb-415b-bd8a-e25372d6a074" providerId="ADAL" clId="{F8F74124-2529-4AB7-B071-FDCB29D46169}" dt="2026-03-06T07:36:12.736" v="976" actId="15"/>
        <pc:sldMkLst>
          <pc:docMk/>
          <pc:sldMk cId="2524352177" sldId="533"/>
        </pc:sldMkLst>
        <pc:spChg chg="del">
          <ac:chgData name="Bhawani Shankar Sahu" userId="e5f9bc2e-d4bb-415b-bd8a-e25372d6a074" providerId="ADAL" clId="{F8F74124-2529-4AB7-B071-FDCB29D46169}" dt="2026-03-06T07:00:13.436" v="909" actId="478"/>
          <ac:spMkLst>
            <pc:docMk/>
            <pc:sldMk cId="2524352177" sldId="533"/>
            <ac:spMk id="2" creationId="{03681B43-D10F-DF4C-B0C2-F3DC5EFCD61D}"/>
          </ac:spMkLst>
        </pc:spChg>
        <pc:spChg chg="mod">
          <ac:chgData name="Bhawani Shankar Sahu" userId="e5f9bc2e-d4bb-415b-bd8a-e25372d6a074" providerId="ADAL" clId="{F8F74124-2529-4AB7-B071-FDCB29D46169}" dt="2026-03-06T06:59:46.673" v="908"/>
          <ac:spMkLst>
            <pc:docMk/>
            <pc:sldMk cId="2524352177" sldId="533"/>
            <ac:spMk id="4" creationId="{35AE4448-822E-013A-966C-DA50A722604A}"/>
          </ac:spMkLst>
        </pc:spChg>
        <pc:spChg chg="add mod">
          <ac:chgData name="Bhawani Shankar Sahu" userId="e5f9bc2e-d4bb-415b-bd8a-e25372d6a074" providerId="ADAL" clId="{F8F74124-2529-4AB7-B071-FDCB29D46169}" dt="2026-03-06T07:01:22.405" v="928" actId="948"/>
          <ac:spMkLst>
            <pc:docMk/>
            <pc:sldMk cId="2524352177" sldId="533"/>
            <ac:spMk id="6" creationId="{D3C92040-D3F0-66ED-52E6-DE55648D0CDB}"/>
          </ac:spMkLst>
        </pc:spChg>
        <pc:spChg chg="add mod">
          <ac:chgData name="Bhawani Shankar Sahu" userId="e5f9bc2e-d4bb-415b-bd8a-e25372d6a074" providerId="ADAL" clId="{F8F74124-2529-4AB7-B071-FDCB29D46169}" dt="2026-03-06T07:03:12.092" v="949" actId="948"/>
          <ac:spMkLst>
            <pc:docMk/>
            <pc:sldMk cId="2524352177" sldId="533"/>
            <ac:spMk id="11" creationId="{7A5BB3F6-323D-3FA7-F32E-55030B84E606}"/>
          </ac:spMkLst>
        </pc:spChg>
        <pc:spChg chg="mod">
          <ac:chgData name="Bhawani Shankar Sahu" userId="e5f9bc2e-d4bb-415b-bd8a-e25372d6a074" providerId="ADAL" clId="{F8F74124-2529-4AB7-B071-FDCB29D46169}" dt="2026-03-06T06:59:38.673" v="907"/>
          <ac:spMkLst>
            <pc:docMk/>
            <pc:sldMk cId="2524352177" sldId="533"/>
            <ac:spMk id="12" creationId="{65066883-647C-66E0-D618-DDC8BF1B6185}"/>
          </ac:spMkLst>
        </pc:spChg>
        <pc:grpChg chg="del">
          <ac:chgData name="Bhawani Shankar Sahu" userId="e5f9bc2e-d4bb-415b-bd8a-e25372d6a074" providerId="ADAL" clId="{F8F74124-2529-4AB7-B071-FDCB29D46169}" dt="2026-03-06T07:02:33.166" v="944" actId="478"/>
          <ac:grpSpMkLst>
            <pc:docMk/>
            <pc:sldMk cId="2524352177" sldId="533"/>
            <ac:grpSpMk id="5" creationId="{D3725B32-B44B-C402-6E89-91DF024AB8AF}"/>
          </ac:grpSpMkLst>
        </pc:grpChg>
        <pc:picChg chg="add mod">
          <ac:chgData name="Bhawani Shankar Sahu" userId="e5f9bc2e-d4bb-415b-bd8a-e25372d6a074" providerId="ADAL" clId="{F8F74124-2529-4AB7-B071-FDCB29D46169}" dt="2026-03-06T07:02:38.171" v="946" actId="1076"/>
          <ac:picMkLst>
            <pc:docMk/>
            <pc:sldMk cId="2524352177" sldId="533"/>
            <ac:picMk id="14" creationId="{2F41F694-602E-246A-947B-ED9F963BC284}"/>
          </ac:picMkLst>
        </pc:picChg>
      </pc:sldChg>
      <pc:sldChg chg="addSp delSp modSp add mod modNotesTx">
        <pc:chgData name="Bhawani Shankar Sahu" userId="e5f9bc2e-d4bb-415b-bd8a-e25372d6a074" providerId="ADAL" clId="{F8F74124-2529-4AB7-B071-FDCB29D46169}" dt="2026-03-06T07:49:07.495" v="1046" actId="20577"/>
        <pc:sldMkLst>
          <pc:docMk/>
          <pc:sldMk cId="3890078335" sldId="534"/>
        </pc:sldMkLst>
        <pc:spChg chg="del">
          <ac:chgData name="Bhawani Shankar Sahu" userId="e5f9bc2e-d4bb-415b-bd8a-e25372d6a074" providerId="ADAL" clId="{F8F74124-2529-4AB7-B071-FDCB29D46169}" dt="2026-03-06T07:37:06.715" v="979" actId="478"/>
          <ac:spMkLst>
            <pc:docMk/>
            <pc:sldMk cId="3890078335" sldId="534"/>
            <ac:spMk id="2" creationId="{F5CABBD2-6D43-1417-2A8F-0093A6CF554E}"/>
          </ac:spMkLst>
        </pc:spChg>
        <pc:spChg chg="mod">
          <ac:chgData name="Bhawani Shankar Sahu" userId="e5f9bc2e-d4bb-415b-bd8a-e25372d6a074" providerId="ADAL" clId="{F8F74124-2529-4AB7-B071-FDCB29D46169}" dt="2026-03-06T07:36:47.072" v="978"/>
          <ac:spMkLst>
            <pc:docMk/>
            <pc:sldMk cId="3890078335" sldId="534"/>
            <ac:spMk id="4" creationId="{4FCFBE52-1689-6008-CB0D-8AC35FCDD6B2}"/>
          </ac:spMkLst>
        </pc:spChg>
        <pc:spChg chg="add mod">
          <ac:chgData name="Bhawani Shankar Sahu" userId="e5f9bc2e-d4bb-415b-bd8a-e25372d6a074" providerId="ADAL" clId="{F8F74124-2529-4AB7-B071-FDCB29D46169}" dt="2026-03-06T07:38:26.209" v="1005" actId="2711"/>
          <ac:spMkLst>
            <pc:docMk/>
            <pc:sldMk cId="3890078335" sldId="534"/>
            <ac:spMk id="6" creationId="{391B8D5E-83C1-A0D0-FA4F-F1D41751F526}"/>
          </ac:spMkLst>
        </pc:spChg>
        <pc:spChg chg="add mod">
          <ac:chgData name="Bhawani Shankar Sahu" userId="e5f9bc2e-d4bb-415b-bd8a-e25372d6a074" providerId="ADAL" clId="{F8F74124-2529-4AB7-B071-FDCB29D46169}" dt="2026-03-06T07:46:09.538" v="1042" actId="14100"/>
          <ac:spMkLst>
            <pc:docMk/>
            <pc:sldMk cId="3890078335" sldId="534"/>
            <ac:spMk id="11" creationId="{8EE847E9-3D9A-89B0-8871-CEFA8AB5C775}"/>
          </ac:spMkLst>
        </pc:spChg>
        <pc:spChg chg="mod">
          <ac:chgData name="Bhawani Shankar Sahu" userId="e5f9bc2e-d4bb-415b-bd8a-e25372d6a074" providerId="ADAL" clId="{F8F74124-2529-4AB7-B071-FDCB29D46169}" dt="2026-03-06T07:36:37.649" v="977"/>
          <ac:spMkLst>
            <pc:docMk/>
            <pc:sldMk cId="3890078335" sldId="534"/>
            <ac:spMk id="12" creationId="{F0E66DA2-3A3F-E931-74FE-C84FB387D2E3}"/>
          </ac:spMkLst>
        </pc:spChg>
        <pc:grpChg chg="del">
          <ac:chgData name="Bhawani Shankar Sahu" userId="e5f9bc2e-d4bb-415b-bd8a-e25372d6a074" providerId="ADAL" clId="{F8F74124-2529-4AB7-B071-FDCB29D46169}" dt="2026-03-06T07:40:35.219" v="1022" actId="478"/>
          <ac:grpSpMkLst>
            <pc:docMk/>
            <pc:sldMk cId="3890078335" sldId="534"/>
            <ac:grpSpMk id="5" creationId="{72BFA5D0-08B5-A406-91DE-DF67336AFFB8}"/>
          </ac:grpSpMkLst>
        </pc:grpChg>
        <pc:picChg chg="add mod">
          <ac:chgData name="Bhawani Shankar Sahu" userId="e5f9bc2e-d4bb-415b-bd8a-e25372d6a074" providerId="ADAL" clId="{F8F74124-2529-4AB7-B071-FDCB29D46169}" dt="2026-03-06T07:46:00.040" v="1041" actId="1036"/>
          <ac:picMkLst>
            <pc:docMk/>
            <pc:sldMk cId="3890078335" sldId="534"/>
            <ac:picMk id="14" creationId="{BF480216-2120-459D-106A-51F460D4826F}"/>
          </ac:picMkLst>
        </pc:picChg>
      </pc:sldChg>
      <pc:sldChg chg="addSp delSp modSp add mod modNotesTx">
        <pc:chgData name="Bhawani Shankar Sahu" userId="e5f9bc2e-d4bb-415b-bd8a-e25372d6a074" providerId="ADAL" clId="{F8F74124-2529-4AB7-B071-FDCB29D46169}" dt="2026-03-06T08:10:01.794" v="1114" actId="20577"/>
        <pc:sldMkLst>
          <pc:docMk/>
          <pc:sldMk cId="3441276825" sldId="535"/>
        </pc:sldMkLst>
        <pc:spChg chg="del">
          <ac:chgData name="Bhawani Shankar Sahu" userId="e5f9bc2e-d4bb-415b-bd8a-e25372d6a074" providerId="ADAL" clId="{F8F74124-2529-4AB7-B071-FDCB29D46169}" dt="2026-03-06T08:04:53.903" v="1052" actId="478"/>
          <ac:spMkLst>
            <pc:docMk/>
            <pc:sldMk cId="3441276825" sldId="535"/>
            <ac:spMk id="2" creationId="{014BFB0A-967E-B515-150C-9EE13ECE0646}"/>
          </ac:spMkLst>
        </pc:spChg>
        <pc:spChg chg="add mod">
          <ac:chgData name="Bhawani Shankar Sahu" userId="e5f9bc2e-d4bb-415b-bd8a-e25372d6a074" providerId="ADAL" clId="{F8F74124-2529-4AB7-B071-FDCB29D46169}" dt="2026-03-06T08:04:03.790" v="1049"/>
          <ac:spMkLst>
            <pc:docMk/>
            <pc:sldMk cId="3441276825" sldId="535"/>
            <ac:spMk id="3" creationId="{75B1B514-F749-EB22-7E62-2043D9057D58}"/>
          </ac:spMkLst>
        </pc:spChg>
        <pc:spChg chg="del">
          <ac:chgData name="Bhawani Shankar Sahu" userId="e5f9bc2e-d4bb-415b-bd8a-e25372d6a074" providerId="ADAL" clId="{F8F74124-2529-4AB7-B071-FDCB29D46169}" dt="2026-03-06T08:04:15.259" v="1050" actId="478"/>
          <ac:spMkLst>
            <pc:docMk/>
            <pc:sldMk cId="3441276825" sldId="535"/>
            <ac:spMk id="4" creationId="{6A884F32-91C0-2446-2D03-24AC9C109706}"/>
          </ac:spMkLst>
        </pc:spChg>
        <pc:spChg chg="add mod">
          <ac:chgData name="Bhawani Shankar Sahu" userId="e5f9bc2e-d4bb-415b-bd8a-e25372d6a074" providerId="ADAL" clId="{F8F74124-2529-4AB7-B071-FDCB29D46169}" dt="2026-03-06T08:04:21.482" v="1051"/>
          <ac:spMkLst>
            <pc:docMk/>
            <pc:sldMk cId="3441276825" sldId="535"/>
            <ac:spMk id="6" creationId="{72182602-3094-D5CF-4B0E-1E23553BBC44}"/>
          </ac:spMkLst>
        </pc:spChg>
        <pc:spChg chg="add mod">
          <ac:chgData name="Bhawani Shankar Sahu" userId="e5f9bc2e-d4bb-415b-bd8a-e25372d6a074" providerId="ADAL" clId="{F8F74124-2529-4AB7-B071-FDCB29D46169}" dt="2026-03-06T08:05:39.524" v="1068" actId="948"/>
          <ac:spMkLst>
            <pc:docMk/>
            <pc:sldMk cId="3441276825" sldId="535"/>
            <ac:spMk id="11" creationId="{705959A0-043A-589C-C020-EE806EDFBB78}"/>
          </ac:spMkLst>
        </pc:spChg>
        <pc:spChg chg="mod">
          <ac:chgData name="Bhawani Shankar Sahu" userId="e5f9bc2e-d4bb-415b-bd8a-e25372d6a074" providerId="ADAL" clId="{F8F74124-2529-4AB7-B071-FDCB29D46169}" dt="2026-03-06T08:03:52.331" v="1048"/>
          <ac:spMkLst>
            <pc:docMk/>
            <pc:sldMk cId="3441276825" sldId="535"/>
            <ac:spMk id="12" creationId="{CDE6FB30-A735-7E07-9321-6ED345D67BFD}"/>
          </ac:spMkLst>
        </pc:spChg>
        <pc:spChg chg="add mod">
          <ac:chgData name="Bhawani Shankar Sahu" userId="e5f9bc2e-d4bb-415b-bd8a-e25372d6a074" providerId="ADAL" clId="{F8F74124-2529-4AB7-B071-FDCB29D46169}" dt="2026-03-06T08:08:29.585" v="1098" actId="20577"/>
          <ac:spMkLst>
            <pc:docMk/>
            <pc:sldMk cId="3441276825" sldId="535"/>
            <ac:spMk id="14" creationId="{E17B6621-FB72-1831-F7AB-5B5EE61A32F2}"/>
          </ac:spMkLst>
        </pc:spChg>
        <pc:grpChg chg="del">
          <ac:chgData name="Bhawani Shankar Sahu" userId="e5f9bc2e-d4bb-415b-bd8a-e25372d6a074" providerId="ADAL" clId="{F8F74124-2529-4AB7-B071-FDCB29D46169}" dt="2026-03-06T08:08:42.080" v="1104" actId="478"/>
          <ac:grpSpMkLst>
            <pc:docMk/>
            <pc:sldMk cId="3441276825" sldId="535"/>
            <ac:grpSpMk id="5" creationId="{EEB19164-A138-7541-C5C4-73BB0516D998}"/>
          </ac:grpSpMkLst>
        </pc:grpChg>
        <pc:picChg chg="add mod">
          <ac:chgData name="Bhawani Shankar Sahu" userId="e5f9bc2e-d4bb-415b-bd8a-e25372d6a074" providerId="ADAL" clId="{F8F74124-2529-4AB7-B071-FDCB29D46169}" dt="2026-03-06T08:08:40.200" v="1103" actId="1076"/>
          <ac:picMkLst>
            <pc:docMk/>
            <pc:sldMk cId="3441276825" sldId="535"/>
            <ac:picMk id="16" creationId="{5094B7D4-D524-663C-D56B-6E3967CE4B9A}"/>
          </ac:picMkLst>
        </pc:picChg>
      </pc:sldChg>
      <pc:sldChg chg="addSp delSp modSp add mod modNotesTx">
        <pc:chgData name="Bhawani Shankar Sahu" userId="e5f9bc2e-d4bb-415b-bd8a-e25372d6a074" providerId="ADAL" clId="{F8F74124-2529-4AB7-B071-FDCB29D46169}" dt="2026-03-06T06:58:33.746" v="905" actId="12"/>
        <pc:sldMkLst>
          <pc:docMk/>
          <pc:sldMk cId="2075024220" sldId="536"/>
        </pc:sldMkLst>
        <pc:spChg chg="mod">
          <ac:chgData name="Bhawani Shankar Sahu" userId="e5f9bc2e-d4bb-415b-bd8a-e25372d6a074" providerId="ADAL" clId="{F8F74124-2529-4AB7-B071-FDCB29D46169}" dt="2026-03-06T06:57:07.004" v="898" actId="1076"/>
          <ac:spMkLst>
            <pc:docMk/>
            <pc:sldMk cId="2075024220" sldId="536"/>
            <ac:spMk id="6" creationId="{6E739250-42A5-F593-03E0-FE162A044DF6}"/>
          </ac:spMkLst>
        </pc:spChg>
        <pc:grpChg chg="del">
          <ac:chgData name="Bhawani Shankar Sahu" userId="e5f9bc2e-d4bb-415b-bd8a-e25372d6a074" providerId="ADAL" clId="{F8F74124-2529-4AB7-B071-FDCB29D46169}" dt="2026-03-06T06:56:57.955" v="897" actId="478"/>
          <ac:grpSpMkLst>
            <pc:docMk/>
            <pc:sldMk cId="2075024220" sldId="536"/>
            <ac:grpSpMk id="5" creationId="{95E9031B-8FEA-EA8A-60F8-962459389827}"/>
          </ac:grpSpMkLst>
        </pc:grpChg>
        <pc:picChg chg="add mod">
          <ac:chgData name="Bhawani Shankar Sahu" userId="e5f9bc2e-d4bb-415b-bd8a-e25372d6a074" providerId="ADAL" clId="{F8F74124-2529-4AB7-B071-FDCB29D46169}" dt="2026-03-06T06:56:15.878" v="880" actId="1076"/>
          <ac:picMkLst>
            <pc:docMk/>
            <pc:sldMk cId="2075024220" sldId="536"/>
            <ac:picMk id="3" creationId="{D3F01375-8FAC-86F7-02EB-2ED536CB4827}"/>
          </ac:picMkLst>
        </pc:picChg>
      </pc:sldChg>
      <pc:sldChg chg="addSp delSp modSp add mod modNotesTx">
        <pc:chgData name="Bhawani Shankar Sahu" userId="e5f9bc2e-d4bb-415b-bd8a-e25372d6a074" providerId="ADAL" clId="{F8F74124-2529-4AB7-B071-FDCB29D46169}" dt="2026-03-06T08:35:14.844" v="1269" actId="20577"/>
        <pc:sldMkLst>
          <pc:docMk/>
          <pc:sldMk cId="1323138362" sldId="537"/>
        </pc:sldMkLst>
        <pc:spChg chg="del">
          <ac:chgData name="Bhawani Shankar Sahu" userId="e5f9bc2e-d4bb-415b-bd8a-e25372d6a074" providerId="ADAL" clId="{F8F74124-2529-4AB7-B071-FDCB29D46169}" dt="2026-03-06T08:27:31.963" v="1215" actId="478"/>
          <ac:spMkLst>
            <pc:docMk/>
            <pc:sldMk cId="1323138362" sldId="537"/>
            <ac:spMk id="2" creationId="{B87CCE1C-CCA5-CE15-244B-0AFA061DF464}"/>
          </ac:spMkLst>
        </pc:spChg>
        <pc:spChg chg="add mod">
          <ac:chgData name="Bhawani Shankar Sahu" userId="e5f9bc2e-d4bb-415b-bd8a-e25372d6a074" providerId="ADAL" clId="{F8F74124-2529-4AB7-B071-FDCB29D46169}" dt="2026-03-06T08:27:11.769" v="1214"/>
          <ac:spMkLst>
            <pc:docMk/>
            <pc:sldMk cId="1323138362" sldId="537"/>
            <ac:spMk id="3" creationId="{6164291F-B3DF-3E78-78A3-E8A1B400F8CC}"/>
          </ac:spMkLst>
        </pc:spChg>
        <pc:spChg chg="del mod">
          <ac:chgData name="Bhawani Shankar Sahu" userId="e5f9bc2e-d4bb-415b-bd8a-e25372d6a074" providerId="ADAL" clId="{F8F74124-2529-4AB7-B071-FDCB29D46169}" dt="2026-03-06T08:27:05.039" v="1213" actId="478"/>
          <ac:spMkLst>
            <pc:docMk/>
            <pc:sldMk cId="1323138362" sldId="537"/>
            <ac:spMk id="4" creationId="{CEFBE86D-2534-7C61-1A73-CF419B8378AB}"/>
          </ac:spMkLst>
        </pc:spChg>
        <pc:spChg chg="mod">
          <ac:chgData name="Bhawani Shankar Sahu" userId="e5f9bc2e-d4bb-415b-bd8a-e25372d6a074" providerId="ADAL" clId="{F8F74124-2529-4AB7-B071-FDCB29D46169}" dt="2026-03-06T08:34:17.703" v="1262"/>
          <ac:spMkLst>
            <pc:docMk/>
            <pc:sldMk cId="1323138362" sldId="537"/>
            <ac:spMk id="7" creationId="{17A4E9DC-0A0A-5D44-A0D7-ABFD9000DEC4}"/>
          </ac:spMkLst>
        </pc:spChg>
        <pc:spChg chg="add del mod">
          <ac:chgData name="Bhawani Shankar Sahu" userId="e5f9bc2e-d4bb-415b-bd8a-e25372d6a074" providerId="ADAL" clId="{F8F74124-2529-4AB7-B071-FDCB29D46169}" dt="2026-03-06T08:32:51.276" v="1253" actId="478"/>
          <ac:spMkLst>
            <pc:docMk/>
            <pc:sldMk cId="1323138362" sldId="537"/>
            <ac:spMk id="8" creationId="{EC288B4C-3F33-6FA0-9F76-668DF454D7D9}"/>
          </ac:spMkLst>
        </pc:spChg>
        <pc:spChg chg="mod">
          <ac:chgData name="Bhawani Shankar Sahu" userId="e5f9bc2e-d4bb-415b-bd8a-e25372d6a074" providerId="ADAL" clId="{F8F74124-2529-4AB7-B071-FDCB29D46169}" dt="2026-03-06T08:27:00.066" v="1212"/>
          <ac:spMkLst>
            <pc:docMk/>
            <pc:sldMk cId="1323138362" sldId="537"/>
            <ac:spMk id="12" creationId="{851FC747-C104-4BDF-2342-C001DA3DD56F}"/>
          </ac:spMkLst>
        </pc:spChg>
        <pc:spChg chg="add mod">
          <ac:chgData name="Bhawani Shankar Sahu" userId="e5f9bc2e-d4bb-415b-bd8a-e25372d6a074" providerId="ADAL" clId="{F8F74124-2529-4AB7-B071-FDCB29D46169}" dt="2026-03-06T08:34:24.242" v="1264" actId="12"/>
          <ac:spMkLst>
            <pc:docMk/>
            <pc:sldMk cId="1323138362" sldId="537"/>
            <ac:spMk id="15" creationId="{1280855C-55F8-03B0-F7F5-8E32401F6732}"/>
          </ac:spMkLst>
        </pc:spChg>
        <pc:graphicFrameChg chg="add del mod modGraphic">
          <ac:chgData name="Bhawani Shankar Sahu" userId="e5f9bc2e-d4bb-415b-bd8a-e25372d6a074" providerId="ADAL" clId="{F8F74124-2529-4AB7-B071-FDCB29D46169}" dt="2026-03-06T08:28:59.132" v="1224" actId="478"/>
          <ac:graphicFrameMkLst>
            <pc:docMk/>
            <pc:sldMk cId="1323138362" sldId="537"/>
            <ac:graphicFrameMk id="11" creationId="{CFD21F58-7627-7F9F-FF8D-AD47ED0F109A}"/>
          </ac:graphicFrameMkLst>
        </pc:graphicFrameChg>
        <pc:graphicFrameChg chg="add mod modGraphic">
          <ac:chgData name="Bhawani Shankar Sahu" userId="e5f9bc2e-d4bb-415b-bd8a-e25372d6a074" providerId="ADAL" clId="{F8F74124-2529-4AB7-B071-FDCB29D46169}" dt="2026-03-06T08:33:42.342" v="1255" actId="1076"/>
          <ac:graphicFrameMkLst>
            <pc:docMk/>
            <pc:sldMk cId="1323138362" sldId="537"/>
            <ac:graphicFrameMk id="13" creationId="{BCD02972-CAC6-48A7-E414-917E41EA4CBC}"/>
          </ac:graphicFrameMkLst>
        </pc:graphicFrameChg>
        <pc:picChg chg="add mod">
          <ac:chgData name="Bhawani Shankar Sahu" userId="e5f9bc2e-d4bb-415b-bd8a-e25372d6a074" providerId="ADAL" clId="{F8F74124-2529-4AB7-B071-FDCB29D46169}" dt="2026-03-06T08:34:02.190" v="1261" actId="1076"/>
          <ac:picMkLst>
            <pc:docMk/>
            <pc:sldMk cId="1323138362" sldId="537"/>
            <ac:picMk id="1026" creationId="{EDD4079A-7EE2-DF81-A74A-9379BF54D763}"/>
          </ac:picMkLst>
        </pc:picChg>
      </pc:sldChg>
      <pc:sldChg chg="new del">
        <pc:chgData name="Bhawani Shankar Sahu" userId="e5f9bc2e-d4bb-415b-bd8a-e25372d6a074" providerId="ADAL" clId="{F8F74124-2529-4AB7-B071-FDCB29D46169}" dt="2026-03-06T08:03:47.405" v="1047" actId="47"/>
        <pc:sldMkLst>
          <pc:docMk/>
          <pc:sldMk cId="2380313594" sldId="537"/>
        </pc:sldMkLst>
      </pc:sldChg>
      <pc:sldChg chg="addSp delSp modSp add mod modNotesTx">
        <pc:chgData name="Bhawani Shankar Sahu" userId="e5f9bc2e-d4bb-415b-bd8a-e25372d6a074" providerId="ADAL" clId="{F8F74124-2529-4AB7-B071-FDCB29D46169}" dt="2026-03-06T08:40:50.635" v="1303" actId="12"/>
        <pc:sldMkLst>
          <pc:docMk/>
          <pc:sldMk cId="3262855806" sldId="538"/>
        </pc:sldMkLst>
        <pc:spChg chg="del">
          <ac:chgData name="Bhawani Shankar Sahu" userId="e5f9bc2e-d4bb-415b-bd8a-e25372d6a074" providerId="ADAL" clId="{F8F74124-2529-4AB7-B071-FDCB29D46169}" dt="2026-03-06T08:36:03.825" v="1273" actId="478"/>
          <ac:spMkLst>
            <pc:docMk/>
            <pc:sldMk cId="3262855806" sldId="538"/>
            <ac:spMk id="2" creationId="{D3CAD250-BF12-7442-730D-D76C5C9A070B}"/>
          </ac:spMkLst>
        </pc:spChg>
        <pc:spChg chg="add mod">
          <ac:chgData name="Bhawani Shankar Sahu" userId="e5f9bc2e-d4bb-415b-bd8a-e25372d6a074" providerId="ADAL" clId="{F8F74124-2529-4AB7-B071-FDCB29D46169}" dt="2026-03-06T08:35:47.222" v="1272"/>
          <ac:spMkLst>
            <pc:docMk/>
            <pc:sldMk cId="3262855806" sldId="538"/>
            <ac:spMk id="3" creationId="{91FE9211-382D-29E5-1970-5B4D87A08D67}"/>
          </ac:spMkLst>
        </pc:spChg>
        <pc:spChg chg="del">
          <ac:chgData name="Bhawani Shankar Sahu" userId="e5f9bc2e-d4bb-415b-bd8a-e25372d6a074" providerId="ADAL" clId="{F8F74124-2529-4AB7-B071-FDCB29D46169}" dt="2026-03-06T08:35:46.718" v="1271" actId="478"/>
          <ac:spMkLst>
            <pc:docMk/>
            <pc:sldMk cId="3262855806" sldId="538"/>
            <ac:spMk id="4" creationId="{D2642F1D-2C09-6D47-6A23-02C606F26AD1}"/>
          </ac:spMkLst>
        </pc:spChg>
        <pc:spChg chg="add mod">
          <ac:chgData name="Bhawani Shankar Sahu" userId="e5f9bc2e-d4bb-415b-bd8a-e25372d6a074" providerId="ADAL" clId="{F8F74124-2529-4AB7-B071-FDCB29D46169}" dt="2026-03-06T08:39:33.165" v="1292" actId="20577"/>
          <ac:spMkLst>
            <pc:docMk/>
            <pc:sldMk cId="3262855806" sldId="538"/>
            <ac:spMk id="8" creationId="{0C59C7A3-D17F-E272-B98C-A53A62755E35}"/>
          </ac:spMkLst>
        </pc:spChg>
        <pc:spChg chg="mod">
          <ac:chgData name="Bhawani Shankar Sahu" userId="e5f9bc2e-d4bb-415b-bd8a-e25372d6a074" providerId="ADAL" clId="{F8F74124-2529-4AB7-B071-FDCB29D46169}" dt="2026-03-06T08:35:37.774" v="1270"/>
          <ac:spMkLst>
            <pc:docMk/>
            <pc:sldMk cId="3262855806" sldId="538"/>
            <ac:spMk id="12" creationId="{0D8BB008-0342-DED8-BFBE-6154C573244D}"/>
          </ac:spMkLst>
        </pc:spChg>
        <pc:grpChg chg="del">
          <ac:chgData name="Bhawani Shankar Sahu" userId="e5f9bc2e-d4bb-415b-bd8a-e25372d6a074" providerId="ADAL" clId="{F8F74124-2529-4AB7-B071-FDCB29D46169}" dt="2026-03-06T08:39:46.776" v="1293" actId="478"/>
          <ac:grpSpMkLst>
            <pc:docMk/>
            <pc:sldMk cId="3262855806" sldId="538"/>
            <ac:grpSpMk id="5" creationId="{32503E5C-4966-238A-42F4-866B9D8871DD}"/>
          </ac:grpSpMkLst>
        </pc:grpChg>
        <pc:picChg chg="add mod">
          <ac:chgData name="Bhawani Shankar Sahu" userId="e5f9bc2e-d4bb-415b-bd8a-e25372d6a074" providerId="ADAL" clId="{F8F74124-2529-4AB7-B071-FDCB29D46169}" dt="2026-03-06T08:38:45.145" v="1280" actId="1076"/>
          <ac:picMkLst>
            <pc:docMk/>
            <pc:sldMk cId="3262855806" sldId="538"/>
            <ac:picMk id="13" creationId="{5D69630B-DA96-C000-D105-27967442E3F8}"/>
          </ac:picMkLst>
        </pc:picChg>
      </pc:sldChg>
      <pc:sldChg chg="addSp delSp modSp add mod modNotesTx">
        <pc:chgData name="Bhawani Shankar Sahu" userId="e5f9bc2e-d4bb-415b-bd8a-e25372d6a074" providerId="ADAL" clId="{F8F74124-2529-4AB7-B071-FDCB29D46169}" dt="2026-03-06T08:45:23.169" v="1354" actId="12"/>
        <pc:sldMkLst>
          <pc:docMk/>
          <pc:sldMk cId="1383191235" sldId="539"/>
        </pc:sldMkLst>
        <pc:spChg chg="del">
          <ac:chgData name="Bhawani Shankar Sahu" userId="e5f9bc2e-d4bb-415b-bd8a-e25372d6a074" providerId="ADAL" clId="{F8F74124-2529-4AB7-B071-FDCB29D46169}" dt="2026-03-06T08:41:31.169" v="1305" actId="478"/>
          <ac:spMkLst>
            <pc:docMk/>
            <pc:sldMk cId="1383191235" sldId="539"/>
            <ac:spMk id="2" creationId="{A643B160-09E8-8D75-7D5D-C25A1C366876}"/>
          </ac:spMkLst>
        </pc:spChg>
        <pc:spChg chg="mod">
          <ac:chgData name="Bhawani Shankar Sahu" userId="e5f9bc2e-d4bb-415b-bd8a-e25372d6a074" providerId="ADAL" clId="{F8F74124-2529-4AB7-B071-FDCB29D46169}" dt="2026-03-06T08:41:13.862" v="1304"/>
          <ac:spMkLst>
            <pc:docMk/>
            <pc:sldMk cId="1383191235" sldId="539"/>
            <ac:spMk id="4" creationId="{44A4C076-A33C-BA18-E19C-1DF3960892C3}"/>
          </ac:spMkLst>
        </pc:spChg>
        <pc:spChg chg="add mod">
          <ac:chgData name="Bhawani Shankar Sahu" userId="e5f9bc2e-d4bb-415b-bd8a-e25372d6a074" providerId="ADAL" clId="{F8F74124-2529-4AB7-B071-FDCB29D46169}" dt="2026-03-06T08:43:34.996" v="1329" actId="14100"/>
          <ac:spMkLst>
            <pc:docMk/>
            <pc:sldMk cId="1383191235" sldId="539"/>
            <ac:spMk id="6" creationId="{FB550F8F-7FEF-6366-19E3-9D7AA862B771}"/>
          </ac:spMkLst>
        </pc:spChg>
        <pc:spChg chg="del">
          <ac:chgData name="Bhawani Shankar Sahu" userId="e5f9bc2e-d4bb-415b-bd8a-e25372d6a074" providerId="ADAL" clId="{F8F74124-2529-4AB7-B071-FDCB29D46169}" dt="2026-03-06T08:41:31.169" v="1305" actId="478"/>
          <ac:spMkLst>
            <pc:docMk/>
            <pc:sldMk cId="1383191235" sldId="539"/>
            <ac:spMk id="12" creationId="{50AF846B-9102-32A6-0A0E-4D07A30DBFC6}"/>
          </ac:spMkLst>
        </pc:spChg>
        <pc:spChg chg="add mod">
          <ac:chgData name="Bhawani Shankar Sahu" userId="e5f9bc2e-d4bb-415b-bd8a-e25372d6a074" providerId="ADAL" clId="{F8F74124-2529-4AB7-B071-FDCB29D46169}" dt="2026-03-06T08:43:53.997" v="1333" actId="1076"/>
          <ac:spMkLst>
            <pc:docMk/>
            <pc:sldMk cId="1383191235" sldId="539"/>
            <ac:spMk id="13" creationId="{A5A4E65F-A8D9-F3DC-B1B1-841E1EB6962D}"/>
          </ac:spMkLst>
        </pc:spChg>
        <pc:grpChg chg="del">
          <ac:chgData name="Bhawani Shankar Sahu" userId="e5f9bc2e-d4bb-415b-bd8a-e25372d6a074" providerId="ADAL" clId="{F8F74124-2529-4AB7-B071-FDCB29D46169}" dt="2026-03-06T08:43:50.829" v="1332" actId="478"/>
          <ac:grpSpMkLst>
            <pc:docMk/>
            <pc:sldMk cId="1383191235" sldId="539"/>
            <ac:grpSpMk id="5" creationId="{605895BF-2062-96EE-15B2-B7A88BBDD7F4}"/>
          </ac:grpSpMkLst>
        </pc:grpChg>
        <pc:graphicFrameChg chg="add mod modGraphic">
          <ac:chgData name="Bhawani Shankar Sahu" userId="e5f9bc2e-d4bb-415b-bd8a-e25372d6a074" providerId="ADAL" clId="{F8F74124-2529-4AB7-B071-FDCB29D46169}" dt="2026-03-06T08:43:46.004" v="1331" actId="1076"/>
          <ac:graphicFrameMkLst>
            <pc:docMk/>
            <pc:sldMk cId="1383191235" sldId="539"/>
            <ac:graphicFrameMk id="8" creationId="{33CED850-3724-5A71-7165-B04E2655FB84}"/>
          </ac:graphicFrameMkLst>
        </pc:graphicFrameChg>
      </pc:sldChg>
      <pc:sldChg chg="modSp add mod">
        <pc:chgData name="Bhawani Shankar Sahu" userId="e5f9bc2e-d4bb-415b-bd8a-e25372d6a074" providerId="ADAL" clId="{F8F74124-2529-4AB7-B071-FDCB29D46169}" dt="2026-03-06T08:53:18.032" v="1415" actId="14100"/>
        <pc:sldMkLst>
          <pc:docMk/>
          <pc:sldMk cId="2093487687" sldId="540"/>
        </pc:sldMkLst>
        <pc:spChg chg="mod">
          <ac:chgData name="Bhawani Shankar Sahu" userId="e5f9bc2e-d4bb-415b-bd8a-e25372d6a074" providerId="ADAL" clId="{F8F74124-2529-4AB7-B071-FDCB29D46169}" dt="2026-03-06T08:53:18.032" v="1415" actId="14100"/>
          <ac:spMkLst>
            <pc:docMk/>
            <pc:sldMk cId="2093487687" sldId="540"/>
            <ac:spMk id="14" creationId="{55467337-48C3-7B32-F990-C5DCBB00631D}"/>
          </ac:spMkLst>
        </pc:spChg>
        <pc:spChg chg="mod">
          <ac:chgData name="Bhawani Shankar Sahu" userId="e5f9bc2e-d4bb-415b-bd8a-e25372d6a074" providerId="ADAL" clId="{F8F74124-2529-4AB7-B071-FDCB29D46169}" dt="2026-03-06T08:52:56.188" v="1411" actId="113"/>
          <ac:spMkLst>
            <pc:docMk/>
            <pc:sldMk cId="2093487687" sldId="540"/>
            <ac:spMk id="17" creationId="{11E05579-DA35-B500-4044-FF2C5C4EE66C}"/>
          </ac:spMkLst>
        </pc:spChg>
      </pc:sldChg>
      <pc:sldChg chg="modSp add mod">
        <pc:chgData name="Bhawani Shankar Sahu" userId="e5f9bc2e-d4bb-415b-bd8a-e25372d6a074" providerId="ADAL" clId="{F8F74124-2529-4AB7-B071-FDCB29D46169}" dt="2026-03-06T08:54:14.065" v="1442" actId="20577"/>
        <pc:sldMkLst>
          <pc:docMk/>
          <pc:sldMk cId="974792434" sldId="541"/>
        </pc:sldMkLst>
        <pc:spChg chg="mod">
          <ac:chgData name="Bhawani Shankar Sahu" userId="e5f9bc2e-d4bb-415b-bd8a-e25372d6a074" providerId="ADAL" clId="{F8F74124-2529-4AB7-B071-FDCB29D46169}" dt="2026-03-06T08:54:14.065" v="1442" actId="20577"/>
          <ac:spMkLst>
            <pc:docMk/>
            <pc:sldMk cId="974792434" sldId="541"/>
            <ac:spMk id="14" creationId="{B1AD8CDE-921A-0832-F911-8FA59830B569}"/>
          </ac:spMkLst>
        </pc:spChg>
        <pc:spChg chg="mod">
          <ac:chgData name="Bhawani Shankar Sahu" userId="e5f9bc2e-d4bb-415b-bd8a-e25372d6a074" providerId="ADAL" clId="{F8F74124-2529-4AB7-B071-FDCB29D46169}" dt="2026-03-06T08:54:00.581" v="1431" actId="2711"/>
          <ac:spMkLst>
            <pc:docMk/>
            <pc:sldMk cId="974792434" sldId="541"/>
            <ac:spMk id="17" creationId="{AC717B6D-6836-C299-AAC7-FDE186ACC503}"/>
          </ac:spMkLst>
        </pc:spChg>
      </pc:sldChg>
      <pc:sldChg chg="modSp add mod ord">
        <pc:chgData name="Bhawani Shankar Sahu" userId="e5f9bc2e-d4bb-415b-bd8a-e25372d6a074" providerId="ADAL" clId="{F8F74124-2529-4AB7-B071-FDCB29D46169}" dt="2026-03-06T09:00:11.011" v="1477" actId="20577"/>
        <pc:sldMkLst>
          <pc:docMk/>
          <pc:sldMk cId="3027636656" sldId="542"/>
        </pc:sldMkLst>
        <pc:spChg chg="mod">
          <ac:chgData name="Bhawani Shankar Sahu" userId="e5f9bc2e-d4bb-415b-bd8a-e25372d6a074" providerId="ADAL" clId="{F8F74124-2529-4AB7-B071-FDCB29D46169}" dt="2026-03-06T09:00:11.011" v="1477" actId="20577"/>
          <ac:spMkLst>
            <pc:docMk/>
            <pc:sldMk cId="3027636656" sldId="542"/>
            <ac:spMk id="28" creationId="{3AADA8B1-6085-7D2F-186E-B2771BC698DD}"/>
          </ac:spMkLst>
        </pc:spChg>
      </pc:sldChg>
      <pc:sldChg chg="add del">
        <pc:chgData name="Bhawani Shankar Sahu" userId="e5f9bc2e-d4bb-415b-bd8a-e25372d6a074" providerId="ADAL" clId="{F8F74124-2529-4AB7-B071-FDCB29D46169}" dt="2026-03-06T08:53:22.081" v="1416" actId="47"/>
        <pc:sldMkLst>
          <pc:docMk/>
          <pc:sldMk cId="3492186790" sldId="542"/>
        </pc:sldMkLst>
      </pc:sldChg>
      <pc:sldChg chg="modSp add mod ord">
        <pc:chgData name="Bhawani Shankar Sahu" userId="e5f9bc2e-d4bb-415b-bd8a-e25372d6a074" providerId="ADAL" clId="{F8F74124-2529-4AB7-B071-FDCB29D46169}" dt="2026-03-06T09:00:23.169" v="1481" actId="20577"/>
        <pc:sldMkLst>
          <pc:docMk/>
          <pc:sldMk cId="1819975287" sldId="543"/>
        </pc:sldMkLst>
        <pc:spChg chg="mod">
          <ac:chgData name="Bhawani Shankar Sahu" userId="e5f9bc2e-d4bb-415b-bd8a-e25372d6a074" providerId="ADAL" clId="{F8F74124-2529-4AB7-B071-FDCB29D46169}" dt="2026-03-06T09:00:23.169" v="1481" actId="20577"/>
          <ac:spMkLst>
            <pc:docMk/>
            <pc:sldMk cId="1819975287" sldId="543"/>
            <ac:spMk id="28" creationId="{17616F5D-73FD-89DB-0FE7-B48AB7CA9C98}"/>
          </ac:spMkLst>
        </pc:spChg>
      </pc:sldChg>
      <pc:sldChg chg="modSp add mod">
        <pc:chgData name="Bhawani Shankar Sahu" userId="e5f9bc2e-d4bb-415b-bd8a-e25372d6a074" providerId="ADAL" clId="{F8F74124-2529-4AB7-B071-FDCB29D46169}" dt="2026-03-06T09:00:29.600" v="1482" actId="20577"/>
        <pc:sldMkLst>
          <pc:docMk/>
          <pc:sldMk cId="1001446849" sldId="544"/>
        </pc:sldMkLst>
        <pc:spChg chg="mod">
          <ac:chgData name="Bhawani Shankar Sahu" userId="e5f9bc2e-d4bb-415b-bd8a-e25372d6a074" providerId="ADAL" clId="{F8F74124-2529-4AB7-B071-FDCB29D46169}" dt="2026-03-06T09:00:29.600" v="1482" actId="20577"/>
          <ac:spMkLst>
            <pc:docMk/>
            <pc:sldMk cId="1001446849" sldId="544"/>
            <ac:spMk id="28" creationId="{2E936DAB-1D2A-E79C-FCD8-68555244E5B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D21624-3FE6-4941-A9D1-51EB366DFB96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50A364AE-F7C4-4D77-A196-9870DF231112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Good Prompt: </a:t>
          </a:r>
        </a:p>
        <a:p>
          <a:pPr>
            <a:buFont typeface="Arial" panose="020B0604020202020204" pitchFamily="34" charset="0"/>
            <a:buChar char="•"/>
          </a:pPr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# Use a list comprehension to create a list of even numbers from 1 to 20</a:t>
          </a:r>
          <a:endParaRPr lang="en-IN" sz="1800" dirty="0"/>
        </a:p>
      </dgm:t>
    </dgm:pt>
    <dgm:pt modelId="{28A2B0D9-D32E-4EAC-BCE6-F6C4C82CA577}" type="parTrans" cxnId="{A46003A6-5437-4EE9-B615-2BC38DD32F62}">
      <dgm:prSet/>
      <dgm:spPr/>
      <dgm:t>
        <a:bodyPr/>
        <a:lstStyle/>
        <a:p>
          <a:endParaRPr lang="en-IN" sz="1800"/>
        </a:p>
      </dgm:t>
    </dgm:pt>
    <dgm:pt modelId="{607869AD-B543-4150-909B-D8F4E520D4BA}" type="sibTrans" cxnId="{A46003A6-5437-4EE9-B615-2BC38DD32F62}">
      <dgm:prSet/>
      <dgm:spPr/>
      <dgm:t>
        <a:bodyPr/>
        <a:lstStyle/>
        <a:p>
          <a:endParaRPr lang="en-IN" sz="1800"/>
        </a:p>
      </dgm:t>
    </dgm:pt>
    <dgm:pt modelId="{02DB20C7-D775-4523-AC62-2D3E494F18B1}">
      <dgm:prSet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Better Prompt: </a:t>
          </a:r>
        </a:p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# Create list of even numbers 2–20 using list comprehension, then print sum</a:t>
          </a:r>
        </a:p>
      </dgm:t>
    </dgm:pt>
    <dgm:pt modelId="{58659739-8752-4538-BF74-81B2C292C0C9}" type="parTrans" cxnId="{0EBFE92A-3BF3-4B3C-9FAA-841E9C7D6205}">
      <dgm:prSet/>
      <dgm:spPr/>
      <dgm:t>
        <a:bodyPr/>
        <a:lstStyle/>
        <a:p>
          <a:endParaRPr lang="en-IN" sz="1800"/>
        </a:p>
      </dgm:t>
    </dgm:pt>
    <dgm:pt modelId="{079AE11F-95B5-49C5-A4BC-D1637FF0572D}" type="sibTrans" cxnId="{0EBFE92A-3BF3-4B3C-9FAA-841E9C7D6205}">
      <dgm:prSet/>
      <dgm:spPr/>
      <dgm:t>
        <a:bodyPr/>
        <a:lstStyle/>
        <a:p>
          <a:endParaRPr lang="en-IN" sz="1800"/>
        </a:p>
      </dgm:t>
    </dgm:pt>
    <dgm:pt modelId="{C972C6D1-A93C-470A-9360-94A6361EA8F8}">
      <dgm:prSet custT="1"/>
      <dgm:spPr/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Vague Prompt (avoid): </a:t>
          </a:r>
        </a:p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# list even</a:t>
          </a:r>
        </a:p>
      </dgm:t>
    </dgm:pt>
    <dgm:pt modelId="{5FF8BAAA-3C76-4067-A826-BD6DE75E7325}" type="parTrans" cxnId="{FB0D7475-B858-4FFD-8CA6-FE3C70D71298}">
      <dgm:prSet/>
      <dgm:spPr/>
      <dgm:t>
        <a:bodyPr/>
        <a:lstStyle/>
        <a:p>
          <a:endParaRPr lang="en-IN" sz="1800"/>
        </a:p>
      </dgm:t>
    </dgm:pt>
    <dgm:pt modelId="{56D10401-57AB-42A0-A755-F5344F7D9DEE}" type="sibTrans" cxnId="{FB0D7475-B858-4FFD-8CA6-FE3C70D71298}">
      <dgm:prSet/>
      <dgm:spPr/>
      <dgm:t>
        <a:bodyPr/>
        <a:lstStyle/>
        <a:p>
          <a:endParaRPr lang="en-IN" sz="1800"/>
        </a:p>
      </dgm:t>
    </dgm:pt>
    <dgm:pt modelId="{EDE979BE-7ECB-4545-9C63-2391089170C1}" type="pres">
      <dgm:prSet presAssocID="{29D21624-3FE6-4941-A9D1-51EB366DFB96}" presName="diagram" presStyleCnt="0">
        <dgm:presLayoutVars>
          <dgm:dir/>
          <dgm:resizeHandles val="exact"/>
        </dgm:presLayoutVars>
      </dgm:prSet>
      <dgm:spPr/>
    </dgm:pt>
    <dgm:pt modelId="{9BAEC36A-68C5-4022-977A-83AC9B0367B4}" type="pres">
      <dgm:prSet presAssocID="{50A364AE-F7C4-4D77-A196-9870DF231112}" presName="node" presStyleLbl="node1" presStyleIdx="0" presStyleCnt="3">
        <dgm:presLayoutVars>
          <dgm:bulletEnabled val="1"/>
        </dgm:presLayoutVars>
      </dgm:prSet>
      <dgm:spPr/>
    </dgm:pt>
    <dgm:pt modelId="{03FF33CE-2A81-4F17-BBFC-F969E6145F18}" type="pres">
      <dgm:prSet presAssocID="{607869AD-B543-4150-909B-D8F4E520D4BA}" presName="sibTrans" presStyleCnt="0"/>
      <dgm:spPr/>
    </dgm:pt>
    <dgm:pt modelId="{C05AC44A-950D-4110-BFF5-0ECF1C9B4F10}" type="pres">
      <dgm:prSet presAssocID="{02DB20C7-D775-4523-AC62-2D3E494F18B1}" presName="node" presStyleLbl="node1" presStyleIdx="1" presStyleCnt="3">
        <dgm:presLayoutVars>
          <dgm:bulletEnabled val="1"/>
        </dgm:presLayoutVars>
      </dgm:prSet>
      <dgm:spPr/>
    </dgm:pt>
    <dgm:pt modelId="{C4B614D2-5DF5-438B-8008-A4F7C7E3AB98}" type="pres">
      <dgm:prSet presAssocID="{079AE11F-95B5-49C5-A4BC-D1637FF0572D}" presName="sibTrans" presStyleCnt="0"/>
      <dgm:spPr/>
    </dgm:pt>
    <dgm:pt modelId="{04540D4C-5489-4A15-B3A1-DE488FF062A0}" type="pres">
      <dgm:prSet presAssocID="{C972C6D1-A93C-470A-9360-94A6361EA8F8}" presName="node" presStyleLbl="node1" presStyleIdx="2" presStyleCnt="3">
        <dgm:presLayoutVars>
          <dgm:bulletEnabled val="1"/>
        </dgm:presLayoutVars>
      </dgm:prSet>
      <dgm:spPr/>
    </dgm:pt>
  </dgm:ptLst>
  <dgm:cxnLst>
    <dgm:cxn modelId="{0EBFE92A-3BF3-4B3C-9FAA-841E9C7D6205}" srcId="{29D21624-3FE6-4941-A9D1-51EB366DFB96}" destId="{02DB20C7-D775-4523-AC62-2D3E494F18B1}" srcOrd="1" destOrd="0" parTransId="{58659739-8752-4538-BF74-81B2C292C0C9}" sibTransId="{079AE11F-95B5-49C5-A4BC-D1637FF0572D}"/>
    <dgm:cxn modelId="{FB0D7475-B858-4FFD-8CA6-FE3C70D71298}" srcId="{29D21624-3FE6-4941-A9D1-51EB366DFB96}" destId="{C972C6D1-A93C-470A-9360-94A6361EA8F8}" srcOrd="2" destOrd="0" parTransId="{5FF8BAAA-3C76-4067-A826-BD6DE75E7325}" sibTransId="{56D10401-57AB-42A0-A755-F5344F7D9DEE}"/>
    <dgm:cxn modelId="{8FBEAEA1-52EE-4215-96FC-3DEADA78534B}" type="presOf" srcId="{02DB20C7-D775-4523-AC62-2D3E494F18B1}" destId="{C05AC44A-950D-4110-BFF5-0ECF1C9B4F10}" srcOrd="0" destOrd="0" presId="urn:microsoft.com/office/officeart/2005/8/layout/default"/>
    <dgm:cxn modelId="{A46003A6-5437-4EE9-B615-2BC38DD32F62}" srcId="{29D21624-3FE6-4941-A9D1-51EB366DFB96}" destId="{50A364AE-F7C4-4D77-A196-9870DF231112}" srcOrd="0" destOrd="0" parTransId="{28A2B0D9-D32E-4EAC-BCE6-F6C4C82CA577}" sibTransId="{607869AD-B543-4150-909B-D8F4E520D4BA}"/>
    <dgm:cxn modelId="{4C20EAB9-4AF8-4B65-9887-BFD8A6CCFCE9}" type="presOf" srcId="{29D21624-3FE6-4941-A9D1-51EB366DFB96}" destId="{EDE979BE-7ECB-4545-9C63-2391089170C1}" srcOrd="0" destOrd="0" presId="urn:microsoft.com/office/officeart/2005/8/layout/default"/>
    <dgm:cxn modelId="{58E01CDB-D773-4A08-8C69-3F0DB47129BD}" type="presOf" srcId="{C972C6D1-A93C-470A-9360-94A6361EA8F8}" destId="{04540D4C-5489-4A15-B3A1-DE488FF062A0}" srcOrd="0" destOrd="0" presId="urn:microsoft.com/office/officeart/2005/8/layout/default"/>
    <dgm:cxn modelId="{C7C541EF-A384-4551-A8CB-85FDD11CAA8C}" type="presOf" srcId="{50A364AE-F7C4-4D77-A196-9870DF231112}" destId="{9BAEC36A-68C5-4022-977A-83AC9B0367B4}" srcOrd="0" destOrd="0" presId="urn:microsoft.com/office/officeart/2005/8/layout/default"/>
    <dgm:cxn modelId="{7300BD5F-0479-4469-82FB-4EA82B1C88ED}" type="presParOf" srcId="{EDE979BE-7ECB-4545-9C63-2391089170C1}" destId="{9BAEC36A-68C5-4022-977A-83AC9B0367B4}" srcOrd="0" destOrd="0" presId="urn:microsoft.com/office/officeart/2005/8/layout/default"/>
    <dgm:cxn modelId="{8F991C5B-121E-4FDD-83EC-B7E4ADF7536C}" type="presParOf" srcId="{EDE979BE-7ECB-4545-9C63-2391089170C1}" destId="{03FF33CE-2A81-4F17-BBFC-F969E6145F18}" srcOrd="1" destOrd="0" presId="urn:microsoft.com/office/officeart/2005/8/layout/default"/>
    <dgm:cxn modelId="{E70C5C19-01F3-44BD-943C-DDF936EF3EDF}" type="presParOf" srcId="{EDE979BE-7ECB-4545-9C63-2391089170C1}" destId="{C05AC44A-950D-4110-BFF5-0ECF1C9B4F10}" srcOrd="2" destOrd="0" presId="urn:microsoft.com/office/officeart/2005/8/layout/default"/>
    <dgm:cxn modelId="{A3C56234-AEF9-48EF-BEAD-51DDF9B594B7}" type="presParOf" srcId="{EDE979BE-7ECB-4545-9C63-2391089170C1}" destId="{C4B614D2-5DF5-438B-8008-A4F7C7E3AB98}" srcOrd="3" destOrd="0" presId="urn:microsoft.com/office/officeart/2005/8/layout/default"/>
    <dgm:cxn modelId="{E71568EA-7C25-4101-AB95-B1E3371F0C34}" type="presParOf" srcId="{EDE979BE-7ECB-4545-9C63-2391089170C1}" destId="{04540D4C-5489-4A15-B3A1-DE488FF062A0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326B73-B725-422C-B520-039286B127B2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6D69B0E1-95C8-4C60-A1E1-66582B4E262A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800" dirty="0" err="1">
              <a:latin typeface="Arial" panose="020B0604020202020204" pitchFamily="34" charset="0"/>
              <a:cs typeface="Arial" panose="020B0604020202020204" pitchFamily="34" charset="0"/>
            </a:rPr>
            <a:t>NameError</a:t>
          </a:r>
          <a:r>
            <a:rPr lang="en-IN" sz="1800" dirty="0">
              <a:latin typeface="Arial" panose="020B0604020202020204" pitchFamily="34" charset="0"/>
              <a:cs typeface="Arial" panose="020B0604020202020204" pitchFamily="34" charset="0"/>
            </a:rPr>
            <a:t>:</a:t>
          </a:r>
          <a:endParaRPr lang="en-IN" sz="1800" dirty="0"/>
        </a:p>
      </dgm:t>
    </dgm:pt>
    <dgm:pt modelId="{64723C80-C186-45A3-8A66-91BE5717A453}" type="parTrans" cxnId="{981A7DBA-AE45-433F-8E59-93781692A7C2}">
      <dgm:prSet/>
      <dgm:spPr/>
      <dgm:t>
        <a:bodyPr/>
        <a:lstStyle/>
        <a:p>
          <a:endParaRPr lang="en-IN" sz="1800"/>
        </a:p>
      </dgm:t>
    </dgm:pt>
    <dgm:pt modelId="{C7707175-2F9A-4B66-B4EF-40DAD4AE9077}" type="sibTrans" cxnId="{981A7DBA-AE45-433F-8E59-93781692A7C2}">
      <dgm:prSet/>
      <dgm:spPr/>
      <dgm:t>
        <a:bodyPr/>
        <a:lstStyle/>
        <a:p>
          <a:endParaRPr lang="en-IN" sz="1800"/>
        </a:p>
      </dgm:t>
    </dgm:pt>
    <dgm:pt modelId="{2B7948CE-F6ED-43B4-B055-C6D9342898AE}">
      <dgm:prSet custT="1"/>
      <dgm:spPr/>
      <dgm:t>
        <a:bodyPr/>
        <a:lstStyle/>
        <a:p>
          <a:r>
            <a:rPr lang="en-IN" sz="1800" dirty="0" err="1">
              <a:latin typeface="Arial" panose="020B0604020202020204" pitchFamily="34" charset="0"/>
              <a:cs typeface="Arial" panose="020B0604020202020204" pitchFamily="34" charset="0"/>
            </a:rPr>
            <a:t>TypeError</a:t>
          </a:r>
          <a:r>
            <a:rPr lang="en-IN" sz="1800" dirty="0">
              <a:latin typeface="Arial" panose="020B0604020202020204" pitchFamily="34" charset="0"/>
              <a:cs typeface="Arial" panose="020B0604020202020204" pitchFamily="34" charset="0"/>
            </a:rPr>
            <a:t>:</a:t>
          </a:r>
        </a:p>
      </dgm:t>
    </dgm:pt>
    <dgm:pt modelId="{35E9BC77-97BC-4E6F-A23F-7FE8148092D6}" type="parTrans" cxnId="{302C3572-37AA-4842-8D4E-5F8EB36746C0}">
      <dgm:prSet/>
      <dgm:spPr/>
      <dgm:t>
        <a:bodyPr/>
        <a:lstStyle/>
        <a:p>
          <a:endParaRPr lang="en-IN" sz="1800"/>
        </a:p>
      </dgm:t>
    </dgm:pt>
    <dgm:pt modelId="{156F1E43-2BFD-4AEE-B463-1D5E8BAD954A}" type="sibTrans" cxnId="{302C3572-37AA-4842-8D4E-5F8EB36746C0}">
      <dgm:prSet/>
      <dgm:spPr/>
      <dgm:t>
        <a:bodyPr/>
        <a:lstStyle/>
        <a:p>
          <a:endParaRPr lang="en-IN" sz="1800"/>
        </a:p>
      </dgm:t>
    </dgm:pt>
    <dgm:pt modelId="{7CBEAD38-0C3A-4306-8E48-CD9ACC5E819D}">
      <dgm:prSet custT="1"/>
      <dgm:spPr/>
      <dgm:t>
        <a:bodyPr/>
        <a:lstStyle/>
        <a:p>
          <a:r>
            <a:rPr lang="en-IN" sz="1800" dirty="0" err="1">
              <a:latin typeface="Arial" panose="020B0604020202020204" pitchFamily="34" charset="0"/>
              <a:cs typeface="Arial" panose="020B0604020202020204" pitchFamily="34" charset="0"/>
            </a:rPr>
            <a:t>IndexError</a:t>
          </a:r>
          <a:r>
            <a:rPr lang="en-IN" sz="1800" dirty="0">
              <a:latin typeface="Arial" panose="020B0604020202020204" pitchFamily="34" charset="0"/>
              <a:cs typeface="Arial" panose="020B0604020202020204" pitchFamily="34" charset="0"/>
            </a:rPr>
            <a:t>:</a:t>
          </a:r>
        </a:p>
      </dgm:t>
    </dgm:pt>
    <dgm:pt modelId="{9F3C0A6F-696F-4076-A1CB-BF0FD057B96C}" type="parTrans" cxnId="{BF8FE793-9FF9-499A-B5E2-CA1C26C837BB}">
      <dgm:prSet/>
      <dgm:spPr/>
      <dgm:t>
        <a:bodyPr/>
        <a:lstStyle/>
        <a:p>
          <a:endParaRPr lang="en-IN" sz="1800"/>
        </a:p>
      </dgm:t>
    </dgm:pt>
    <dgm:pt modelId="{9ED61772-25CC-47A4-90DF-89F7DA5D6C74}" type="sibTrans" cxnId="{BF8FE793-9FF9-499A-B5E2-CA1C26C837BB}">
      <dgm:prSet/>
      <dgm:spPr/>
      <dgm:t>
        <a:bodyPr/>
        <a:lstStyle/>
        <a:p>
          <a:endParaRPr lang="en-IN" sz="1800"/>
        </a:p>
      </dgm:t>
    </dgm:pt>
    <dgm:pt modelId="{A605FFF5-3F8E-4E76-A579-6EC3F4B1D6ED}">
      <dgm:prSet custT="1"/>
      <dgm:spPr/>
      <dgm:t>
        <a:bodyPr/>
        <a:lstStyle/>
        <a:p>
          <a:r>
            <a:rPr lang="en-IN" sz="1800" dirty="0" err="1">
              <a:latin typeface="Arial" panose="020B0604020202020204" pitchFamily="34" charset="0"/>
              <a:cs typeface="Arial" panose="020B0604020202020204" pitchFamily="34" charset="0"/>
            </a:rPr>
            <a:t>KeyError</a:t>
          </a:r>
          <a:r>
            <a:rPr lang="en-IN" sz="1800" dirty="0">
              <a:latin typeface="Arial" panose="020B0604020202020204" pitchFamily="34" charset="0"/>
              <a:cs typeface="Arial" panose="020B0604020202020204" pitchFamily="34" charset="0"/>
            </a:rPr>
            <a:t>:</a:t>
          </a:r>
        </a:p>
      </dgm:t>
    </dgm:pt>
    <dgm:pt modelId="{EEB73171-9F84-4659-A84D-90042E9451C7}" type="parTrans" cxnId="{7CB6F5F7-C419-4AF7-A6E1-6E2A6387C28F}">
      <dgm:prSet/>
      <dgm:spPr/>
      <dgm:t>
        <a:bodyPr/>
        <a:lstStyle/>
        <a:p>
          <a:endParaRPr lang="en-IN" sz="1800"/>
        </a:p>
      </dgm:t>
    </dgm:pt>
    <dgm:pt modelId="{8A6A9497-88C6-44FB-867A-6C3BEED2AE55}" type="sibTrans" cxnId="{7CB6F5F7-C419-4AF7-A6E1-6E2A6387C28F}">
      <dgm:prSet/>
      <dgm:spPr/>
      <dgm:t>
        <a:bodyPr/>
        <a:lstStyle/>
        <a:p>
          <a:endParaRPr lang="en-IN" sz="1800"/>
        </a:p>
      </dgm:t>
    </dgm:pt>
    <dgm:pt modelId="{5DAF1FC2-7FD8-4A82-9139-D9E0678AB95A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800">
              <a:latin typeface="Arial" panose="020B0604020202020204" pitchFamily="34" charset="0"/>
              <a:cs typeface="Arial" panose="020B0604020202020204" pitchFamily="34" charset="0"/>
            </a:rPr>
            <a:t>variable/ name not defined</a:t>
          </a:r>
          <a:endParaRPr lang="en-IN" sz="1800" dirty="0"/>
        </a:p>
      </dgm:t>
    </dgm:pt>
    <dgm:pt modelId="{D0B80482-C071-4F0A-9764-09BEA45B3314}" type="parTrans" cxnId="{8BF3A63C-F07D-45F6-B0C4-D58948A50D46}">
      <dgm:prSet/>
      <dgm:spPr/>
      <dgm:t>
        <a:bodyPr/>
        <a:lstStyle/>
        <a:p>
          <a:endParaRPr lang="en-IN" sz="1800"/>
        </a:p>
      </dgm:t>
    </dgm:pt>
    <dgm:pt modelId="{370E28E3-F763-48FB-8597-12C80B943C96}" type="sibTrans" cxnId="{8BF3A63C-F07D-45F6-B0C4-D58948A50D46}">
      <dgm:prSet/>
      <dgm:spPr/>
      <dgm:t>
        <a:bodyPr/>
        <a:lstStyle/>
        <a:p>
          <a:endParaRPr lang="en-IN" sz="1800"/>
        </a:p>
      </dgm:t>
    </dgm:pt>
    <dgm:pt modelId="{44830F2E-FC06-404B-87A4-F16EA92D516D}">
      <dgm:prSet custT="1"/>
      <dgm:spPr/>
      <dgm:t>
        <a:bodyPr/>
        <a:lstStyle/>
        <a:p>
          <a:r>
            <a:rPr lang="en-IN" sz="1800" dirty="0">
              <a:latin typeface="Arial" panose="020B0604020202020204" pitchFamily="34" charset="0"/>
              <a:cs typeface="Arial" panose="020B0604020202020204" pitchFamily="34" charset="0"/>
            </a:rPr>
            <a:t>operation on incompatible types (e.g., "2" + 3)</a:t>
          </a:r>
        </a:p>
      </dgm:t>
    </dgm:pt>
    <dgm:pt modelId="{45D0790F-0F77-4512-8E70-87CFA8370B7F}" type="parTrans" cxnId="{FAE236FC-3E27-40B0-A0CE-99FB2AB4EE1C}">
      <dgm:prSet/>
      <dgm:spPr/>
      <dgm:t>
        <a:bodyPr/>
        <a:lstStyle/>
        <a:p>
          <a:endParaRPr lang="en-IN" sz="1800"/>
        </a:p>
      </dgm:t>
    </dgm:pt>
    <dgm:pt modelId="{B78B595A-F94A-46FD-806B-09EBDCEEFD80}" type="sibTrans" cxnId="{FAE236FC-3E27-40B0-A0CE-99FB2AB4EE1C}">
      <dgm:prSet/>
      <dgm:spPr/>
      <dgm:t>
        <a:bodyPr/>
        <a:lstStyle/>
        <a:p>
          <a:endParaRPr lang="en-IN" sz="1800"/>
        </a:p>
      </dgm:t>
    </dgm:pt>
    <dgm:pt modelId="{3F875BE4-6EE9-4F8D-8964-7C473C34E00B}">
      <dgm:prSet custT="1"/>
      <dgm:spPr/>
      <dgm:t>
        <a:bodyPr/>
        <a:lstStyle/>
        <a:p>
          <a:r>
            <a:rPr lang="en-IN" sz="1800">
              <a:latin typeface="Arial" panose="020B0604020202020204" pitchFamily="34" charset="0"/>
              <a:cs typeface="Arial" panose="020B0604020202020204" pitchFamily="34" charset="0"/>
            </a:rPr>
            <a:t>list index out of range</a:t>
          </a:r>
          <a:endParaRPr lang="en-IN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D2EC6A5-EED6-4F0A-AE20-5BC9D49DF9EE}" type="parTrans" cxnId="{FE779573-77B8-4562-980A-BE9234F5C7F5}">
      <dgm:prSet/>
      <dgm:spPr/>
      <dgm:t>
        <a:bodyPr/>
        <a:lstStyle/>
        <a:p>
          <a:endParaRPr lang="en-IN" sz="1800"/>
        </a:p>
      </dgm:t>
    </dgm:pt>
    <dgm:pt modelId="{4E8A37BC-57EC-4798-89C1-20F5185E7EB9}" type="sibTrans" cxnId="{FE779573-77B8-4562-980A-BE9234F5C7F5}">
      <dgm:prSet/>
      <dgm:spPr/>
      <dgm:t>
        <a:bodyPr/>
        <a:lstStyle/>
        <a:p>
          <a:endParaRPr lang="en-IN" sz="1800"/>
        </a:p>
      </dgm:t>
    </dgm:pt>
    <dgm:pt modelId="{EB3BE1BC-E1FC-418A-B914-55422D647007}">
      <dgm:prSet custT="1"/>
      <dgm:spPr/>
      <dgm:t>
        <a:bodyPr/>
        <a:lstStyle/>
        <a:p>
          <a:r>
            <a:rPr lang="en-IN" sz="1800">
              <a:latin typeface="Arial" panose="020B0604020202020204" pitchFamily="34" charset="0"/>
              <a:cs typeface="Arial" panose="020B0604020202020204" pitchFamily="34" charset="0"/>
            </a:rPr>
            <a:t>missing dictionary key</a:t>
          </a:r>
          <a:endParaRPr lang="en-IN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491E0C0-13FD-4026-A89D-8FCAD1FC3444}" type="parTrans" cxnId="{14A00E80-5271-4C60-9AD0-461543A6944F}">
      <dgm:prSet/>
      <dgm:spPr/>
      <dgm:t>
        <a:bodyPr/>
        <a:lstStyle/>
        <a:p>
          <a:endParaRPr lang="en-IN" sz="1800"/>
        </a:p>
      </dgm:t>
    </dgm:pt>
    <dgm:pt modelId="{0D6016A2-3DD8-4995-819E-6AB7B3E8E3A1}" type="sibTrans" cxnId="{14A00E80-5271-4C60-9AD0-461543A6944F}">
      <dgm:prSet/>
      <dgm:spPr/>
      <dgm:t>
        <a:bodyPr/>
        <a:lstStyle/>
        <a:p>
          <a:endParaRPr lang="en-IN" sz="1800"/>
        </a:p>
      </dgm:t>
    </dgm:pt>
    <dgm:pt modelId="{16DE6E97-2153-46BC-9777-3FD150720313}" type="pres">
      <dgm:prSet presAssocID="{91326B73-B725-422C-B520-039286B127B2}" presName="Name0" presStyleCnt="0">
        <dgm:presLayoutVars>
          <dgm:dir/>
          <dgm:animLvl val="lvl"/>
          <dgm:resizeHandles val="exact"/>
        </dgm:presLayoutVars>
      </dgm:prSet>
      <dgm:spPr/>
    </dgm:pt>
    <dgm:pt modelId="{924EF8E6-FF85-45EC-B485-DD2589F61DC1}" type="pres">
      <dgm:prSet presAssocID="{6D69B0E1-95C8-4C60-A1E1-66582B4E262A}" presName="composite" presStyleCnt="0"/>
      <dgm:spPr/>
    </dgm:pt>
    <dgm:pt modelId="{3B526352-2C34-4C76-8706-F18B6247D505}" type="pres">
      <dgm:prSet presAssocID="{6D69B0E1-95C8-4C60-A1E1-66582B4E262A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BF0F1CA8-8263-405C-87A5-1C5CC822AD0D}" type="pres">
      <dgm:prSet presAssocID="{6D69B0E1-95C8-4C60-A1E1-66582B4E262A}" presName="desTx" presStyleLbl="alignAccFollowNode1" presStyleIdx="0" presStyleCnt="4">
        <dgm:presLayoutVars>
          <dgm:bulletEnabled val="1"/>
        </dgm:presLayoutVars>
      </dgm:prSet>
      <dgm:spPr/>
    </dgm:pt>
    <dgm:pt modelId="{49AA56C4-040D-4F0E-98A4-12D32AC8C34B}" type="pres">
      <dgm:prSet presAssocID="{C7707175-2F9A-4B66-B4EF-40DAD4AE9077}" presName="space" presStyleCnt="0"/>
      <dgm:spPr/>
    </dgm:pt>
    <dgm:pt modelId="{171C36F4-4480-4C6D-B65C-1940E16B01E1}" type="pres">
      <dgm:prSet presAssocID="{2B7948CE-F6ED-43B4-B055-C6D9342898AE}" presName="composite" presStyleCnt="0"/>
      <dgm:spPr/>
    </dgm:pt>
    <dgm:pt modelId="{88A0EA4A-FB8D-4F4B-B325-8248E59DE9CF}" type="pres">
      <dgm:prSet presAssocID="{2B7948CE-F6ED-43B4-B055-C6D9342898AE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759836DB-CBE3-4524-8A66-A439866EEB44}" type="pres">
      <dgm:prSet presAssocID="{2B7948CE-F6ED-43B4-B055-C6D9342898AE}" presName="desTx" presStyleLbl="alignAccFollowNode1" presStyleIdx="1" presStyleCnt="4">
        <dgm:presLayoutVars>
          <dgm:bulletEnabled val="1"/>
        </dgm:presLayoutVars>
      </dgm:prSet>
      <dgm:spPr/>
    </dgm:pt>
    <dgm:pt modelId="{C67D9DEE-A234-4148-94F6-2EEB428D30F7}" type="pres">
      <dgm:prSet presAssocID="{156F1E43-2BFD-4AEE-B463-1D5E8BAD954A}" presName="space" presStyleCnt="0"/>
      <dgm:spPr/>
    </dgm:pt>
    <dgm:pt modelId="{5E617BC9-9EC6-419E-ACD8-C81488F91CE0}" type="pres">
      <dgm:prSet presAssocID="{7CBEAD38-0C3A-4306-8E48-CD9ACC5E819D}" presName="composite" presStyleCnt="0"/>
      <dgm:spPr/>
    </dgm:pt>
    <dgm:pt modelId="{1E11F31A-0CD8-45D9-9828-249E9BBBCF8F}" type="pres">
      <dgm:prSet presAssocID="{7CBEAD38-0C3A-4306-8E48-CD9ACC5E819D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392A3F25-BD71-490B-80C7-6729E16A02FB}" type="pres">
      <dgm:prSet presAssocID="{7CBEAD38-0C3A-4306-8E48-CD9ACC5E819D}" presName="desTx" presStyleLbl="alignAccFollowNode1" presStyleIdx="2" presStyleCnt="4">
        <dgm:presLayoutVars>
          <dgm:bulletEnabled val="1"/>
        </dgm:presLayoutVars>
      </dgm:prSet>
      <dgm:spPr/>
    </dgm:pt>
    <dgm:pt modelId="{099D3603-5C1E-4DBA-9E6D-80BD2BF6AB26}" type="pres">
      <dgm:prSet presAssocID="{9ED61772-25CC-47A4-90DF-89F7DA5D6C74}" presName="space" presStyleCnt="0"/>
      <dgm:spPr/>
    </dgm:pt>
    <dgm:pt modelId="{7A19EDB8-A038-4699-BB65-FFCBE397176F}" type="pres">
      <dgm:prSet presAssocID="{A605FFF5-3F8E-4E76-A579-6EC3F4B1D6ED}" presName="composite" presStyleCnt="0"/>
      <dgm:spPr/>
    </dgm:pt>
    <dgm:pt modelId="{469C32B0-0B83-4671-A08B-C48F74C9AE16}" type="pres">
      <dgm:prSet presAssocID="{A605FFF5-3F8E-4E76-A579-6EC3F4B1D6ED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787FF11C-B553-4D1E-BA6E-8E29067BBE9B}" type="pres">
      <dgm:prSet presAssocID="{A605FFF5-3F8E-4E76-A579-6EC3F4B1D6ED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8BF3A63C-F07D-45F6-B0C4-D58948A50D46}" srcId="{6D69B0E1-95C8-4C60-A1E1-66582B4E262A}" destId="{5DAF1FC2-7FD8-4A82-9139-D9E0678AB95A}" srcOrd="0" destOrd="0" parTransId="{D0B80482-C071-4F0A-9764-09BEA45B3314}" sibTransId="{370E28E3-F763-48FB-8597-12C80B943C96}"/>
    <dgm:cxn modelId="{B4DD283F-5328-459E-AEDE-85617E0AA221}" type="presOf" srcId="{91326B73-B725-422C-B520-039286B127B2}" destId="{16DE6E97-2153-46BC-9777-3FD150720313}" srcOrd="0" destOrd="0" presId="urn:microsoft.com/office/officeart/2005/8/layout/hList1"/>
    <dgm:cxn modelId="{302C3572-37AA-4842-8D4E-5F8EB36746C0}" srcId="{91326B73-B725-422C-B520-039286B127B2}" destId="{2B7948CE-F6ED-43B4-B055-C6D9342898AE}" srcOrd="1" destOrd="0" parTransId="{35E9BC77-97BC-4E6F-A23F-7FE8148092D6}" sibTransId="{156F1E43-2BFD-4AEE-B463-1D5E8BAD954A}"/>
    <dgm:cxn modelId="{FE779573-77B8-4562-980A-BE9234F5C7F5}" srcId="{7CBEAD38-0C3A-4306-8E48-CD9ACC5E819D}" destId="{3F875BE4-6EE9-4F8D-8964-7C473C34E00B}" srcOrd="0" destOrd="0" parTransId="{4D2EC6A5-EED6-4F0A-AE20-5BC9D49DF9EE}" sibTransId="{4E8A37BC-57EC-4798-89C1-20F5185E7EB9}"/>
    <dgm:cxn modelId="{14A00E80-5271-4C60-9AD0-461543A6944F}" srcId="{A605FFF5-3F8E-4E76-A579-6EC3F4B1D6ED}" destId="{EB3BE1BC-E1FC-418A-B914-55422D647007}" srcOrd="0" destOrd="0" parTransId="{0491E0C0-13FD-4026-A89D-8FCAD1FC3444}" sibTransId="{0D6016A2-3DD8-4995-819E-6AB7B3E8E3A1}"/>
    <dgm:cxn modelId="{FEB89381-5650-4BA2-8A85-EC7CF018361C}" type="presOf" srcId="{2B7948CE-F6ED-43B4-B055-C6D9342898AE}" destId="{88A0EA4A-FB8D-4F4B-B325-8248E59DE9CF}" srcOrd="0" destOrd="0" presId="urn:microsoft.com/office/officeart/2005/8/layout/hList1"/>
    <dgm:cxn modelId="{C6C9FD88-8A39-40B2-BA94-7180EF74E4D4}" type="presOf" srcId="{6D69B0E1-95C8-4C60-A1E1-66582B4E262A}" destId="{3B526352-2C34-4C76-8706-F18B6247D505}" srcOrd="0" destOrd="0" presId="urn:microsoft.com/office/officeart/2005/8/layout/hList1"/>
    <dgm:cxn modelId="{BF8FE793-9FF9-499A-B5E2-CA1C26C837BB}" srcId="{91326B73-B725-422C-B520-039286B127B2}" destId="{7CBEAD38-0C3A-4306-8E48-CD9ACC5E819D}" srcOrd="2" destOrd="0" parTransId="{9F3C0A6F-696F-4076-A1CB-BF0FD057B96C}" sibTransId="{9ED61772-25CC-47A4-90DF-89F7DA5D6C74}"/>
    <dgm:cxn modelId="{3A32E8A2-5A30-4253-B28B-B67942E04E34}" type="presOf" srcId="{7CBEAD38-0C3A-4306-8E48-CD9ACC5E819D}" destId="{1E11F31A-0CD8-45D9-9828-249E9BBBCF8F}" srcOrd="0" destOrd="0" presId="urn:microsoft.com/office/officeart/2005/8/layout/hList1"/>
    <dgm:cxn modelId="{981A7DBA-AE45-433F-8E59-93781692A7C2}" srcId="{91326B73-B725-422C-B520-039286B127B2}" destId="{6D69B0E1-95C8-4C60-A1E1-66582B4E262A}" srcOrd="0" destOrd="0" parTransId="{64723C80-C186-45A3-8A66-91BE5717A453}" sibTransId="{C7707175-2F9A-4B66-B4EF-40DAD4AE9077}"/>
    <dgm:cxn modelId="{1042FBC3-D04C-427E-B7A8-395BC42180D7}" type="presOf" srcId="{44830F2E-FC06-404B-87A4-F16EA92D516D}" destId="{759836DB-CBE3-4524-8A66-A439866EEB44}" srcOrd="0" destOrd="0" presId="urn:microsoft.com/office/officeart/2005/8/layout/hList1"/>
    <dgm:cxn modelId="{503321C7-D998-40AE-A48D-B6F51876CE06}" type="presOf" srcId="{3F875BE4-6EE9-4F8D-8964-7C473C34E00B}" destId="{392A3F25-BD71-490B-80C7-6729E16A02FB}" srcOrd="0" destOrd="0" presId="urn:microsoft.com/office/officeart/2005/8/layout/hList1"/>
    <dgm:cxn modelId="{B3A42ED2-DBAA-4ED4-AD6D-E6F8CF0BEC1D}" type="presOf" srcId="{EB3BE1BC-E1FC-418A-B914-55422D647007}" destId="{787FF11C-B553-4D1E-BA6E-8E29067BBE9B}" srcOrd="0" destOrd="0" presId="urn:microsoft.com/office/officeart/2005/8/layout/hList1"/>
    <dgm:cxn modelId="{2FDDD7E2-11DD-4C24-9AD0-10846EE1A535}" type="presOf" srcId="{5DAF1FC2-7FD8-4A82-9139-D9E0678AB95A}" destId="{BF0F1CA8-8263-405C-87A5-1C5CC822AD0D}" srcOrd="0" destOrd="0" presId="urn:microsoft.com/office/officeart/2005/8/layout/hList1"/>
    <dgm:cxn modelId="{1E8B5BEC-FAE4-4C39-B202-BE86F8ED02DB}" type="presOf" srcId="{A605FFF5-3F8E-4E76-A579-6EC3F4B1D6ED}" destId="{469C32B0-0B83-4671-A08B-C48F74C9AE16}" srcOrd="0" destOrd="0" presId="urn:microsoft.com/office/officeart/2005/8/layout/hList1"/>
    <dgm:cxn modelId="{7CB6F5F7-C419-4AF7-A6E1-6E2A6387C28F}" srcId="{91326B73-B725-422C-B520-039286B127B2}" destId="{A605FFF5-3F8E-4E76-A579-6EC3F4B1D6ED}" srcOrd="3" destOrd="0" parTransId="{EEB73171-9F84-4659-A84D-90042E9451C7}" sibTransId="{8A6A9497-88C6-44FB-867A-6C3BEED2AE55}"/>
    <dgm:cxn modelId="{FAE236FC-3E27-40B0-A0CE-99FB2AB4EE1C}" srcId="{2B7948CE-F6ED-43B4-B055-C6D9342898AE}" destId="{44830F2E-FC06-404B-87A4-F16EA92D516D}" srcOrd="0" destOrd="0" parTransId="{45D0790F-0F77-4512-8E70-87CFA8370B7F}" sibTransId="{B78B595A-F94A-46FD-806B-09EBDCEEFD80}"/>
    <dgm:cxn modelId="{7514E2E5-AD31-4740-B7D9-A0453D1CDE51}" type="presParOf" srcId="{16DE6E97-2153-46BC-9777-3FD150720313}" destId="{924EF8E6-FF85-45EC-B485-DD2589F61DC1}" srcOrd="0" destOrd="0" presId="urn:microsoft.com/office/officeart/2005/8/layout/hList1"/>
    <dgm:cxn modelId="{B48D4F78-9771-4367-858A-2799CD214280}" type="presParOf" srcId="{924EF8E6-FF85-45EC-B485-DD2589F61DC1}" destId="{3B526352-2C34-4C76-8706-F18B6247D505}" srcOrd="0" destOrd="0" presId="urn:microsoft.com/office/officeart/2005/8/layout/hList1"/>
    <dgm:cxn modelId="{AA6E30C3-0FD1-4680-B2A7-7BA67D0BA401}" type="presParOf" srcId="{924EF8E6-FF85-45EC-B485-DD2589F61DC1}" destId="{BF0F1CA8-8263-405C-87A5-1C5CC822AD0D}" srcOrd="1" destOrd="0" presId="urn:microsoft.com/office/officeart/2005/8/layout/hList1"/>
    <dgm:cxn modelId="{907B11D5-E7FF-4869-896F-807AF2FE2FCE}" type="presParOf" srcId="{16DE6E97-2153-46BC-9777-3FD150720313}" destId="{49AA56C4-040D-4F0E-98A4-12D32AC8C34B}" srcOrd="1" destOrd="0" presId="urn:microsoft.com/office/officeart/2005/8/layout/hList1"/>
    <dgm:cxn modelId="{382E5973-B7F3-425D-BC15-DF8E579512A1}" type="presParOf" srcId="{16DE6E97-2153-46BC-9777-3FD150720313}" destId="{171C36F4-4480-4C6D-B65C-1940E16B01E1}" srcOrd="2" destOrd="0" presId="urn:microsoft.com/office/officeart/2005/8/layout/hList1"/>
    <dgm:cxn modelId="{3B750DD6-1FB1-42B3-97DF-C1DF0AD00E27}" type="presParOf" srcId="{171C36F4-4480-4C6D-B65C-1940E16B01E1}" destId="{88A0EA4A-FB8D-4F4B-B325-8248E59DE9CF}" srcOrd="0" destOrd="0" presId="urn:microsoft.com/office/officeart/2005/8/layout/hList1"/>
    <dgm:cxn modelId="{CCB2660E-1119-4747-AE83-7B08D531F2C2}" type="presParOf" srcId="{171C36F4-4480-4C6D-B65C-1940E16B01E1}" destId="{759836DB-CBE3-4524-8A66-A439866EEB44}" srcOrd="1" destOrd="0" presId="urn:microsoft.com/office/officeart/2005/8/layout/hList1"/>
    <dgm:cxn modelId="{EF4C8C36-46AE-46AA-A4AB-B9D4C96DABE8}" type="presParOf" srcId="{16DE6E97-2153-46BC-9777-3FD150720313}" destId="{C67D9DEE-A234-4148-94F6-2EEB428D30F7}" srcOrd="3" destOrd="0" presId="urn:microsoft.com/office/officeart/2005/8/layout/hList1"/>
    <dgm:cxn modelId="{5A1173F6-DBE9-4CBC-B6CF-185B83C7F7CE}" type="presParOf" srcId="{16DE6E97-2153-46BC-9777-3FD150720313}" destId="{5E617BC9-9EC6-419E-ACD8-C81488F91CE0}" srcOrd="4" destOrd="0" presId="urn:microsoft.com/office/officeart/2005/8/layout/hList1"/>
    <dgm:cxn modelId="{52168255-C1EB-4068-A279-84C2788BC62B}" type="presParOf" srcId="{5E617BC9-9EC6-419E-ACD8-C81488F91CE0}" destId="{1E11F31A-0CD8-45D9-9828-249E9BBBCF8F}" srcOrd="0" destOrd="0" presId="urn:microsoft.com/office/officeart/2005/8/layout/hList1"/>
    <dgm:cxn modelId="{96DD89CE-B843-49A1-980B-AC6C73E28F0F}" type="presParOf" srcId="{5E617BC9-9EC6-419E-ACD8-C81488F91CE0}" destId="{392A3F25-BD71-490B-80C7-6729E16A02FB}" srcOrd="1" destOrd="0" presId="urn:microsoft.com/office/officeart/2005/8/layout/hList1"/>
    <dgm:cxn modelId="{6B7F9595-F774-49AF-82F7-937DD16E198C}" type="presParOf" srcId="{16DE6E97-2153-46BC-9777-3FD150720313}" destId="{099D3603-5C1E-4DBA-9E6D-80BD2BF6AB26}" srcOrd="5" destOrd="0" presId="urn:microsoft.com/office/officeart/2005/8/layout/hList1"/>
    <dgm:cxn modelId="{9AC997B4-8002-473D-871A-F4E5FF115463}" type="presParOf" srcId="{16DE6E97-2153-46BC-9777-3FD150720313}" destId="{7A19EDB8-A038-4699-BB65-FFCBE397176F}" srcOrd="6" destOrd="0" presId="urn:microsoft.com/office/officeart/2005/8/layout/hList1"/>
    <dgm:cxn modelId="{A22475C5-22F1-401C-97A6-2DA823EC8FA9}" type="presParOf" srcId="{7A19EDB8-A038-4699-BB65-FFCBE397176F}" destId="{469C32B0-0B83-4671-A08B-C48F74C9AE16}" srcOrd="0" destOrd="0" presId="urn:microsoft.com/office/officeart/2005/8/layout/hList1"/>
    <dgm:cxn modelId="{5BF4EE8C-7148-4380-9356-450327A84861}" type="presParOf" srcId="{7A19EDB8-A038-4699-BB65-FFCBE397176F}" destId="{787FF11C-B553-4D1E-BA6E-8E29067BBE9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7BDB0E-1B6F-420C-89D9-AC8444DF4F61}" type="doc">
      <dgm:prSet loTypeId="urn:microsoft.com/office/officeart/2005/8/layout/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F14CE875-E520-4199-83DD-D4993A82F5A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Read the error message carefully (file, line number, error type)</a:t>
          </a:r>
          <a:endParaRPr lang="en-IN" dirty="0"/>
        </a:p>
      </dgm:t>
    </dgm:pt>
    <dgm:pt modelId="{19A35B3A-8A4B-4D73-93D1-F86E68B3177D}" type="parTrans" cxnId="{F8169FB0-14A7-44A2-AEC5-01E63087C684}">
      <dgm:prSet/>
      <dgm:spPr/>
      <dgm:t>
        <a:bodyPr/>
        <a:lstStyle/>
        <a:p>
          <a:endParaRPr lang="en-IN"/>
        </a:p>
      </dgm:t>
    </dgm:pt>
    <dgm:pt modelId="{CADD24AB-0D33-47D1-B779-8EBD3719213E}" type="sibTrans" cxnId="{F8169FB0-14A7-44A2-AEC5-01E63087C684}">
      <dgm:prSet/>
      <dgm:spPr/>
      <dgm:t>
        <a:bodyPr/>
        <a:lstStyle/>
        <a:p>
          <a:endParaRPr lang="en-IN"/>
        </a:p>
      </dgm:t>
    </dgm:pt>
    <dgm:pt modelId="{2089F497-C8D1-4EBB-815C-AE9DB85D2169}">
      <dgm:prSet/>
      <dgm:spPr/>
      <dgm:t>
        <a:bodyPr/>
        <a:lstStyle/>
        <a:p>
          <a:r>
            <a:rPr lang="en-US"/>
            <a:t>Identify the problematic line/code block</a:t>
          </a:r>
          <a:endParaRPr lang="en-US" dirty="0"/>
        </a:p>
      </dgm:t>
    </dgm:pt>
    <dgm:pt modelId="{9E170982-8077-4904-B7C8-96E224BCCDDA}" type="parTrans" cxnId="{C918B350-0889-4D0D-A56D-7CBA397FEEFC}">
      <dgm:prSet/>
      <dgm:spPr/>
      <dgm:t>
        <a:bodyPr/>
        <a:lstStyle/>
        <a:p>
          <a:endParaRPr lang="en-IN"/>
        </a:p>
      </dgm:t>
    </dgm:pt>
    <dgm:pt modelId="{E91D5D86-1425-4EA6-9EFD-77863BFA060A}" type="sibTrans" cxnId="{C918B350-0889-4D0D-A56D-7CBA397FEEFC}">
      <dgm:prSet/>
      <dgm:spPr/>
      <dgm:t>
        <a:bodyPr/>
        <a:lstStyle/>
        <a:p>
          <a:endParaRPr lang="en-IN"/>
        </a:p>
      </dgm:t>
    </dgm:pt>
    <dgm:pt modelId="{619EF76F-9924-49FA-90BD-E0A201D79E9B}">
      <dgm:prSet/>
      <dgm:spPr/>
      <dgm:t>
        <a:bodyPr/>
        <a:lstStyle/>
        <a:p>
          <a:r>
            <a:rPr lang="en-US"/>
            <a:t>Reproduce the error with minimal test case</a:t>
          </a:r>
          <a:endParaRPr lang="en-US" dirty="0"/>
        </a:p>
      </dgm:t>
    </dgm:pt>
    <dgm:pt modelId="{698DB34A-1D05-4F81-917F-C8B2650E23A2}" type="parTrans" cxnId="{BAE206CD-913F-48B6-A923-538BDD4EB89A}">
      <dgm:prSet/>
      <dgm:spPr/>
      <dgm:t>
        <a:bodyPr/>
        <a:lstStyle/>
        <a:p>
          <a:endParaRPr lang="en-IN"/>
        </a:p>
      </dgm:t>
    </dgm:pt>
    <dgm:pt modelId="{97794625-4BAA-4DC1-8ED8-EDD858DB1C44}" type="sibTrans" cxnId="{BAE206CD-913F-48B6-A923-538BDD4EB89A}">
      <dgm:prSet/>
      <dgm:spPr/>
      <dgm:t>
        <a:bodyPr/>
        <a:lstStyle/>
        <a:p>
          <a:endParaRPr lang="en-IN"/>
        </a:p>
      </dgm:t>
    </dgm:pt>
    <dgm:pt modelId="{C966EB1D-26D8-4145-B43B-742015149324}">
      <dgm:prSet/>
      <dgm:spPr/>
      <dgm:t>
        <a:bodyPr/>
        <a:lstStyle/>
        <a:p>
          <a:r>
            <a:rPr lang="en-US"/>
            <a:t>Hypothesize the cause (logic, type mismatch, missing import, etc.)</a:t>
          </a:r>
          <a:endParaRPr lang="en-US" dirty="0"/>
        </a:p>
      </dgm:t>
    </dgm:pt>
    <dgm:pt modelId="{BAA9D59E-549F-437A-82F2-20083DE84BCD}" type="parTrans" cxnId="{4FA7D06D-FABA-4A19-8947-65811AC016B4}">
      <dgm:prSet/>
      <dgm:spPr/>
      <dgm:t>
        <a:bodyPr/>
        <a:lstStyle/>
        <a:p>
          <a:endParaRPr lang="en-IN"/>
        </a:p>
      </dgm:t>
    </dgm:pt>
    <dgm:pt modelId="{385F7BBD-3AFE-42B3-9115-CF07566A986E}" type="sibTrans" cxnId="{4FA7D06D-FABA-4A19-8947-65811AC016B4}">
      <dgm:prSet/>
      <dgm:spPr/>
      <dgm:t>
        <a:bodyPr/>
        <a:lstStyle/>
        <a:p>
          <a:endParaRPr lang="en-IN"/>
        </a:p>
      </dgm:t>
    </dgm:pt>
    <dgm:pt modelId="{D75F3CBA-0506-4C33-95F9-C59C57486023}">
      <dgm:prSet/>
      <dgm:spPr/>
      <dgm:t>
        <a:bodyPr/>
        <a:lstStyle/>
        <a:p>
          <a:r>
            <a:rPr lang="en-US"/>
            <a:t>Test small fixes → run and observe</a:t>
          </a:r>
          <a:endParaRPr lang="en-US" dirty="0"/>
        </a:p>
      </dgm:t>
    </dgm:pt>
    <dgm:pt modelId="{FF9D0D0B-88CE-40C0-BDF7-B6C6C542A881}" type="parTrans" cxnId="{942A1043-45BF-49D5-9457-5AC12518683F}">
      <dgm:prSet/>
      <dgm:spPr/>
      <dgm:t>
        <a:bodyPr/>
        <a:lstStyle/>
        <a:p>
          <a:endParaRPr lang="en-IN"/>
        </a:p>
      </dgm:t>
    </dgm:pt>
    <dgm:pt modelId="{693F98B2-F9C0-49F6-B7BC-B97B0D34788D}" type="sibTrans" cxnId="{942A1043-45BF-49D5-9457-5AC12518683F}">
      <dgm:prSet/>
      <dgm:spPr/>
      <dgm:t>
        <a:bodyPr/>
        <a:lstStyle/>
        <a:p>
          <a:endParaRPr lang="en-IN"/>
        </a:p>
      </dgm:t>
    </dgm:pt>
    <dgm:pt modelId="{7EE4FE57-8988-4202-8AEC-126E1AD65AD7}">
      <dgm:prSet/>
      <dgm:spPr/>
      <dgm:t>
        <a:bodyPr/>
        <a:lstStyle/>
        <a:p>
          <a:r>
            <a:rPr lang="en-US"/>
            <a:t>Verify solution works across cases (edge cases included)</a:t>
          </a:r>
          <a:endParaRPr lang="en-US" dirty="0"/>
        </a:p>
      </dgm:t>
    </dgm:pt>
    <dgm:pt modelId="{3B043B37-CCDC-4A33-9CA6-F21EA114624D}" type="parTrans" cxnId="{8038CBB4-8F81-4811-A7DF-A60028F72A79}">
      <dgm:prSet/>
      <dgm:spPr/>
      <dgm:t>
        <a:bodyPr/>
        <a:lstStyle/>
        <a:p>
          <a:endParaRPr lang="en-IN"/>
        </a:p>
      </dgm:t>
    </dgm:pt>
    <dgm:pt modelId="{0180C641-F453-49D0-B613-8BFAE560919D}" type="sibTrans" cxnId="{8038CBB4-8F81-4811-A7DF-A60028F72A79}">
      <dgm:prSet/>
      <dgm:spPr/>
      <dgm:t>
        <a:bodyPr/>
        <a:lstStyle/>
        <a:p>
          <a:endParaRPr lang="en-IN"/>
        </a:p>
      </dgm:t>
    </dgm:pt>
    <dgm:pt modelId="{C1B2416F-50AE-4395-9A28-23ECC85E2E0C}" type="pres">
      <dgm:prSet presAssocID="{1C7BDB0E-1B6F-420C-89D9-AC8444DF4F61}" presName="diagram" presStyleCnt="0">
        <dgm:presLayoutVars>
          <dgm:dir/>
          <dgm:resizeHandles val="exact"/>
        </dgm:presLayoutVars>
      </dgm:prSet>
      <dgm:spPr/>
    </dgm:pt>
    <dgm:pt modelId="{95FFAE64-625C-44D8-ABD1-602FE5D849F0}" type="pres">
      <dgm:prSet presAssocID="{F14CE875-E520-4199-83DD-D4993A82F5A1}" presName="node" presStyleLbl="node1" presStyleIdx="0" presStyleCnt="6">
        <dgm:presLayoutVars>
          <dgm:bulletEnabled val="1"/>
        </dgm:presLayoutVars>
      </dgm:prSet>
      <dgm:spPr/>
    </dgm:pt>
    <dgm:pt modelId="{18985F44-68A5-4778-9C57-F713037E8536}" type="pres">
      <dgm:prSet presAssocID="{CADD24AB-0D33-47D1-B779-8EBD3719213E}" presName="sibTrans" presStyleLbl="sibTrans2D1" presStyleIdx="0" presStyleCnt="5"/>
      <dgm:spPr/>
    </dgm:pt>
    <dgm:pt modelId="{44634282-DFF5-47B7-83D1-B73E66DF28AB}" type="pres">
      <dgm:prSet presAssocID="{CADD24AB-0D33-47D1-B779-8EBD3719213E}" presName="connectorText" presStyleLbl="sibTrans2D1" presStyleIdx="0" presStyleCnt="5"/>
      <dgm:spPr/>
    </dgm:pt>
    <dgm:pt modelId="{E4520C21-B2AF-4F43-BD15-CF494879EF3C}" type="pres">
      <dgm:prSet presAssocID="{2089F497-C8D1-4EBB-815C-AE9DB85D2169}" presName="node" presStyleLbl="node1" presStyleIdx="1" presStyleCnt="6">
        <dgm:presLayoutVars>
          <dgm:bulletEnabled val="1"/>
        </dgm:presLayoutVars>
      </dgm:prSet>
      <dgm:spPr/>
    </dgm:pt>
    <dgm:pt modelId="{AD6E0607-09E0-4286-904D-ECDF28498A3E}" type="pres">
      <dgm:prSet presAssocID="{E91D5D86-1425-4EA6-9EFD-77863BFA060A}" presName="sibTrans" presStyleLbl="sibTrans2D1" presStyleIdx="1" presStyleCnt="5"/>
      <dgm:spPr/>
    </dgm:pt>
    <dgm:pt modelId="{4C27F990-F568-4D47-9854-01103C157A9F}" type="pres">
      <dgm:prSet presAssocID="{E91D5D86-1425-4EA6-9EFD-77863BFA060A}" presName="connectorText" presStyleLbl="sibTrans2D1" presStyleIdx="1" presStyleCnt="5"/>
      <dgm:spPr/>
    </dgm:pt>
    <dgm:pt modelId="{30920C07-04FE-494A-AF72-18EB4F27E7E1}" type="pres">
      <dgm:prSet presAssocID="{619EF76F-9924-49FA-90BD-E0A201D79E9B}" presName="node" presStyleLbl="node1" presStyleIdx="2" presStyleCnt="6">
        <dgm:presLayoutVars>
          <dgm:bulletEnabled val="1"/>
        </dgm:presLayoutVars>
      </dgm:prSet>
      <dgm:spPr/>
    </dgm:pt>
    <dgm:pt modelId="{33ED9FA0-D3EE-4F6E-A381-138329501000}" type="pres">
      <dgm:prSet presAssocID="{97794625-4BAA-4DC1-8ED8-EDD858DB1C44}" presName="sibTrans" presStyleLbl="sibTrans2D1" presStyleIdx="2" presStyleCnt="5"/>
      <dgm:spPr/>
    </dgm:pt>
    <dgm:pt modelId="{2A3073B1-F116-4F4C-B384-9DF8219B96A4}" type="pres">
      <dgm:prSet presAssocID="{97794625-4BAA-4DC1-8ED8-EDD858DB1C44}" presName="connectorText" presStyleLbl="sibTrans2D1" presStyleIdx="2" presStyleCnt="5"/>
      <dgm:spPr/>
    </dgm:pt>
    <dgm:pt modelId="{5E7131DC-A5D2-46F7-95E1-703CEC4F5D24}" type="pres">
      <dgm:prSet presAssocID="{C966EB1D-26D8-4145-B43B-742015149324}" presName="node" presStyleLbl="node1" presStyleIdx="3" presStyleCnt="6">
        <dgm:presLayoutVars>
          <dgm:bulletEnabled val="1"/>
        </dgm:presLayoutVars>
      </dgm:prSet>
      <dgm:spPr/>
    </dgm:pt>
    <dgm:pt modelId="{8B6F6371-4398-42A9-BB4F-B7CBD53AA375}" type="pres">
      <dgm:prSet presAssocID="{385F7BBD-3AFE-42B3-9115-CF07566A986E}" presName="sibTrans" presStyleLbl="sibTrans2D1" presStyleIdx="3" presStyleCnt="5"/>
      <dgm:spPr/>
    </dgm:pt>
    <dgm:pt modelId="{A55DB4F7-661E-4454-A751-3C389FAEF5AD}" type="pres">
      <dgm:prSet presAssocID="{385F7BBD-3AFE-42B3-9115-CF07566A986E}" presName="connectorText" presStyleLbl="sibTrans2D1" presStyleIdx="3" presStyleCnt="5"/>
      <dgm:spPr/>
    </dgm:pt>
    <dgm:pt modelId="{2AE023E6-D4F6-49CD-BD3E-174A44C741DC}" type="pres">
      <dgm:prSet presAssocID="{D75F3CBA-0506-4C33-95F9-C59C57486023}" presName="node" presStyleLbl="node1" presStyleIdx="4" presStyleCnt="6">
        <dgm:presLayoutVars>
          <dgm:bulletEnabled val="1"/>
        </dgm:presLayoutVars>
      </dgm:prSet>
      <dgm:spPr/>
    </dgm:pt>
    <dgm:pt modelId="{7FD8476A-2F75-4719-9D09-E87BA5A74B6A}" type="pres">
      <dgm:prSet presAssocID="{693F98B2-F9C0-49F6-B7BC-B97B0D34788D}" presName="sibTrans" presStyleLbl="sibTrans2D1" presStyleIdx="4" presStyleCnt="5"/>
      <dgm:spPr/>
    </dgm:pt>
    <dgm:pt modelId="{A1747396-B437-487E-9802-23A283B5C478}" type="pres">
      <dgm:prSet presAssocID="{693F98B2-F9C0-49F6-B7BC-B97B0D34788D}" presName="connectorText" presStyleLbl="sibTrans2D1" presStyleIdx="4" presStyleCnt="5"/>
      <dgm:spPr/>
    </dgm:pt>
    <dgm:pt modelId="{9A98EC6F-9934-4C65-9804-7CA0E5E6E200}" type="pres">
      <dgm:prSet presAssocID="{7EE4FE57-8988-4202-8AEC-126E1AD65AD7}" presName="node" presStyleLbl="node1" presStyleIdx="5" presStyleCnt="6">
        <dgm:presLayoutVars>
          <dgm:bulletEnabled val="1"/>
        </dgm:presLayoutVars>
      </dgm:prSet>
      <dgm:spPr/>
    </dgm:pt>
  </dgm:ptLst>
  <dgm:cxnLst>
    <dgm:cxn modelId="{DA9BCE21-699F-4F31-A817-5995D5BE426E}" type="presOf" srcId="{693F98B2-F9C0-49F6-B7BC-B97B0D34788D}" destId="{7FD8476A-2F75-4719-9D09-E87BA5A74B6A}" srcOrd="0" destOrd="0" presId="urn:microsoft.com/office/officeart/2005/8/layout/process5"/>
    <dgm:cxn modelId="{56357427-8200-4E1E-8B05-E2C298BD1EDC}" type="presOf" srcId="{E91D5D86-1425-4EA6-9EFD-77863BFA060A}" destId="{AD6E0607-09E0-4286-904D-ECDF28498A3E}" srcOrd="0" destOrd="0" presId="urn:microsoft.com/office/officeart/2005/8/layout/process5"/>
    <dgm:cxn modelId="{AE487329-11D8-48C8-A79C-6967A988EAF4}" type="presOf" srcId="{CADD24AB-0D33-47D1-B779-8EBD3719213E}" destId="{18985F44-68A5-4778-9C57-F713037E8536}" srcOrd="0" destOrd="0" presId="urn:microsoft.com/office/officeart/2005/8/layout/process5"/>
    <dgm:cxn modelId="{5B180931-5A60-42B4-A29D-AEF8A752061F}" type="presOf" srcId="{2089F497-C8D1-4EBB-815C-AE9DB85D2169}" destId="{E4520C21-B2AF-4F43-BD15-CF494879EF3C}" srcOrd="0" destOrd="0" presId="urn:microsoft.com/office/officeart/2005/8/layout/process5"/>
    <dgm:cxn modelId="{6E66903B-CBCC-499F-A3DF-578D9BB5EC35}" type="presOf" srcId="{385F7BBD-3AFE-42B3-9115-CF07566A986E}" destId="{8B6F6371-4398-42A9-BB4F-B7CBD53AA375}" srcOrd="0" destOrd="0" presId="urn:microsoft.com/office/officeart/2005/8/layout/process5"/>
    <dgm:cxn modelId="{8C954F42-2D55-41AC-BB18-FCB89A8E6DEB}" type="presOf" srcId="{E91D5D86-1425-4EA6-9EFD-77863BFA060A}" destId="{4C27F990-F568-4D47-9854-01103C157A9F}" srcOrd="1" destOrd="0" presId="urn:microsoft.com/office/officeart/2005/8/layout/process5"/>
    <dgm:cxn modelId="{942A1043-45BF-49D5-9457-5AC12518683F}" srcId="{1C7BDB0E-1B6F-420C-89D9-AC8444DF4F61}" destId="{D75F3CBA-0506-4C33-95F9-C59C57486023}" srcOrd="4" destOrd="0" parTransId="{FF9D0D0B-88CE-40C0-BDF7-B6C6C542A881}" sibTransId="{693F98B2-F9C0-49F6-B7BC-B97B0D34788D}"/>
    <dgm:cxn modelId="{4FA7D06D-FABA-4A19-8947-65811AC016B4}" srcId="{1C7BDB0E-1B6F-420C-89D9-AC8444DF4F61}" destId="{C966EB1D-26D8-4145-B43B-742015149324}" srcOrd="3" destOrd="0" parTransId="{BAA9D59E-549F-437A-82F2-20083DE84BCD}" sibTransId="{385F7BBD-3AFE-42B3-9115-CF07566A986E}"/>
    <dgm:cxn modelId="{C918B350-0889-4D0D-A56D-7CBA397FEEFC}" srcId="{1C7BDB0E-1B6F-420C-89D9-AC8444DF4F61}" destId="{2089F497-C8D1-4EBB-815C-AE9DB85D2169}" srcOrd="1" destOrd="0" parTransId="{9E170982-8077-4904-B7C8-96E224BCCDDA}" sibTransId="{E91D5D86-1425-4EA6-9EFD-77863BFA060A}"/>
    <dgm:cxn modelId="{673D4F71-B1A1-43B5-ABD6-5F3D3A53CB3A}" type="presOf" srcId="{385F7BBD-3AFE-42B3-9115-CF07566A986E}" destId="{A55DB4F7-661E-4454-A751-3C389FAEF5AD}" srcOrd="1" destOrd="0" presId="urn:microsoft.com/office/officeart/2005/8/layout/process5"/>
    <dgm:cxn modelId="{C74FE257-3415-46D8-9DE0-F111F931AC18}" type="presOf" srcId="{F14CE875-E520-4199-83DD-D4993A82F5A1}" destId="{95FFAE64-625C-44D8-ABD1-602FE5D849F0}" srcOrd="0" destOrd="0" presId="urn:microsoft.com/office/officeart/2005/8/layout/process5"/>
    <dgm:cxn modelId="{FC25807B-5378-4BCD-BCFA-88FB6442DBD9}" type="presOf" srcId="{CADD24AB-0D33-47D1-B779-8EBD3719213E}" destId="{44634282-DFF5-47B7-83D1-B73E66DF28AB}" srcOrd="1" destOrd="0" presId="urn:microsoft.com/office/officeart/2005/8/layout/process5"/>
    <dgm:cxn modelId="{8DC9EF83-F55C-45B8-8C52-28051F0DB031}" type="presOf" srcId="{C966EB1D-26D8-4145-B43B-742015149324}" destId="{5E7131DC-A5D2-46F7-95E1-703CEC4F5D24}" srcOrd="0" destOrd="0" presId="urn:microsoft.com/office/officeart/2005/8/layout/process5"/>
    <dgm:cxn modelId="{95E58A98-7C60-4010-8917-E17FCB730A3C}" type="presOf" srcId="{693F98B2-F9C0-49F6-B7BC-B97B0D34788D}" destId="{A1747396-B437-487E-9802-23A283B5C478}" srcOrd="1" destOrd="0" presId="urn:microsoft.com/office/officeart/2005/8/layout/process5"/>
    <dgm:cxn modelId="{A8E024A6-0F8B-4DD2-88A8-4A31BED2336B}" type="presOf" srcId="{7EE4FE57-8988-4202-8AEC-126E1AD65AD7}" destId="{9A98EC6F-9934-4C65-9804-7CA0E5E6E200}" srcOrd="0" destOrd="0" presId="urn:microsoft.com/office/officeart/2005/8/layout/process5"/>
    <dgm:cxn modelId="{F8169FB0-14A7-44A2-AEC5-01E63087C684}" srcId="{1C7BDB0E-1B6F-420C-89D9-AC8444DF4F61}" destId="{F14CE875-E520-4199-83DD-D4993A82F5A1}" srcOrd="0" destOrd="0" parTransId="{19A35B3A-8A4B-4D73-93D1-F86E68B3177D}" sibTransId="{CADD24AB-0D33-47D1-B779-8EBD3719213E}"/>
    <dgm:cxn modelId="{8038CBB4-8F81-4811-A7DF-A60028F72A79}" srcId="{1C7BDB0E-1B6F-420C-89D9-AC8444DF4F61}" destId="{7EE4FE57-8988-4202-8AEC-126E1AD65AD7}" srcOrd="5" destOrd="0" parTransId="{3B043B37-CCDC-4A33-9CA6-F21EA114624D}" sibTransId="{0180C641-F453-49D0-B613-8BFAE560919D}"/>
    <dgm:cxn modelId="{910BE7B9-9562-425A-893F-A20A6D93D262}" type="presOf" srcId="{1C7BDB0E-1B6F-420C-89D9-AC8444DF4F61}" destId="{C1B2416F-50AE-4395-9A28-23ECC85E2E0C}" srcOrd="0" destOrd="0" presId="urn:microsoft.com/office/officeart/2005/8/layout/process5"/>
    <dgm:cxn modelId="{E10716C3-4696-4DD2-9614-5244BA9837B4}" type="presOf" srcId="{D75F3CBA-0506-4C33-95F9-C59C57486023}" destId="{2AE023E6-D4F6-49CD-BD3E-174A44C741DC}" srcOrd="0" destOrd="0" presId="urn:microsoft.com/office/officeart/2005/8/layout/process5"/>
    <dgm:cxn modelId="{E82C7EC3-EA74-48B6-A735-C0E15A150789}" type="presOf" srcId="{619EF76F-9924-49FA-90BD-E0A201D79E9B}" destId="{30920C07-04FE-494A-AF72-18EB4F27E7E1}" srcOrd="0" destOrd="0" presId="urn:microsoft.com/office/officeart/2005/8/layout/process5"/>
    <dgm:cxn modelId="{B1F4B0C6-47D2-46F2-A01F-8C174416B6F0}" type="presOf" srcId="{97794625-4BAA-4DC1-8ED8-EDD858DB1C44}" destId="{33ED9FA0-D3EE-4F6E-A381-138329501000}" srcOrd="0" destOrd="0" presId="urn:microsoft.com/office/officeart/2005/8/layout/process5"/>
    <dgm:cxn modelId="{BAE206CD-913F-48B6-A923-538BDD4EB89A}" srcId="{1C7BDB0E-1B6F-420C-89D9-AC8444DF4F61}" destId="{619EF76F-9924-49FA-90BD-E0A201D79E9B}" srcOrd="2" destOrd="0" parTransId="{698DB34A-1D05-4F81-917F-C8B2650E23A2}" sibTransId="{97794625-4BAA-4DC1-8ED8-EDD858DB1C44}"/>
    <dgm:cxn modelId="{C949B1E8-8C7C-44FC-8043-766C226846A5}" type="presOf" srcId="{97794625-4BAA-4DC1-8ED8-EDD858DB1C44}" destId="{2A3073B1-F116-4F4C-B384-9DF8219B96A4}" srcOrd="1" destOrd="0" presId="urn:microsoft.com/office/officeart/2005/8/layout/process5"/>
    <dgm:cxn modelId="{ACF73E4D-4EC7-400D-8157-AB133E6621C0}" type="presParOf" srcId="{C1B2416F-50AE-4395-9A28-23ECC85E2E0C}" destId="{95FFAE64-625C-44D8-ABD1-602FE5D849F0}" srcOrd="0" destOrd="0" presId="urn:microsoft.com/office/officeart/2005/8/layout/process5"/>
    <dgm:cxn modelId="{47376897-248A-4A03-8887-F5DE8E33BE62}" type="presParOf" srcId="{C1B2416F-50AE-4395-9A28-23ECC85E2E0C}" destId="{18985F44-68A5-4778-9C57-F713037E8536}" srcOrd="1" destOrd="0" presId="urn:microsoft.com/office/officeart/2005/8/layout/process5"/>
    <dgm:cxn modelId="{8B517B1B-0D1A-4B5D-BCC1-A48CCBC39655}" type="presParOf" srcId="{18985F44-68A5-4778-9C57-F713037E8536}" destId="{44634282-DFF5-47B7-83D1-B73E66DF28AB}" srcOrd="0" destOrd="0" presId="urn:microsoft.com/office/officeart/2005/8/layout/process5"/>
    <dgm:cxn modelId="{8D448944-750E-45BE-A57A-82D548A74581}" type="presParOf" srcId="{C1B2416F-50AE-4395-9A28-23ECC85E2E0C}" destId="{E4520C21-B2AF-4F43-BD15-CF494879EF3C}" srcOrd="2" destOrd="0" presId="urn:microsoft.com/office/officeart/2005/8/layout/process5"/>
    <dgm:cxn modelId="{3EED16AE-08C9-4FA8-807E-1C27D3F4080C}" type="presParOf" srcId="{C1B2416F-50AE-4395-9A28-23ECC85E2E0C}" destId="{AD6E0607-09E0-4286-904D-ECDF28498A3E}" srcOrd="3" destOrd="0" presId="urn:microsoft.com/office/officeart/2005/8/layout/process5"/>
    <dgm:cxn modelId="{4E27658C-C376-4367-B9A4-69DA31B6685A}" type="presParOf" srcId="{AD6E0607-09E0-4286-904D-ECDF28498A3E}" destId="{4C27F990-F568-4D47-9854-01103C157A9F}" srcOrd="0" destOrd="0" presId="urn:microsoft.com/office/officeart/2005/8/layout/process5"/>
    <dgm:cxn modelId="{4D8C37BD-574A-4951-9576-0D25F32B028F}" type="presParOf" srcId="{C1B2416F-50AE-4395-9A28-23ECC85E2E0C}" destId="{30920C07-04FE-494A-AF72-18EB4F27E7E1}" srcOrd="4" destOrd="0" presId="urn:microsoft.com/office/officeart/2005/8/layout/process5"/>
    <dgm:cxn modelId="{8BDD062A-38A2-42AB-A54F-E5BE15C8F3CC}" type="presParOf" srcId="{C1B2416F-50AE-4395-9A28-23ECC85E2E0C}" destId="{33ED9FA0-D3EE-4F6E-A381-138329501000}" srcOrd="5" destOrd="0" presId="urn:microsoft.com/office/officeart/2005/8/layout/process5"/>
    <dgm:cxn modelId="{9CDE8778-F37A-4565-8F75-C8EAC9845650}" type="presParOf" srcId="{33ED9FA0-D3EE-4F6E-A381-138329501000}" destId="{2A3073B1-F116-4F4C-B384-9DF8219B96A4}" srcOrd="0" destOrd="0" presId="urn:microsoft.com/office/officeart/2005/8/layout/process5"/>
    <dgm:cxn modelId="{7077A6BA-C14E-43A5-BAB8-B483B678D1A5}" type="presParOf" srcId="{C1B2416F-50AE-4395-9A28-23ECC85E2E0C}" destId="{5E7131DC-A5D2-46F7-95E1-703CEC4F5D24}" srcOrd="6" destOrd="0" presId="urn:microsoft.com/office/officeart/2005/8/layout/process5"/>
    <dgm:cxn modelId="{C6847CD6-7F6E-464F-9A64-1372E1692039}" type="presParOf" srcId="{C1B2416F-50AE-4395-9A28-23ECC85E2E0C}" destId="{8B6F6371-4398-42A9-BB4F-B7CBD53AA375}" srcOrd="7" destOrd="0" presId="urn:microsoft.com/office/officeart/2005/8/layout/process5"/>
    <dgm:cxn modelId="{B7A745BA-C04D-428D-8DB7-2470AC6F0595}" type="presParOf" srcId="{8B6F6371-4398-42A9-BB4F-B7CBD53AA375}" destId="{A55DB4F7-661E-4454-A751-3C389FAEF5AD}" srcOrd="0" destOrd="0" presId="urn:microsoft.com/office/officeart/2005/8/layout/process5"/>
    <dgm:cxn modelId="{97E46C27-0B36-4E75-98D8-CBE358A29602}" type="presParOf" srcId="{C1B2416F-50AE-4395-9A28-23ECC85E2E0C}" destId="{2AE023E6-D4F6-49CD-BD3E-174A44C741DC}" srcOrd="8" destOrd="0" presId="urn:microsoft.com/office/officeart/2005/8/layout/process5"/>
    <dgm:cxn modelId="{CE91DBCE-649B-4943-A293-F5EDDF749423}" type="presParOf" srcId="{C1B2416F-50AE-4395-9A28-23ECC85E2E0C}" destId="{7FD8476A-2F75-4719-9D09-E87BA5A74B6A}" srcOrd="9" destOrd="0" presId="urn:microsoft.com/office/officeart/2005/8/layout/process5"/>
    <dgm:cxn modelId="{309FA549-05D7-42BC-9BC3-E9536074D502}" type="presParOf" srcId="{7FD8476A-2F75-4719-9D09-E87BA5A74B6A}" destId="{A1747396-B437-487E-9802-23A283B5C478}" srcOrd="0" destOrd="0" presId="urn:microsoft.com/office/officeart/2005/8/layout/process5"/>
    <dgm:cxn modelId="{57DAC842-D437-470A-9077-5B46658F75D4}" type="presParOf" srcId="{C1B2416F-50AE-4395-9A28-23ECC85E2E0C}" destId="{9A98EC6F-9934-4C65-9804-7CA0E5E6E200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E1D54A-1B5D-4424-A596-1B3DB67E1B10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A8524EFF-1B7F-49BE-A831-DCE27A7A901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Understand every line of code you submit or use</a:t>
          </a:r>
          <a:endParaRPr lang="en-IN" dirty="0"/>
        </a:p>
      </dgm:t>
    </dgm:pt>
    <dgm:pt modelId="{E67594F4-6237-4FF6-BBC9-6F51F42F5357}" type="parTrans" cxnId="{D10DCDF9-8283-44E5-9D80-E27CB8806D1F}">
      <dgm:prSet/>
      <dgm:spPr/>
      <dgm:t>
        <a:bodyPr/>
        <a:lstStyle/>
        <a:p>
          <a:endParaRPr lang="en-IN"/>
        </a:p>
      </dgm:t>
    </dgm:pt>
    <dgm:pt modelId="{EBF37B3D-B73B-429B-8473-1EBF6E070D2B}" type="sibTrans" cxnId="{D10DCDF9-8283-44E5-9D80-E27CB8806D1F}">
      <dgm:prSet/>
      <dgm:spPr/>
      <dgm:t>
        <a:bodyPr/>
        <a:lstStyle/>
        <a:p>
          <a:endParaRPr lang="en-IN"/>
        </a:p>
      </dgm:t>
    </dgm:pt>
    <dgm:pt modelId="{C975F6C0-46E6-475A-8E55-E7008A916159}">
      <dgm:prSet/>
      <dgm:spPr/>
      <dgm:t>
        <a:bodyPr/>
        <a:lstStyle/>
        <a:p>
          <a:r>
            <a:rPr lang="en-US"/>
            <a:t>Verify correctness: test outputs, edge cases, security implications</a:t>
          </a:r>
          <a:endParaRPr lang="en-US" dirty="0"/>
        </a:p>
      </dgm:t>
    </dgm:pt>
    <dgm:pt modelId="{C5FBD74B-F946-400F-9ED9-4756D94453FF}" type="parTrans" cxnId="{CDFA34A4-7D71-4975-920A-62DDA28BE58D}">
      <dgm:prSet/>
      <dgm:spPr/>
      <dgm:t>
        <a:bodyPr/>
        <a:lstStyle/>
        <a:p>
          <a:endParaRPr lang="en-IN"/>
        </a:p>
      </dgm:t>
    </dgm:pt>
    <dgm:pt modelId="{5AD06BDE-3192-4085-AC36-72139D5EB013}" type="sibTrans" cxnId="{CDFA34A4-7D71-4975-920A-62DDA28BE58D}">
      <dgm:prSet/>
      <dgm:spPr/>
      <dgm:t>
        <a:bodyPr/>
        <a:lstStyle/>
        <a:p>
          <a:endParaRPr lang="en-IN"/>
        </a:p>
      </dgm:t>
    </dgm:pt>
    <dgm:pt modelId="{F7A831B8-0BCF-4BB3-AFFE-42F6890AF085}">
      <dgm:prSet/>
      <dgm:spPr/>
      <dgm:t>
        <a:bodyPr/>
        <a:lstStyle/>
        <a:p>
          <a:r>
            <a:rPr lang="en-US"/>
            <a:t>Do not present AI-generated code as entirely your own in assessments</a:t>
          </a:r>
          <a:endParaRPr lang="en-US" dirty="0"/>
        </a:p>
      </dgm:t>
    </dgm:pt>
    <dgm:pt modelId="{E9981E41-8786-4EE1-937C-10D807C8EE51}" type="parTrans" cxnId="{28EDB936-C854-4104-A6FE-8A7AE77E8A3B}">
      <dgm:prSet/>
      <dgm:spPr/>
      <dgm:t>
        <a:bodyPr/>
        <a:lstStyle/>
        <a:p>
          <a:endParaRPr lang="en-IN"/>
        </a:p>
      </dgm:t>
    </dgm:pt>
    <dgm:pt modelId="{CC0C91CC-A94C-4019-9CA5-64EFEC66911F}" type="sibTrans" cxnId="{28EDB936-C854-4104-A6FE-8A7AE77E8A3B}">
      <dgm:prSet/>
      <dgm:spPr/>
      <dgm:t>
        <a:bodyPr/>
        <a:lstStyle/>
        <a:p>
          <a:endParaRPr lang="en-IN"/>
        </a:p>
      </dgm:t>
    </dgm:pt>
    <dgm:pt modelId="{A0EAB59B-62D8-4F27-BFAA-BC0154C91375}">
      <dgm:prSet/>
      <dgm:spPr/>
      <dgm:t>
        <a:bodyPr/>
        <a:lstStyle/>
        <a:p>
          <a:r>
            <a:rPr lang="en-US"/>
            <a:t>Attribute appropriately when required (e.g., in open-source or reports)</a:t>
          </a:r>
          <a:endParaRPr lang="en-US" dirty="0"/>
        </a:p>
      </dgm:t>
    </dgm:pt>
    <dgm:pt modelId="{E58DA48E-BE86-48C2-9023-34D49A44B7EA}" type="parTrans" cxnId="{B1BC21DB-D083-4121-8923-B162B6BC0A8E}">
      <dgm:prSet/>
      <dgm:spPr/>
      <dgm:t>
        <a:bodyPr/>
        <a:lstStyle/>
        <a:p>
          <a:endParaRPr lang="en-IN"/>
        </a:p>
      </dgm:t>
    </dgm:pt>
    <dgm:pt modelId="{3D34C619-B114-41C2-8658-BDD269785F60}" type="sibTrans" cxnId="{B1BC21DB-D083-4121-8923-B162B6BC0A8E}">
      <dgm:prSet/>
      <dgm:spPr/>
      <dgm:t>
        <a:bodyPr/>
        <a:lstStyle/>
        <a:p>
          <a:endParaRPr lang="en-IN"/>
        </a:p>
      </dgm:t>
    </dgm:pt>
    <dgm:pt modelId="{CEA2608C-D94F-4FF1-BFEC-5C7D414E05DF}">
      <dgm:prSet/>
      <dgm:spPr/>
      <dgm:t>
        <a:bodyPr/>
        <a:lstStyle/>
        <a:p>
          <a:r>
            <a:rPr lang="en-US"/>
            <a:t>Be aware of potential biases, hallucinations, or insecure suggestions in AI output</a:t>
          </a:r>
          <a:endParaRPr lang="en-US" dirty="0"/>
        </a:p>
      </dgm:t>
    </dgm:pt>
    <dgm:pt modelId="{1A42BEE2-4C48-4CA7-87C2-35D33755F92B}" type="parTrans" cxnId="{F22157AE-269D-48AC-9182-3F1923466F91}">
      <dgm:prSet/>
      <dgm:spPr/>
      <dgm:t>
        <a:bodyPr/>
        <a:lstStyle/>
        <a:p>
          <a:endParaRPr lang="en-IN"/>
        </a:p>
      </dgm:t>
    </dgm:pt>
    <dgm:pt modelId="{72E20DEA-2620-433F-8301-A43B814F30EE}" type="sibTrans" cxnId="{F22157AE-269D-48AC-9182-3F1923466F91}">
      <dgm:prSet/>
      <dgm:spPr/>
      <dgm:t>
        <a:bodyPr/>
        <a:lstStyle/>
        <a:p>
          <a:endParaRPr lang="en-IN"/>
        </a:p>
      </dgm:t>
    </dgm:pt>
    <dgm:pt modelId="{23ECDE0B-1B5A-4827-9234-46DD845615C1}" type="pres">
      <dgm:prSet presAssocID="{CBE1D54A-1B5D-4424-A596-1B3DB67E1B10}" presName="diagram" presStyleCnt="0">
        <dgm:presLayoutVars>
          <dgm:dir/>
          <dgm:resizeHandles val="exact"/>
        </dgm:presLayoutVars>
      </dgm:prSet>
      <dgm:spPr/>
    </dgm:pt>
    <dgm:pt modelId="{EAE104BF-62A6-4440-ADDE-6A7F29A12928}" type="pres">
      <dgm:prSet presAssocID="{A8524EFF-1B7F-49BE-A831-DCE27A7A901F}" presName="node" presStyleLbl="node1" presStyleIdx="0" presStyleCnt="5">
        <dgm:presLayoutVars>
          <dgm:bulletEnabled val="1"/>
        </dgm:presLayoutVars>
      </dgm:prSet>
      <dgm:spPr/>
    </dgm:pt>
    <dgm:pt modelId="{1ECEF721-6A3E-42E7-A760-94DE7F4407B7}" type="pres">
      <dgm:prSet presAssocID="{EBF37B3D-B73B-429B-8473-1EBF6E070D2B}" presName="sibTrans" presStyleCnt="0"/>
      <dgm:spPr/>
    </dgm:pt>
    <dgm:pt modelId="{3D04C1C8-083E-46E0-8B1C-5140899FA86C}" type="pres">
      <dgm:prSet presAssocID="{C975F6C0-46E6-475A-8E55-E7008A916159}" presName="node" presStyleLbl="node1" presStyleIdx="1" presStyleCnt="5">
        <dgm:presLayoutVars>
          <dgm:bulletEnabled val="1"/>
        </dgm:presLayoutVars>
      </dgm:prSet>
      <dgm:spPr/>
    </dgm:pt>
    <dgm:pt modelId="{F3E8E6C5-E66B-473B-8E12-9C7DC29D5251}" type="pres">
      <dgm:prSet presAssocID="{5AD06BDE-3192-4085-AC36-72139D5EB013}" presName="sibTrans" presStyleCnt="0"/>
      <dgm:spPr/>
    </dgm:pt>
    <dgm:pt modelId="{8B2B4AEA-D9DD-439F-8D6B-97E72F03E4CC}" type="pres">
      <dgm:prSet presAssocID="{F7A831B8-0BCF-4BB3-AFFE-42F6890AF085}" presName="node" presStyleLbl="node1" presStyleIdx="2" presStyleCnt="5">
        <dgm:presLayoutVars>
          <dgm:bulletEnabled val="1"/>
        </dgm:presLayoutVars>
      </dgm:prSet>
      <dgm:spPr/>
    </dgm:pt>
    <dgm:pt modelId="{31B38971-36D3-4DC5-9F5B-A13EF664D58A}" type="pres">
      <dgm:prSet presAssocID="{CC0C91CC-A94C-4019-9CA5-64EFEC66911F}" presName="sibTrans" presStyleCnt="0"/>
      <dgm:spPr/>
    </dgm:pt>
    <dgm:pt modelId="{2663E522-620C-4AC8-8637-06F1EFEDF985}" type="pres">
      <dgm:prSet presAssocID="{A0EAB59B-62D8-4F27-BFAA-BC0154C91375}" presName="node" presStyleLbl="node1" presStyleIdx="3" presStyleCnt="5">
        <dgm:presLayoutVars>
          <dgm:bulletEnabled val="1"/>
        </dgm:presLayoutVars>
      </dgm:prSet>
      <dgm:spPr/>
    </dgm:pt>
    <dgm:pt modelId="{0287230E-799B-45F7-AF1E-CAE5371C8450}" type="pres">
      <dgm:prSet presAssocID="{3D34C619-B114-41C2-8658-BDD269785F60}" presName="sibTrans" presStyleCnt="0"/>
      <dgm:spPr/>
    </dgm:pt>
    <dgm:pt modelId="{34133B04-47E6-43AD-AB93-BB7BD99277A0}" type="pres">
      <dgm:prSet presAssocID="{CEA2608C-D94F-4FF1-BFEC-5C7D414E05DF}" presName="node" presStyleLbl="node1" presStyleIdx="4" presStyleCnt="5">
        <dgm:presLayoutVars>
          <dgm:bulletEnabled val="1"/>
        </dgm:presLayoutVars>
      </dgm:prSet>
      <dgm:spPr/>
    </dgm:pt>
  </dgm:ptLst>
  <dgm:cxnLst>
    <dgm:cxn modelId="{FB86171D-3BD4-41A1-887D-42E6683A65E0}" type="presOf" srcId="{A8524EFF-1B7F-49BE-A831-DCE27A7A901F}" destId="{EAE104BF-62A6-4440-ADDE-6A7F29A12928}" srcOrd="0" destOrd="0" presId="urn:microsoft.com/office/officeart/2005/8/layout/default"/>
    <dgm:cxn modelId="{28EDB936-C854-4104-A6FE-8A7AE77E8A3B}" srcId="{CBE1D54A-1B5D-4424-A596-1B3DB67E1B10}" destId="{F7A831B8-0BCF-4BB3-AFFE-42F6890AF085}" srcOrd="2" destOrd="0" parTransId="{E9981E41-8786-4EE1-937C-10D807C8EE51}" sibTransId="{CC0C91CC-A94C-4019-9CA5-64EFEC66911F}"/>
    <dgm:cxn modelId="{3225B438-3734-48CF-8354-A6AB3952B202}" type="presOf" srcId="{CBE1D54A-1B5D-4424-A596-1B3DB67E1B10}" destId="{23ECDE0B-1B5A-4827-9234-46DD845615C1}" srcOrd="0" destOrd="0" presId="urn:microsoft.com/office/officeart/2005/8/layout/default"/>
    <dgm:cxn modelId="{3853115E-1667-4E31-ADA2-05A41861CC62}" type="presOf" srcId="{CEA2608C-D94F-4FF1-BFEC-5C7D414E05DF}" destId="{34133B04-47E6-43AD-AB93-BB7BD99277A0}" srcOrd="0" destOrd="0" presId="urn:microsoft.com/office/officeart/2005/8/layout/default"/>
    <dgm:cxn modelId="{47EF3069-329D-433E-9BBA-22F6599ED068}" type="presOf" srcId="{A0EAB59B-62D8-4F27-BFAA-BC0154C91375}" destId="{2663E522-620C-4AC8-8637-06F1EFEDF985}" srcOrd="0" destOrd="0" presId="urn:microsoft.com/office/officeart/2005/8/layout/default"/>
    <dgm:cxn modelId="{7E9FD64A-A501-43FF-A30A-02F83BD1B277}" type="presOf" srcId="{C975F6C0-46E6-475A-8E55-E7008A916159}" destId="{3D04C1C8-083E-46E0-8B1C-5140899FA86C}" srcOrd="0" destOrd="0" presId="urn:microsoft.com/office/officeart/2005/8/layout/default"/>
    <dgm:cxn modelId="{CDFA34A4-7D71-4975-920A-62DDA28BE58D}" srcId="{CBE1D54A-1B5D-4424-A596-1B3DB67E1B10}" destId="{C975F6C0-46E6-475A-8E55-E7008A916159}" srcOrd="1" destOrd="0" parTransId="{C5FBD74B-F946-400F-9ED9-4756D94453FF}" sibTransId="{5AD06BDE-3192-4085-AC36-72139D5EB013}"/>
    <dgm:cxn modelId="{F22157AE-269D-48AC-9182-3F1923466F91}" srcId="{CBE1D54A-1B5D-4424-A596-1B3DB67E1B10}" destId="{CEA2608C-D94F-4FF1-BFEC-5C7D414E05DF}" srcOrd="4" destOrd="0" parTransId="{1A42BEE2-4C48-4CA7-87C2-35D33755F92B}" sibTransId="{72E20DEA-2620-433F-8301-A43B814F30EE}"/>
    <dgm:cxn modelId="{4F24D6B0-8017-495E-AEEA-8DB4B907F966}" type="presOf" srcId="{F7A831B8-0BCF-4BB3-AFFE-42F6890AF085}" destId="{8B2B4AEA-D9DD-439F-8D6B-97E72F03E4CC}" srcOrd="0" destOrd="0" presId="urn:microsoft.com/office/officeart/2005/8/layout/default"/>
    <dgm:cxn modelId="{B1BC21DB-D083-4121-8923-B162B6BC0A8E}" srcId="{CBE1D54A-1B5D-4424-A596-1B3DB67E1B10}" destId="{A0EAB59B-62D8-4F27-BFAA-BC0154C91375}" srcOrd="3" destOrd="0" parTransId="{E58DA48E-BE86-48C2-9023-34D49A44B7EA}" sibTransId="{3D34C619-B114-41C2-8658-BDD269785F60}"/>
    <dgm:cxn modelId="{D10DCDF9-8283-44E5-9D80-E27CB8806D1F}" srcId="{CBE1D54A-1B5D-4424-A596-1B3DB67E1B10}" destId="{A8524EFF-1B7F-49BE-A831-DCE27A7A901F}" srcOrd="0" destOrd="0" parTransId="{E67594F4-6237-4FF6-BBC9-6F51F42F5357}" sibTransId="{EBF37B3D-B73B-429B-8473-1EBF6E070D2B}"/>
    <dgm:cxn modelId="{BF85F826-9EBA-4BD6-A569-C84DA46E9C21}" type="presParOf" srcId="{23ECDE0B-1B5A-4827-9234-46DD845615C1}" destId="{EAE104BF-62A6-4440-ADDE-6A7F29A12928}" srcOrd="0" destOrd="0" presId="urn:microsoft.com/office/officeart/2005/8/layout/default"/>
    <dgm:cxn modelId="{5E594C61-739D-4617-BC2E-157F6CF31F46}" type="presParOf" srcId="{23ECDE0B-1B5A-4827-9234-46DD845615C1}" destId="{1ECEF721-6A3E-42E7-A760-94DE7F4407B7}" srcOrd="1" destOrd="0" presId="urn:microsoft.com/office/officeart/2005/8/layout/default"/>
    <dgm:cxn modelId="{57A9119A-5DD5-4DE0-AF46-88CC000BD633}" type="presParOf" srcId="{23ECDE0B-1B5A-4827-9234-46DD845615C1}" destId="{3D04C1C8-083E-46E0-8B1C-5140899FA86C}" srcOrd="2" destOrd="0" presId="urn:microsoft.com/office/officeart/2005/8/layout/default"/>
    <dgm:cxn modelId="{DFF1325F-232B-47A0-823A-3B2DF8D9D360}" type="presParOf" srcId="{23ECDE0B-1B5A-4827-9234-46DD845615C1}" destId="{F3E8E6C5-E66B-473B-8E12-9C7DC29D5251}" srcOrd="3" destOrd="0" presId="urn:microsoft.com/office/officeart/2005/8/layout/default"/>
    <dgm:cxn modelId="{A090FE84-AD48-442C-A574-7B2923E89238}" type="presParOf" srcId="{23ECDE0B-1B5A-4827-9234-46DD845615C1}" destId="{8B2B4AEA-D9DD-439F-8D6B-97E72F03E4CC}" srcOrd="4" destOrd="0" presId="urn:microsoft.com/office/officeart/2005/8/layout/default"/>
    <dgm:cxn modelId="{1666778D-AA6C-40A4-B44F-6533FB7B02FD}" type="presParOf" srcId="{23ECDE0B-1B5A-4827-9234-46DD845615C1}" destId="{31B38971-36D3-4DC5-9F5B-A13EF664D58A}" srcOrd="5" destOrd="0" presId="urn:microsoft.com/office/officeart/2005/8/layout/default"/>
    <dgm:cxn modelId="{2B86580E-E5D9-455F-81EE-8649DFFAB842}" type="presParOf" srcId="{23ECDE0B-1B5A-4827-9234-46DD845615C1}" destId="{2663E522-620C-4AC8-8637-06F1EFEDF985}" srcOrd="6" destOrd="0" presId="urn:microsoft.com/office/officeart/2005/8/layout/default"/>
    <dgm:cxn modelId="{180B5A5D-9788-4382-8702-C593737F3843}" type="presParOf" srcId="{23ECDE0B-1B5A-4827-9234-46DD845615C1}" destId="{0287230E-799B-45F7-AF1E-CAE5371C8450}" srcOrd="7" destOrd="0" presId="urn:microsoft.com/office/officeart/2005/8/layout/default"/>
    <dgm:cxn modelId="{9C9FD04F-7BD4-465C-A4E5-30984A01355C}" type="presParOf" srcId="{23ECDE0B-1B5A-4827-9234-46DD845615C1}" destId="{34133B04-47E6-43AD-AB93-BB7BD99277A0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AEC36A-68C5-4022-977A-83AC9B0367B4}">
      <dsp:nvSpPr>
        <dsp:cNvPr id="0" name=""/>
        <dsp:cNvSpPr/>
      </dsp:nvSpPr>
      <dsp:spPr>
        <a:xfrm>
          <a:off x="0" y="213772"/>
          <a:ext cx="3543591" cy="212615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Good Prompt: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# Use a list comprehension to create a list of even numbers from 1 to 20</a:t>
          </a:r>
          <a:endParaRPr lang="en-IN" sz="1800" kern="1200" dirty="0"/>
        </a:p>
      </dsp:txBody>
      <dsp:txXfrm>
        <a:off x="0" y="213772"/>
        <a:ext cx="3543591" cy="2126155"/>
      </dsp:txXfrm>
    </dsp:sp>
    <dsp:sp modelId="{C05AC44A-950D-4110-BFF5-0ECF1C9B4F10}">
      <dsp:nvSpPr>
        <dsp:cNvPr id="0" name=""/>
        <dsp:cNvSpPr/>
      </dsp:nvSpPr>
      <dsp:spPr>
        <a:xfrm>
          <a:off x="3897951" y="213772"/>
          <a:ext cx="3543591" cy="212615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Better Prompt: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# Create list of even numbers 2–20 using list comprehension, then print sum</a:t>
          </a:r>
        </a:p>
      </dsp:txBody>
      <dsp:txXfrm>
        <a:off x="3897951" y="213772"/>
        <a:ext cx="3543591" cy="2126155"/>
      </dsp:txXfrm>
    </dsp:sp>
    <dsp:sp modelId="{04540D4C-5489-4A15-B3A1-DE488FF062A0}">
      <dsp:nvSpPr>
        <dsp:cNvPr id="0" name=""/>
        <dsp:cNvSpPr/>
      </dsp:nvSpPr>
      <dsp:spPr>
        <a:xfrm>
          <a:off x="7795902" y="213772"/>
          <a:ext cx="3543591" cy="212615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Vague Prompt (avoid):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# list even</a:t>
          </a:r>
        </a:p>
      </dsp:txBody>
      <dsp:txXfrm>
        <a:off x="7795902" y="213772"/>
        <a:ext cx="3543591" cy="21261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526352-2C34-4C76-8706-F18B6247D505}">
      <dsp:nvSpPr>
        <dsp:cNvPr id="0" name=""/>
        <dsp:cNvSpPr/>
      </dsp:nvSpPr>
      <dsp:spPr>
        <a:xfrm>
          <a:off x="4314" y="13717"/>
          <a:ext cx="2594586" cy="7776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NameError</a:t>
          </a:r>
          <a:r>
            <a:rPr lang="en-IN" sz="1800" kern="1200" dirty="0">
              <a:latin typeface="Arial" panose="020B0604020202020204" pitchFamily="34" charset="0"/>
              <a:cs typeface="Arial" panose="020B0604020202020204" pitchFamily="34" charset="0"/>
            </a:rPr>
            <a:t>:</a:t>
          </a:r>
          <a:endParaRPr lang="en-IN" sz="1800" kern="1200" dirty="0"/>
        </a:p>
      </dsp:txBody>
      <dsp:txXfrm>
        <a:off x="4314" y="13717"/>
        <a:ext cx="2594586" cy="777600"/>
      </dsp:txXfrm>
    </dsp:sp>
    <dsp:sp modelId="{BF0F1CA8-8263-405C-87A5-1C5CC822AD0D}">
      <dsp:nvSpPr>
        <dsp:cNvPr id="0" name=""/>
        <dsp:cNvSpPr/>
      </dsp:nvSpPr>
      <dsp:spPr>
        <a:xfrm>
          <a:off x="4314" y="791318"/>
          <a:ext cx="2594586" cy="118584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800" kern="1200">
              <a:latin typeface="Arial" panose="020B0604020202020204" pitchFamily="34" charset="0"/>
              <a:cs typeface="Arial" panose="020B0604020202020204" pitchFamily="34" charset="0"/>
            </a:rPr>
            <a:t>variable/ name not defined</a:t>
          </a:r>
          <a:endParaRPr lang="en-IN" sz="1800" kern="1200" dirty="0"/>
        </a:p>
      </dsp:txBody>
      <dsp:txXfrm>
        <a:off x="4314" y="791318"/>
        <a:ext cx="2594586" cy="1185840"/>
      </dsp:txXfrm>
    </dsp:sp>
    <dsp:sp modelId="{88A0EA4A-FB8D-4F4B-B325-8248E59DE9CF}">
      <dsp:nvSpPr>
        <dsp:cNvPr id="0" name=""/>
        <dsp:cNvSpPr/>
      </dsp:nvSpPr>
      <dsp:spPr>
        <a:xfrm>
          <a:off x="2962143" y="13717"/>
          <a:ext cx="2594586" cy="7776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TypeError</a:t>
          </a:r>
          <a:r>
            <a:rPr lang="en-IN" sz="1800" kern="1200" dirty="0">
              <a:latin typeface="Arial" panose="020B0604020202020204" pitchFamily="34" charset="0"/>
              <a:cs typeface="Arial" panose="020B0604020202020204" pitchFamily="34" charset="0"/>
            </a:rPr>
            <a:t>:</a:t>
          </a:r>
        </a:p>
      </dsp:txBody>
      <dsp:txXfrm>
        <a:off x="2962143" y="13717"/>
        <a:ext cx="2594586" cy="777600"/>
      </dsp:txXfrm>
    </dsp:sp>
    <dsp:sp modelId="{759836DB-CBE3-4524-8A66-A439866EEB44}">
      <dsp:nvSpPr>
        <dsp:cNvPr id="0" name=""/>
        <dsp:cNvSpPr/>
      </dsp:nvSpPr>
      <dsp:spPr>
        <a:xfrm>
          <a:off x="2962143" y="791318"/>
          <a:ext cx="2594586" cy="118584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 dirty="0">
              <a:latin typeface="Arial" panose="020B0604020202020204" pitchFamily="34" charset="0"/>
              <a:cs typeface="Arial" panose="020B0604020202020204" pitchFamily="34" charset="0"/>
            </a:rPr>
            <a:t>operation on incompatible types (e.g., "2" + 3)</a:t>
          </a:r>
        </a:p>
      </dsp:txBody>
      <dsp:txXfrm>
        <a:off x="2962143" y="791318"/>
        <a:ext cx="2594586" cy="1185840"/>
      </dsp:txXfrm>
    </dsp:sp>
    <dsp:sp modelId="{1E11F31A-0CD8-45D9-9828-249E9BBBCF8F}">
      <dsp:nvSpPr>
        <dsp:cNvPr id="0" name=""/>
        <dsp:cNvSpPr/>
      </dsp:nvSpPr>
      <dsp:spPr>
        <a:xfrm>
          <a:off x="5919972" y="13717"/>
          <a:ext cx="2594586" cy="7776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IndexError</a:t>
          </a:r>
          <a:r>
            <a:rPr lang="en-IN" sz="1800" kern="1200" dirty="0">
              <a:latin typeface="Arial" panose="020B0604020202020204" pitchFamily="34" charset="0"/>
              <a:cs typeface="Arial" panose="020B0604020202020204" pitchFamily="34" charset="0"/>
            </a:rPr>
            <a:t>:</a:t>
          </a:r>
        </a:p>
      </dsp:txBody>
      <dsp:txXfrm>
        <a:off x="5919972" y="13717"/>
        <a:ext cx="2594586" cy="777600"/>
      </dsp:txXfrm>
    </dsp:sp>
    <dsp:sp modelId="{392A3F25-BD71-490B-80C7-6729E16A02FB}">
      <dsp:nvSpPr>
        <dsp:cNvPr id="0" name=""/>
        <dsp:cNvSpPr/>
      </dsp:nvSpPr>
      <dsp:spPr>
        <a:xfrm>
          <a:off x="5919972" y="791318"/>
          <a:ext cx="2594586" cy="118584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>
              <a:latin typeface="Arial" panose="020B0604020202020204" pitchFamily="34" charset="0"/>
              <a:cs typeface="Arial" panose="020B0604020202020204" pitchFamily="34" charset="0"/>
            </a:rPr>
            <a:t>list index out of range</a:t>
          </a:r>
          <a:endParaRPr lang="en-IN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919972" y="791318"/>
        <a:ext cx="2594586" cy="1185840"/>
      </dsp:txXfrm>
    </dsp:sp>
    <dsp:sp modelId="{469C32B0-0B83-4671-A08B-C48F74C9AE16}">
      <dsp:nvSpPr>
        <dsp:cNvPr id="0" name=""/>
        <dsp:cNvSpPr/>
      </dsp:nvSpPr>
      <dsp:spPr>
        <a:xfrm>
          <a:off x="8877801" y="13717"/>
          <a:ext cx="2594586" cy="7776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 err="1">
              <a:latin typeface="Arial" panose="020B0604020202020204" pitchFamily="34" charset="0"/>
              <a:cs typeface="Arial" panose="020B0604020202020204" pitchFamily="34" charset="0"/>
            </a:rPr>
            <a:t>KeyError</a:t>
          </a:r>
          <a:r>
            <a:rPr lang="en-IN" sz="1800" kern="1200" dirty="0">
              <a:latin typeface="Arial" panose="020B0604020202020204" pitchFamily="34" charset="0"/>
              <a:cs typeface="Arial" panose="020B0604020202020204" pitchFamily="34" charset="0"/>
            </a:rPr>
            <a:t>:</a:t>
          </a:r>
        </a:p>
      </dsp:txBody>
      <dsp:txXfrm>
        <a:off x="8877801" y="13717"/>
        <a:ext cx="2594586" cy="777600"/>
      </dsp:txXfrm>
    </dsp:sp>
    <dsp:sp modelId="{787FF11C-B553-4D1E-BA6E-8E29067BBE9B}">
      <dsp:nvSpPr>
        <dsp:cNvPr id="0" name=""/>
        <dsp:cNvSpPr/>
      </dsp:nvSpPr>
      <dsp:spPr>
        <a:xfrm>
          <a:off x="8877801" y="791318"/>
          <a:ext cx="2594586" cy="118584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800" kern="1200">
              <a:latin typeface="Arial" panose="020B0604020202020204" pitchFamily="34" charset="0"/>
              <a:cs typeface="Arial" panose="020B0604020202020204" pitchFamily="34" charset="0"/>
            </a:rPr>
            <a:t>missing dictionary key</a:t>
          </a:r>
          <a:endParaRPr lang="en-IN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877801" y="791318"/>
        <a:ext cx="2594586" cy="11858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FFAE64-625C-44D8-ABD1-602FE5D849F0}">
      <dsp:nvSpPr>
        <dsp:cNvPr id="0" name=""/>
        <dsp:cNvSpPr/>
      </dsp:nvSpPr>
      <dsp:spPr>
        <a:xfrm>
          <a:off x="7143" y="1001183"/>
          <a:ext cx="2135187" cy="12811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800" kern="1200" dirty="0"/>
            <a:t>Read the error message carefully (file, line number, error type)</a:t>
          </a:r>
          <a:endParaRPr lang="en-IN" sz="1800" kern="1200" dirty="0"/>
        </a:p>
      </dsp:txBody>
      <dsp:txXfrm>
        <a:off x="44665" y="1038705"/>
        <a:ext cx="2060143" cy="1206068"/>
      </dsp:txXfrm>
    </dsp:sp>
    <dsp:sp modelId="{18985F44-68A5-4778-9C57-F713037E8536}">
      <dsp:nvSpPr>
        <dsp:cNvPr id="0" name=""/>
        <dsp:cNvSpPr/>
      </dsp:nvSpPr>
      <dsp:spPr>
        <a:xfrm>
          <a:off x="2330227" y="1376976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2330227" y="1482881"/>
        <a:ext cx="316861" cy="317716"/>
      </dsp:txXfrm>
    </dsp:sp>
    <dsp:sp modelId="{E4520C21-B2AF-4F43-BD15-CF494879EF3C}">
      <dsp:nvSpPr>
        <dsp:cNvPr id="0" name=""/>
        <dsp:cNvSpPr/>
      </dsp:nvSpPr>
      <dsp:spPr>
        <a:xfrm>
          <a:off x="2996406" y="1001183"/>
          <a:ext cx="2135187" cy="1281112"/>
        </a:xfrm>
        <a:prstGeom prst="roundRect">
          <a:avLst>
            <a:gd name="adj" fmla="val 10000"/>
          </a:avLst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Identify the problematic line/code block</a:t>
          </a:r>
          <a:endParaRPr lang="en-US" sz="1800" kern="1200" dirty="0"/>
        </a:p>
      </dsp:txBody>
      <dsp:txXfrm>
        <a:off x="3033928" y="1038705"/>
        <a:ext cx="2060143" cy="1206068"/>
      </dsp:txXfrm>
    </dsp:sp>
    <dsp:sp modelId="{AD6E0607-09E0-4286-904D-ECDF28498A3E}">
      <dsp:nvSpPr>
        <dsp:cNvPr id="0" name=""/>
        <dsp:cNvSpPr/>
      </dsp:nvSpPr>
      <dsp:spPr>
        <a:xfrm>
          <a:off x="5319490" y="1376976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>
        <a:off x="5319490" y="1482881"/>
        <a:ext cx="316861" cy="317716"/>
      </dsp:txXfrm>
    </dsp:sp>
    <dsp:sp modelId="{30920C07-04FE-494A-AF72-18EB4F27E7E1}">
      <dsp:nvSpPr>
        <dsp:cNvPr id="0" name=""/>
        <dsp:cNvSpPr/>
      </dsp:nvSpPr>
      <dsp:spPr>
        <a:xfrm>
          <a:off x="5985668" y="1001183"/>
          <a:ext cx="2135187" cy="1281112"/>
        </a:xfrm>
        <a:prstGeom prst="roundRect">
          <a:avLst>
            <a:gd name="adj" fmla="val 10000"/>
          </a:avLst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Reproduce the error with minimal test case</a:t>
          </a:r>
          <a:endParaRPr lang="en-US" sz="1800" kern="1200" dirty="0"/>
        </a:p>
      </dsp:txBody>
      <dsp:txXfrm>
        <a:off x="6023190" y="1038705"/>
        <a:ext cx="2060143" cy="1206068"/>
      </dsp:txXfrm>
    </dsp:sp>
    <dsp:sp modelId="{33ED9FA0-D3EE-4F6E-A381-138329501000}">
      <dsp:nvSpPr>
        <dsp:cNvPr id="0" name=""/>
        <dsp:cNvSpPr/>
      </dsp:nvSpPr>
      <dsp:spPr>
        <a:xfrm rot="5400000">
          <a:off x="6826932" y="2431759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 rot="-5400000">
        <a:off x="6894404" y="2470192"/>
        <a:ext cx="317716" cy="316861"/>
      </dsp:txXfrm>
    </dsp:sp>
    <dsp:sp modelId="{5E7131DC-A5D2-46F7-95E1-703CEC4F5D24}">
      <dsp:nvSpPr>
        <dsp:cNvPr id="0" name=""/>
        <dsp:cNvSpPr/>
      </dsp:nvSpPr>
      <dsp:spPr>
        <a:xfrm>
          <a:off x="5985668" y="3136371"/>
          <a:ext cx="2135187" cy="1281112"/>
        </a:xfrm>
        <a:prstGeom prst="roundRect">
          <a:avLst>
            <a:gd name="adj" fmla="val 10000"/>
          </a:avLst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Hypothesize the cause (logic, type mismatch, missing import, etc.)</a:t>
          </a:r>
          <a:endParaRPr lang="en-US" sz="1800" kern="1200" dirty="0"/>
        </a:p>
      </dsp:txBody>
      <dsp:txXfrm>
        <a:off x="6023190" y="3173893"/>
        <a:ext cx="2060143" cy="1206068"/>
      </dsp:txXfrm>
    </dsp:sp>
    <dsp:sp modelId="{8B6F6371-4398-42A9-BB4F-B7CBD53AA375}">
      <dsp:nvSpPr>
        <dsp:cNvPr id="0" name=""/>
        <dsp:cNvSpPr/>
      </dsp:nvSpPr>
      <dsp:spPr>
        <a:xfrm rot="10800000">
          <a:off x="5345112" y="3512163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 rot="10800000">
        <a:off x="5480910" y="3618068"/>
        <a:ext cx="316861" cy="317716"/>
      </dsp:txXfrm>
    </dsp:sp>
    <dsp:sp modelId="{2AE023E6-D4F6-49CD-BD3E-174A44C741DC}">
      <dsp:nvSpPr>
        <dsp:cNvPr id="0" name=""/>
        <dsp:cNvSpPr/>
      </dsp:nvSpPr>
      <dsp:spPr>
        <a:xfrm>
          <a:off x="2996406" y="3136370"/>
          <a:ext cx="2135187" cy="1281112"/>
        </a:xfrm>
        <a:prstGeom prst="roundRect">
          <a:avLst>
            <a:gd name="adj" fmla="val 10000"/>
          </a:avLst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Test small fixes → run and observe</a:t>
          </a:r>
          <a:endParaRPr lang="en-US" sz="1800" kern="1200" dirty="0"/>
        </a:p>
      </dsp:txBody>
      <dsp:txXfrm>
        <a:off x="3033928" y="3173892"/>
        <a:ext cx="2060143" cy="1206068"/>
      </dsp:txXfrm>
    </dsp:sp>
    <dsp:sp modelId="{7FD8476A-2F75-4719-9D09-E87BA5A74B6A}">
      <dsp:nvSpPr>
        <dsp:cNvPr id="0" name=""/>
        <dsp:cNvSpPr/>
      </dsp:nvSpPr>
      <dsp:spPr>
        <a:xfrm rot="10800000">
          <a:off x="2355850" y="3512163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/>
        </a:p>
      </dsp:txBody>
      <dsp:txXfrm rot="10800000">
        <a:off x="2491648" y="3618068"/>
        <a:ext cx="316861" cy="317716"/>
      </dsp:txXfrm>
    </dsp:sp>
    <dsp:sp modelId="{9A98EC6F-9934-4C65-9804-7CA0E5E6E200}">
      <dsp:nvSpPr>
        <dsp:cNvPr id="0" name=""/>
        <dsp:cNvSpPr/>
      </dsp:nvSpPr>
      <dsp:spPr>
        <a:xfrm>
          <a:off x="7143" y="3136370"/>
          <a:ext cx="2135187" cy="1281112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Verify solution works across cases (edge cases included)</a:t>
          </a:r>
          <a:endParaRPr lang="en-US" sz="1800" kern="1200" dirty="0"/>
        </a:p>
      </dsp:txBody>
      <dsp:txXfrm>
        <a:off x="44665" y="3173892"/>
        <a:ext cx="2060143" cy="12060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E104BF-62A6-4440-ADDE-6A7F29A12928}">
      <dsp:nvSpPr>
        <dsp:cNvPr id="0" name=""/>
        <dsp:cNvSpPr/>
      </dsp:nvSpPr>
      <dsp:spPr>
        <a:xfrm>
          <a:off x="0" y="410534"/>
          <a:ext cx="2539999" cy="1524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900" kern="1200" dirty="0"/>
            <a:t>Understand every line of code you submit or use</a:t>
          </a:r>
          <a:endParaRPr lang="en-IN" sz="1900" kern="1200" dirty="0"/>
        </a:p>
      </dsp:txBody>
      <dsp:txXfrm>
        <a:off x="0" y="410534"/>
        <a:ext cx="2539999" cy="1524000"/>
      </dsp:txXfrm>
    </dsp:sp>
    <dsp:sp modelId="{3D04C1C8-083E-46E0-8B1C-5140899FA86C}">
      <dsp:nvSpPr>
        <dsp:cNvPr id="0" name=""/>
        <dsp:cNvSpPr/>
      </dsp:nvSpPr>
      <dsp:spPr>
        <a:xfrm>
          <a:off x="2794000" y="410534"/>
          <a:ext cx="2539999" cy="1524000"/>
        </a:xfrm>
        <a:prstGeom prst="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Verify correctness: test outputs, edge cases, security implications</a:t>
          </a:r>
          <a:endParaRPr lang="en-US" sz="1900" kern="1200" dirty="0"/>
        </a:p>
      </dsp:txBody>
      <dsp:txXfrm>
        <a:off x="2794000" y="410534"/>
        <a:ext cx="2539999" cy="1524000"/>
      </dsp:txXfrm>
    </dsp:sp>
    <dsp:sp modelId="{8B2B4AEA-D9DD-439F-8D6B-97E72F03E4CC}">
      <dsp:nvSpPr>
        <dsp:cNvPr id="0" name=""/>
        <dsp:cNvSpPr/>
      </dsp:nvSpPr>
      <dsp:spPr>
        <a:xfrm>
          <a:off x="5587999" y="410534"/>
          <a:ext cx="2539999" cy="1524000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Do not present AI-generated code as entirely your own in assessments</a:t>
          </a:r>
          <a:endParaRPr lang="en-US" sz="1900" kern="1200" dirty="0"/>
        </a:p>
      </dsp:txBody>
      <dsp:txXfrm>
        <a:off x="5587999" y="410534"/>
        <a:ext cx="2539999" cy="1524000"/>
      </dsp:txXfrm>
    </dsp:sp>
    <dsp:sp modelId="{2663E522-620C-4AC8-8637-06F1EFEDF985}">
      <dsp:nvSpPr>
        <dsp:cNvPr id="0" name=""/>
        <dsp:cNvSpPr/>
      </dsp:nvSpPr>
      <dsp:spPr>
        <a:xfrm>
          <a:off x="1397000" y="2188535"/>
          <a:ext cx="2539999" cy="1524000"/>
        </a:xfrm>
        <a:prstGeom prst="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Attribute appropriately when required (e.g., in open-source or reports)</a:t>
          </a:r>
          <a:endParaRPr lang="en-US" sz="1900" kern="1200" dirty="0"/>
        </a:p>
      </dsp:txBody>
      <dsp:txXfrm>
        <a:off x="1397000" y="2188535"/>
        <a:ext cx="2539999" cy="1524000"/>
      </dsp:txXfrm>
    </dsp:sp>
    <dsp:sp modelId="{34133B04-47E6-43AD-AB93-BB7BD99277A0}">
      <dsp:nvSpPr>
        <dsp:cNvPr id="0" name=""/>
        <dsp:cNvSpPr/>
      </dsp:nvSpPr>
      <dsp:spPr>
        <a:xfrm>
          <a:off x="4191000" y="2188535"/>
          <a:ext cx="2539999" cy="152400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Be aware of potential biases, hallucinations, or insecure suggestions in AI output</a:t>
          </a:r>
          <a:endParaRPr lang="en-US" sz="1900" kern="1200" dirty="0"/>
        </a:p>
      </dsp:txBody>
      <dsp:txXfrm>
        <a:off x="4191000" y="2188535"/>
        <a:ext cx="2539999" cy="1524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B617E5-F3A5-47F0-AA4C-1BC069E72CE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FC4EF-F040-4629-96AB-A33446C1C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60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effectLst/>
              </a:rPr>
              <a:t>These are our clear, measurable objectives for today. We will cover each systematically, with live demonstrations of Copilot in action. Notice the emphasis on effective prompting – this is the key skill that turns Copilot from a suggestion tool into a reliable programming partner. By mastering these, you will write more structured, maintainable, and professional Python code faster than manual typing alone. We start with a brief justification for moving to intermediate concepts.</a:t>
            </a:r>
          </a:p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FC4EF-F040-4629-96AB-A33446C1CF5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186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Simple scripts from Module 3 handle one-time or linear tasks. However, most practical applications – grading systems, inventory trackers, data processors – demand repetition over collections, conditional logic, and modular design.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Copilot excels here: it recognizes intent from clear comments and suggests optimized structures (loops instead of repeated print statements, functions instead of copied blocks).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Think of code as telling a logical story: first do this (sequence), then decide based on conditions, and repeat actions as needed.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This mirrors how we structure everyday routines with decisions and repetition.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Next, we review flowchart notation – a visual tool to plan this logic before coding.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784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4641E-876C-A397-CAAB-575568C99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A6189-339D-27C6-946B-80E950C4F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A4F1CC-AC6E-A77F-D55B-CE8353600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Flowcharts help plan program logic visually before writing code – especially useful for decisions and loops.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Key symbols: start/end (oval), process (rectangle), decision (diamond with Yes/No branches), input/output (parallelogram), and arrows.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For loops, we see a returning arrow after checking the condition (repetition until false).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Now, live demo in VS Code: [Open VS Code, new file, type the comment exactly as shown]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Watch Copilot suggest the if-else structure almost instantly.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Accept with Tab, run with sample score = 75 → see "Pass". Change to 55 → "Fail".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This is faster and less error-prone than typing manually. Next slide shows how to make prompts even more effective.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E23A1-A704-0E83-724C-9C989FB3C9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559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9321E-BB46-8859-65DB-45CC2E635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7C0299-A9E4-CDB7-7009-D7BDB217F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614D7-8FFA-ABCF-5E21-475471782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Prompt quality directly affects output quality – this is a core intermediate skill. Vague prompts like "# if" give poor or no results. Specific, natural-language comments describing variables, conditions, and actions yield precise, ready-to-use code.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VS Code with comment → suggestion highlighted in gray/green]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Here is a real VS Code capture: detailed comment on left, Copilot inline suggestion appears.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Always review accepted code: run it, test edge cases (e.g., temperature = 30), understand every line.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This practice builds both efficiency and deep comprehension.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With decisions covered, we now move to repetition – loops – which are essential for handling collections of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E0D55-1855-E2F0-3CE5-C3D3ED7658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513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C4B35-9702-1270-10B7-B60E80F77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F3357B-EEE7-B982-8C66-6BDDAECE58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83862-C2CE-3A65-74A6-919837A19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Repetition is fundamental in programming when handling multiple similar tasks, such as processing every student score or every item in inventory.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Loops prevent redundant code and improve maintainability. The for loop is ideal when the number of iterations is known or when iterating over a sequence (list, range, string).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This visual shows the repetition: the loop continues until all items are processed.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Live demonstration in VS Code: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[Open new file, type the exact comment "# Print numbers from 1 to 10 using a for loop"]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Observe Copilot suggesting the range-based for loop. Accept (Tab), run the code → output 1 through 10.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Change range(1, 6) → see 1–5.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This demonstrates how Copilot generates correct, idiomatic Python quickly.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Always verify: understand range() excludes the stop value. Next, we examine the while loop for conditional repetition.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6777C-B3F3-6ED8-63D8-AB1CD62754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465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82713-274F-B221-D497-C01468A94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E37CD-D921-BF3C-6D9D-BD786AF5F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9CCD6C-09BB-6596-91AA-657920285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Unlike for loops, while loops are condition-driven and useful when the exact number of iterations is unknown in advance.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Critical: Ensure the condition eventually becomes False to avoid infinite execution.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Here is a practical authentication scenario.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Live demo: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[Type the comment in VS Code]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Copilot proposes the loop with input().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Accept, run → test with wrong password (loop continues),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then "secret123" (exits).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Note: input() requires user interaction in the terminal.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This pattern is common in real applications for validation.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781B4-32EF-8EEE-FB62-F17F464657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61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6BF49-FBCE-D508-C16D-6438FAFBB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5CC8B6-3BBB-0C62-AC54-18DB07142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8B9F25-3788-1832-2CE4-291AE1FF1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Loops are powerful but require discipline to prevent issues. The most frequent beginner error is the infinite loop, where the exit condition is never met due to missing updates.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In severe cases, this can freeze the editor or consume resources – press </a:t>
            </a:r>
            <a:r>
              <a:rPr lang="en-US" err="1">
                <a:effectLst/>
              </a:rPr>
              <a:t>Ctrl+C</a:t>
            </a:r>
            <a:r>
              <a:rPr lang="en-US">
                <a:effectLst/>
              </a:rPr>
              <a:t> to interrupt in terminal.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Always test small: run with small limits first. break exits the loop immediately; continue skips to next iteration.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Example: in while loop, if invalid input → continue to ask again. Copilot can help spot/fix these: highlight issue → add comment "# This might be infinite, add increment".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Mastering these safeguards leads to reliable code. Next, we discuss why efficiency matters and how Copilot enhances 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99C06-6A72-7FF2-3DD1-5D1DEC3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446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93DCD-59CA-6D78-31EB-7D398900F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A4545-5206-787B-5AAC-C272AFFDE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F34B34-2063-8A71-B201-30449F3AC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As programs grow, efficiency becomes critical – both runtime performance and developer productivity. Clean, efficient code runs faster, uses less memory, and is simpler to modify later. Copilot acts as an efficiency accelerator: it recognizes repetitive patterns and proposes better alternatives. For instance, it might convert five similar print statements into a single for loop. This frees you to concentrate on the core problem rather than syntax details. In professional settings, this skill distinguishes efficient developers.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D0B92-826C-6E7A-1C5C-432A56919A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805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B0597-37C6-75CA-D645-7BBB080F5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B37F6-5D24-62E9-A82C-F6A1F8BC4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D9451F-66BF-01D2-7A04-9929B13CC6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Functions allow us to encapsulate logic that will be reused multiple times, reducing duplication and improving code organization.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In larger programs, this modularity becomes essential for collaboration and debugging.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Live demonstration: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[Open VS Code, type the comment exactly as shown]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Copilot generates the function definition with return.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Accept (Tab), then test below: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result =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calculate_square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(5)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print(result)  </a:t>
            </a:r>
            <a:r>
              <a:rPr lang="en-US" sz="1200" i="1" kern="1200">
                <a:solidFill>
                  <a:schemeClr val="tx1"/>
                </a:solidFill>
                <a:effectLst/>
                <a:latin typeface="Consolas" panose="020B0609020204030204" pitchFamily="49" charset="0"/>
                <a:ea typeface="+mn-ea"/>
                <a:cs typeface="+mn-cs"/>
              </a:rPr>
              <a:t># Output: 25</a:t>
            </a:r>
            <a:endParaRPr lang="en-US" sz="1200" kern="1200">
              <a:solidFill>
                <a:schemeClr val="tx1"/>
              </a:solidFill>
              <a:effectLst/>
              <a:latin typeface="Consolas" panose="020B0609020204030204" pitchFamily="49" charset="0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Change to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calculate_square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>
                <a:effectLst/>
              </a:rPr>
              <a:t>(3.5) → observe float handling.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This illustrates how Copilot produces correct, concise function skeletons from descriptive intent.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Always name functions clearly (verb + noun pattern recommended: </a:t>
            </a:r>
            <a:r>
              <a:rPr lang="en-US" err="1">
                <a:effectLst/>
              </a:rPr>
              <a:t>calculate_area</a:t>
            </a:r>
            <a:r>
              <a:rPr lang="en-US">
                <a:effectLst/>
              </a:rPr>
              <a:t>, </a:t>
            </a:r>
            <a:r>
              <a:rPr lang="en-US" err="1">
                <a:effectLst/>
              </a:rPr>
              <a:t>check_even</a:t>
            </a:r>
            <a:r>
              <a:rPr lang="en-US">
                <a:effectLst/>
              </a:rPr>
              <a:t>).</a:t>
            </a:r>
          </a:p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32C3D-7BA6-4B3F-60C5-114203BAB7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170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08852-A2B2-2875-B2F8-C43B64C42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314695-F8B5-C7D3-49CC-F56C0BAD9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A0445-727C-4AF1-116F-7B1301247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ffectLst/>
              </a:rPr>
              <a:t>Parameters act as inputs, allowing the same function to work with different data without rewriting code. The return statement determines what the function produces for use elsewhere. </a:t>
            </a:r>
          </a:p>
          <a:p>
            <a:r>
              <a:rPr lang="en-US">
                <a:effectLst/>
              </a:rPr>
              <a:t>Live example in VS Code: </a:t>
            </a:r>
          </a:p>
          <a:p>
            <a:r>
              <a:rPr lang="en-US">
                <a:effectLst/>
              </a:rPr>
              <a:t>[Type comment for </a:t>
            </a:r>
            <a:r>
              <a:rPr lang="en-US" err="1">
                <a:effectLst/>
              </a:rPr>
              <a:t>rectangle_area</a:t>
            </a:r>
            <a:r>
              <a:rPr lang="en-US">
                <a:effectLst/>
              </a:rPr>
              <a:t>] </a:t>
            </a:r>
          </a:p>
          <a:p>
            <a:r>
              <a:rPr lang="en-US">
                <a:effectLst/>
              </a:rPr>
              <a:t>Accept suggestion. </a:t>
            </a:r>
          </a:p>
          <a:p>
            <a:endParaRPr lang="en-US">
              <a:effectLst/>
            </a:endParaRPr>
          </a:p>
          <a:p>
            <a:r>
              <a:rPr lang="en-US">
                <a:effectLst/>
              </a:rPr>
              <a:t>Then demonstrate calling:</a:t>
            </a:r>
          </a:p>
          <a:p>
            <a:pPr lvl="1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 =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calculate_rectangle_area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(10, 5)</a:t>
            </a:r>
          </a:p>
          <a:p>
            <a:pPr lvl="1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print("Area:", area)  </a:t>
            </a:r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Output: Area: 50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>
              <a:effectLst/>
            </a:endParaRPr>
          </a:p>
          <a:p>
            <a:endParaRPr lang="en-US">
              <a:effectLst/>
            </a:endParaRPr>
          </a:p>
          <a:p>
            <a:r>
              <a:rPr lang="en-US">
                <a:effectLst/>
              </a:rPr>
              <a:t>Copilot frequently suggests sensible defaults when prompted descriptively. Understanding parameters and return is foundational for building modular programs.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1F1D6-067C-19A9-3E20-2FEC16C215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7781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27F19-94FD-5BB7-C1D8-83E4290D7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6AE2C3-A12E-D369-402E-3151E43B0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ED8737-5433-BDC1-3D9E-53060EE92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The DRY principle is a cornerstone of good software engineering. Every time logic is duplicated, the risk of inconsistency and future bugs increases. Functions enforce DRY by centralizing behavior.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Diagram Explanation: left shows three similar calculation blocks; right shows one function called three times]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Example impact: if tax calculation changes, edit one function instead of searching multiple places.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In team settings or long-term projects, this discipline saves significant time and reduces errors.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Copilot reinforces DRY: when it detects repetition, it often suggests extracting to a function.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We now apply these concepts to organizing collections of data using data structures.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95F8B-2A33-9D40-7534-0F19B709AC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9076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FE87C-89F1-53AA-6187-22F3CFE55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19DEF9-318B-F85B-3F48-00FC235BD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A51FDE-7BFE-F852-F85F-7C1F49591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Single variables are great for storing one value, but they fall short when we need to manage collections—like a list of student names or items in a shopping cart. That’s where data structures come in.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Now, Python gives us several built-in types: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/>
              <a:t>List</a:t>
            </a:r>
            <a:r>
              <a:rPr lang="en-US"/>
              <a:t>: This is an ordered, mutable collection. Imagine a shopping bag—you can add, remove, or rearrange items. Lists are perfect when order matters and you expect to modify the contents.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/>
              <a:t>Dictionary</a:t>
            </a:r>
            <a:r>
              <a:rPr lang="en-US"/>
              <a:t>: This stores key-value pairs, like a phone book. You look up a value using a key. It’s ideal for structured data—like mapping student names to their grades.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/>
              <a:t>Tuple</a:t>
            </a:r>
            <a:r>
              <a:rPr lang="en-US"/>
              <a:t>: This is an immutable sequence. Once created, it can’t be changed. Think of it like a fixed checklist—great for data that shouldn’t be altered, like coordinates or configuration settings.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/>
              <a:t>Set</a:t>
            </a:r>
            <a:r>
              <a:rPr lang="en-US"/>
              <a:t>: This is an unordered collection of unique items. No duplicates allowed. It’s useful for membership tests or removing duplicates from a list—like filtering out repeated entries in survey responses.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Each of these structures has its own strengths. Choosing the right one depends on your task—whether you need order, mutability, uniqueness, or fast lookups.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35E4A-F5E9-4B0F-C483-E6EBC4047D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127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21AB4-90F3-841B-A2D7-2FD8F7235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A640E-2617-94EC-FBAB-F6BCD800D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CB3952-0F41-0C98-9284-94A440E6B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Most real programs handle collections of data – scores, names, products, transactions. Lists and dictionaries provide efficient ways to store and manipulate these collections.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A list is ordered and changeable; elements accessed by integer index (0-based).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Live demo: [Type the comment about favorite colors]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Copilot generates list + loop. Accept, run → see each color printed.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Add .append("orange") → show dynamic growth.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Lists support many built-in methods (</a:t>
            </a:r>
            <a:r>
              <a:rPr lang="en-US" err="1">
                <a:effectLst/>
              </a:rPr>
              <a:t>len</a:t>
            </a:r>
            <a:r>
              <a:rPr lang="en-US">
                <a:effectLst/>
              </a:rPr>
              <a:t>(), remove(), sort(), etc.) – we cover key ones next. This sets the foundation for processing groups of items efficiently.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0712D-E25B-9924-4F6F-F7362C281B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3292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BDE04-11D0-5F26-FDBC-D108A2A9C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BCEE63-7D04-BB30-80A7-03964C561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9D5375-3C2C-9EC8-3A57-6B1A97FE2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Lists are mutable sequences, meaning we can modify them after creation. The methods shown are among the most frequently used in practice.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Live demonstration: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[Type the comment prompt in a new cell or file]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Accept Copilot’s suggestion (or refine if needed).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Run step-by-step: observe list growth with append, removal, and final length.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Try accessing: print(students[1]) 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Note: </a:t>
            </a:r>
            <a:r>
              <a:rPr lang="en-US" err="1">
                <a:effectLst/>
              </a:rPr>
              <a:t>IndexError</a:t>
            </a:r>
            <a:r>
              <a:rPr lang="en-US">
                <a:effectLst/>
              </a:rPr>
              <a:t> occurs if index is out of range – we address errors later.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These operations form the foundation for managing ordered collections.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effectLst/>
              </a:rPr>
              <a:t>We now move to dictionaries, which store data using meaningful keys rather than positions.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94FF1-2B79-811E-2779-1AC0D17CFF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4806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19998-0F37-FDB3-FF3D-52B9CC88A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373B8-01DB-8132-22D6-F3B058F97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58591C-B564-2184-D2CF-2579D24A9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effectLst/>
              </a:rPr>
              <a:t>Dictionaries provide fast lookup using meaningful keys instead of numeric indices. They are ideal for structured data such as student records, configuration settings, or simple databases.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effectLst/>
              </a:rPr>
              <a:t>Live demo: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effectLst/>
              </a:rPr>
              <a:t>[Enter the comment prompt] Accept suggestion. Run → see formatted output. Add a key: student["attendance"] = 95 → demonstrate dynamic addition. Update: student["math"] = 88 → show mutability. Keys must be unique; duplicate keys overwrite previous values. This structure is widely used in data processing and APIs.</a:t>
            </a:r>
          </a:p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2AE52-013D-AC26-25DB-A60D09CE20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8384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492D6-EBD7-03AC-CAD5-42713644C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70C0B3-5093-BCDE-ECD6-560814D7A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AB80F6-D4BA-6872-E325-C13D900D8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Dictionaries are powerful for lookup and modification, but require care with missing keys. The .get() method prevents </a:t>
            </a:r>
            <a:r>
              <a:rPr lang="en-US" dirty="0" err="1">
                <a:effectLst/>
              </a:rPr>
              <a:t>KeyError</a:t>
            </a:r>
            <a:r>
              <a:rPr lang="en-US" dirty="0">
                <a:effectLst/>
              </a:rPr>
              <a:t> by returning a default value.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Live demonstration: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[Type the iteration prompt]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Accept → run and observe clean output.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Alternative: try for key in marks: then print(key, marks[key]) – same result, but .items() is more readable. Practice: add a new subject, then loop again to confirm update. These iteration patterns are essential when processing collections of related data.</a:t>
            </a:r>
          </a:p>
          <a:p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ffectLst/>
              </a:rPr>
              <a:t>We now shift to principles that maximize Copilot’s effectiveness.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073CA-EC61-7101-20E4-C65D60EE14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2683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6037E-3F98-F6FA-8462-788F5392A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7889C8-45AA-2242-8D26-45461640C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55844C-3BC4-7637-3DB2-86F33993E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effectLst/>
              </a:rPr>
              <a:t>Copilot performs best when given precise instructions in comment form. The quality of the prompt directly influences suggestion accuracy and completeness.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effectLst/>
              </a:rPr>
              <a:t>Live example: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effectLst/>
              </a:rPr>
              <a:t>[Type vague prompt first → show limited or incorrect suggestion]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effectLst/>
              </a:rPr>
              <a:t>Then type detailed version → observe richer output (list comprehension + sum).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effectLst/>
              </a:rPr>
              <a:t>Accept → run: evens = [x for x in range(1,21) if x % 2 == 0]; print(sum(evens)) → 210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effectLst/>
              </a:rPr>
              <a:t>This iterative refinement skill separates effective AI-assisted coding from passive acceptance.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effectLst/>
              </a:rPr>
              <a:t>Next, we address one of the most critical intermediate skills: debugging with and without AI help.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38242-E8F8-428D-E3E7-46C01A06E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2283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80EEA-FAF6-516B-E5FF-586785EA1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506E7D-FBCD-114A-5973-D3B0CF5DF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767DA-EB6F-AA48-3653-3F2FCD10C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Even experienced programmers write bugs; the difference lies in efficient diagnosis and correction. Syntax errors prevent execution; runtime and logic errors require investigation. 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Common causes: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 err="1"/>
              <a:t>NameError</a:t>
            </a:r>
            <a:r>
              <a:rPr lang="en-US" dirty="0"/>
              <a:t>: typo in variable name or use before assignment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 err="1"/>
              <a:t>TypeError</a:t>
            </a:r>
            <a:r>
              <a:rPr lang="en-US" dirty="0"/>
              <a:t>: forgetting to convert input() string to int/float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 err="1"/>
              <a:t>IndexError</a:t>
            </a:r>
            <a:r>
              <a:rPr lang="en-US" dirty="0"/>
              <a:t>: accessing list[5] when </a:t>
            </a:r>
            <a:r>
              <a:rPr lang="en-US" dirty="0" err="1"/>
              <a:t>len</a:t>
            </a:r>
            <a:r>
              <a:rPr lang="en-US" dirty="0"/>
              <a:t>(list) = 4 Read error messages carefully – they usually indicate file, line number, and issue type.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Copilot and manual debugging complement each other. We next examine how to leverage Copilot specifically during the debugging process.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3D8AB-C804-28DB-F6F1-78A13C0174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2255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127BA-C1A5-40F5-9B64-3A8A3001A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49948A-31E3-E560-D96C-59BE04CAA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44B5A1-49AE-86AB-0829-CA51FE8E4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Effective debugging follows a repeatable, logical process rather than random changes. This workflow minimizes time wasted and builds systematic problem-solving skills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Example application: </a:t>
            </a:r>
            <a:r>
              <a:rPr lang="en-US" dirty="0" err="1">
                <a:effectLst/>
              </a:rPr>
              <a:t>IndexError</a:t>
            </a:r>
            <a:r>
              <a:rPr lang="en-US" dirty="0">
                <a:effectLst/>
              </a:rPr>
              <a:t> on line 12 → check list length before access, add condition or use .get(). Print debugging remains valuable even with advanced tools: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f"Before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loop: counter = {counter}")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loop code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f"After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loop: counter = {counter}")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helps trace where values deviate from expectation. Adopt this method consistently; it becomes faster with practice. Next, we see how Copilot integrates into and accelerates this workflow.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C27C3-DFCF-21F4-2831-255898370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5020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0573D-910C-FA70-CEA5-3A1EF5B4C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9F96D5-FEA6-4FE0-9907-079C85F381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514E6A-DCFB-CD10-BCD2-285CB4C26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effectLst/>
              </a:rPr>
              <a:t>Copilot is not only a code generator but also an effective debugging assistant when used intentionally.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effectLst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effectLst/>
              </a:rPr>
              <a:t>Live demonstration (prepare a small buggy snippet beforehand):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effectLst/>
              </a:rPr>
              <a:t>[Open file with intentional infinite while loop]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effectLst/>
              </a:rPr>
              <a:t>Type the comment as shown → accept suggestion → run again → confirm it now terminates.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effectLst/>
              </a:rPr>
              <a:t>Alternative: highlight line with </a:t>
            </a:r>
            <a:r>
              <a:rPr lang="en-US" dirty="0" err="1">
                <a:effectLst/>
              </a:rPr>
              <a:t>TypeError</a:t>
            </a:r>
            <a:r>
              <a:rPr lang="en-US" dirty="0">
                <a:effectLst/>
              </a:rPr>
              <a:t> → write # /fix this concatenation error → observe suggestion.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effectLst/>
              </a:rPr>
              <a:t>Important: Never accept blindly. Read the proposed change, reason why it addresses the issue, and test thoroughly.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effectLst/>
              </a:rPr>
              <a:t>This combination of human reasoning + AI speed produces faster, more reliable corrections.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effectLst/>
              </a:rPr>
              <a:t>We now address the professional and ethical responsibilities that accompany AI-assisted coding.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F46F7-B1D4-EE85-7496-F1F1DA075F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560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E035C-318E-3719-8C4F-417AD0B88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C1EC57-B25F-4EF3-A9C5-CCCAB02CE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E6F753-4F5B-0BB8-A81C-82222773F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effectLst/>
              </a:rPr>
              <a:t>As AI tools become integral to programming, ethical usage is a core competency.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effectLst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effectLst/>
              </a:rPr>
              <a:t>[Pause briefly to let students read points]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effectLst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effectLst/>
              </a:rPr>
              <a:t>You are accountable for the code’s behavior, security, correctness, and compliance  - not the AI. In academic or professional contexts, blindly copying without comprehension undermines learning and integrity.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effectLst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effectLst/>
              </a:rPr>
              <a:t>Real-world example: Copilot might suggest outdated or insecure practices (e.g., using eval(), weak hashing) – always cross-check.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effectLst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effectLst/>
              </a:rPr>
              <a:t>Class discussion (2–3 minutes if time allows):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effectLst/>
              </a:rPr>
              <a:t>“What steps would you take if you receive a suggestion you don’t fully understand?”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effectLst/>
              </a:rPr>
              <a:t>Expected answers: research, ask instructor/peer, test extensively, rewrite in your own words. Responsible use accelerates learning; irresponsible use hinders it.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effectLst/>
              </a:rPr>
              <a:t>With theory complete, let us recap the key concepts covered today.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A0B0C-2E4E-5CB6-1611-DB2C5E562D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8867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FC4EF-F040-4629-96AB-A33446C1CF54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0708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17D9D-902A-6727-89A8-AE67BDFDA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A631F-24A3-FF8F-264A-2258084F24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CE39F3-AA8A-FE81-BCFA-ECC9BD23D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7E96B-285D-E754-FB3E-87080AF19E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FC4EF-F040-4629-96AB-A33446C1CF54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1789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841E5-9E1A-AAE2-C6C9-671BAA1D9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6F50E-6635-A1AF-56E5-4B9C5F89B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D54456-EB91-99D3-CC6B-4023157EA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7FE8B-27E2-378B-0C12-36E04FE9F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FC4EF-F040-4629-96AB-A33446C1CF54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228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480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004879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B750CB-F068-50AE-8BEB-20EC7515F40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4" descr="Abstract White Background Images, HD Pictures and Wallpaper For Free  Download | Pngtree">
            <a:extLst>
              <a:ext uri="{FF2B5EF4-FFF2-40B4-BE49-F238E27FC236}">
                <a16:creationId xmlns:a16="http://schemas.microsoft.com/office/drawing/2014/main" id="{381F3695-8937-0C68-4FAE-266CC82C509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9" b="9928"/>
          <a:stretch/>
        </p:blipFill>
        <p:spPr bwMode="auto">
          <a:xfrm>
            <a:off x="1293813" y="1"/>
            <a:ext cx="108981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3">
            <a:extLst>
              <a:ext uri="{FF2B5EF4-FFF2-40B4-BE49-F238E27FC236}">
                <a16:creationId xmlns:a16="http://schemas.microsoft.com/office/drawing/2014/main" id="{DA6D6C8D-DD3B-2468-8A3F-39DA0D7CB0A4}"/>
              </a:ext>
            </a:extLst>
          </p:cNvPr>
          <p:cNvGrpSpPr/>
          <p:nvPr userDrawn="1"/>
        </p:nvGrpSpPr>
        <p:grpSpPr>
          <a:xfrm>
            <a:off x="2807825" y="-57051"/>
            <a:ext cx="609600" cy="6978551"/>
            <a:chOff x="0" y="-47625"/>
            <a:chExt cx="558233" cy="2756958"/>
          </a:xfrm>
          <a:solidFill>
            <a:srgbClr val="ACCBFF"/>
          </a:solidFill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500E8AC0-76EB-1E06-0FAF-6680F05CB1CD}"/>
                </a:ext>
              </a:extLst>
            </p:cNvPr>
            <p:cNvSpPr/>
            <p:nvPr/>
          </p:nvSpPr>
          <p:spPr>
            <a:xfrm>
              <a:off x="0" y="0"/>
              <a:ext cx="558233" cy="2709333"/>
            </a:xfrm>
            <a:custGeom>
              <a:avLst/>
              <a:gdLst/>
              <a:ahLst/>
              <a:cxnLst/>
              <a:rect l="l" t="t" r="r" b="b"/>
              <a:pathLst>
                <a:path w="558233" h="27093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  <a:ln>
              <a:solidFill>
                <a:srgbClr val="ACCBFF"/>
              </a:solidFill>
            </a:ln>
          </p:spPr>
          <p:txBody>
            <a:bodyPr/>
            <a:lstStyle/>
            <a:p>
              <a:endParaRPr lang="en-IN" sz="800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7ADD2F8D-51CB-512C-7A0B-8C5BABABD0FD}"/>
                </a:ext>
              </a:extLst>
            </p:cNvPr>
            <p:cNvSpPr txBox="1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  <a:grpFill/>
            <a:ln>
              <a:solidFill>
                <a:srgbClr val="ACCBFF"/>
              </a:solidFill>
            </a:ln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800"/>
            </a:p>
          </p:txBody>
        </p:sp>
      </p:grpSp>
      <p:grpSp>
        <p:nvGrpSpPr>
          <p:cNvPr id="12" name="Group 3">
            <a:extLst>
              <a:ext uri="{FF2B5EF4-FFF2-40B4-BE49-F238E27FC236}">
                <a16:creationId xmlns:a16="http://schemas.microsoft.com/office/drawing/2014/main" id="{BCCB01C1-B1CC-154B-10AB-D4FB30CFDBDC}"/>
              </a:ext>
            </a:extLst>
          </p:cNvPr>
          <p:cNvGrpSpPr/>
          <p:nvPr userDrawn="1"/>
        </p:nvGrpSpPr>
        <p:grpSpPr>
          <a:xfrm>
            <a:off x="1392314" y="-57051"/>
            <a:ext cx="1413028" cy="6978551"/>
            <a:chOff x="0" y="-47625"/>
            <a:chExt cx="558233" cy="2756958"/>
          </a:xfrm>
          <a:solidFill>
            <a:srgbClr val="78AAFF"/>
          </a:solidFill>
        </p:grpSpPr>
        <p:sp>
          <p:nvSpPr>
            <p:cNvPr id="13" name="Freeform 4">
              <a:extLst>
                <a:ext uri="{FF2B5EF4-FFF2-40B4-BE49-F238E27FC236}">
                  <a16:creationId xmlns:a16="http://schemas.microsoft.com/office/drawing/2014/main" id="{FDE3FDA5-BD0B-17F8-40B1-96CFBE1CF445}"/>
                </a:ext>
              </a:extLst>
            </p:cNvPr>
            <p:cNvSpPr/>
            <p:nvPr/>
          </p:nvSpPr>
          <p:spPr>
            <a:xfrm>
              <a:off x="0" y="0"/>
              <a:ext cx="558233" cy="2709333"/>
            </a:xfrm>
            <a:custGeom>
              <a:avLst/>
              <a:gdLst/>
              <a:ahLst/>
              <a:cxnLst/>
              <a:rect l="l" t="t" r="r" b="b"/>
              <a:pathLst>
                <a:path w="558233" h="27093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  <a:ln>
              <a:solidFill>
                <a:srgbClr val="78AAFF"/>
              </a:solidFill>
            </a:ln>
          </p:spPr>
          <p:txBody>
            <a:bodyPr/>
            <a:lstStyle/>
            <a:p>
              <a:endParaRPr lang="en-IN" sz="800"/>
            </a:p>
          </p:txBody>
        </p:sp>
        <p:sp>
          <p:nvSpPr>
            <p:cNvPr id="14" name="TextBox 5">
              <a:extLst>
                <a:ext uri="{FF2B5EF4-FFF2-40B4-BE49-F238E27FC236}">
                  <a16:creationId xmlns:a16="http://schemas.microsoft.com/office/drawing/2014/main" id="{B7D98124-E8C9-32D2-471B-D1A49B8C05B3}"/>
                </a:ext>
              </a:extLst>
            </p:cNvPr>
            <p:cNvSpPr txBox="1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  <a:grpFill/>
            <a:ln>
              <a:solidFill>
                <a:srgbClr val="78AAFF"/>
              </a:solidFill>
            </a:ln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800"/>
            </a:p>
          </p:txBody>
        </p:sp>
      </p:grpSp>
      <p:grpSp>
        <p:nvGrpSpPr>
          <p:cNvPr id="15" name="Group 6">
            <a:extLst>
              <a:ext uri="{FF2B5EF4-FFF2-40B4-BE49-F238E27FC236}">
                <a16:creationId xmlns:a16="http://schemas.microsoft.com/office/drawing/2014/main" id="{0ADDA3F6-609D-F625-E313-5D247F6BE25E}"/>
              </a:ext>
            </a:extLst>
          </p:cNvPr>
          <p:cNvGrpSpPr/>
          <p:nvPr userDrawn="1"/>
        </p:nvGrpSpPr>
        <p:grpSpPr>
          <a:xfrm>
            <a:off x="685800" y="63500"/>
            <a:ext cx="1413028" cy="6858000"/>
            <a:chOff x="0" y="0"/>
            <a:chExt cx="558233" cy="2709333"/>
          </a:xfrm>
          <a:solidFill>
            <a:srgbClr val="649EFF"/>
          </a:solidFill>
        </p:grpSpPr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FF8AF282-A0C7-ECBD-CF94-3271CCC19ED6}"/>
                </a:ext>
              </a:extLst>
            </p:cNvPr>
            <p:cNvSpPr/>
            <p:nvPr/>
          </p:nvSpPr>
          <p:spPr>
            <a:xfrm>
              <a:off x="0" y="0"/>
              <a:ext cx="558233" cy="2709333"/>
            </a:xfrm>
            <a:custGeom>
              <a:avLst/>
              <a:gdLst/>
              <a:ahLst/>
              <a:cxnLst/>
              <a:rect l="l" t="t" r="r" b="b"/>
              <a:pathLst>
                <a:path w="558233" h="27093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  <a:ln>
              <a:solidFill>
                <a:srgbClr val="649EFF"/>
              </a:solidFill>
            </a:ln>
          </p:spPr>
          <p:txBody>
            <a:bodyPr/>
            <a:lstStyle/>
            <a:p>
              <a:endParaRPr lang="en-IN" sz="800"/>
            </a:p>
          </p:txBody>
        </p:sp>
        <p:sp>
          <p:nvSpPr>
            <p:cNvPr id="17" name="TextBox 8">
              <a:extLst>
                <a:ext uri="{FF2B5EF4-FFF2-40B4-BE49-F238E27FC236}">
                  <a16:creationId xmlns:a16="http://schemas.microsoft.com/office/drawing/2014/main" id="{12552977-414D-5453-1D0F-50937A909377}"/>
                </a:ext>
              </a:extLst>
            </p:cNvPr>
            <p:cNvSpPr txBox="1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  <a:grpFill/>
            <a:ln>
              <a:solidFill>
                <a:srgbClr val="649EFF"/>
              </a:solidFill>
            </a:ln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80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9AF0FA-480F-9298-6368-B0A53B5098B2}"/>
              </a:ext>
            </a:extLst>
          </p:cNvPr>
          <p:cNvGrpSpPr/>
          <p:nvPr userDrawn="1"/>
        </p:nvGrpSpPr>
        <p:grpSpPr>
          <a:xfrm>
            <a:off x="-20714" y="63500"/>
            <a:ext cx="1413028" cy="6858000"/>
            <a:chOff x="0" y="0"/>
            <a:chExt cx="558233" cy="2709333"/>
          </a:xfrm>
          <a:solidFill>
            <a:srgbClr val="4188FF"/>
          </a:solidFill>
        </p:grpSpPr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AB6B29EC-B27F-4F3B-8D1B-3C64725F521A}"/>
                </a:ext>
              </a:extLst>
            </p:cNvPr>
            <p:cNvSpPr/>
            <p:nvPr/>
          </p:nvSpPr>
          <p:spPr>
            <a:xfrm>
              <a:off x="0" y="0"/>
              <a:ext cx="558233" cy="2709333"/>
            </a:xfrm>
            <a:custGeom>
              <a:avLst/>
              <a:gdLst/>
              <a:ahLst/>
              <a:cxnLst/>
              <a:rect l="l" t="t" r="r" b="b"/>
              <a:pathLst>
                <a:path w="558233" h="27093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  <a:ln>
              <a:solidFill>
                <a:srgbClr val="4188FF"/>
              </a:solidFill>
            </a:ln>
          </p:spPr>
          <p:txBody>
            <a:bodyPr/>
            <a:lstStyle/>
            <a:p>
              <a:endParaRPr lang="en-IN" sz="80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AE94681-75F3-D10D-DA3B-086F9AA8AC2B}"/>
                </a:ext>
              </a:extLst>
            </p:cNvPr>
            <p:cNvSpPr txBox="1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  <a:grpFill/>
            <a:ln>
              <a:solidFill>
                <a:srgbClr val="4188FF"/>
              </a:solidFill>
            </a:ln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800"/>
            </a:p>
          </p:txBody>
        </p:sp>
      </p:grpSp>
    </p:spTree>
    <p:extLst>
      <p:ext uri="{BB962C8B-B14F-4D97-AF65-F5344CB8AC3E}">
        <p14:creationId xmlns:p14="http://schemas.microsoft.com/office/powerpoint/2010/main" val="1665043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ACC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77B327EF-A91F-6208-15F1-3A28C481366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6994" y="113975"/>
            <a:ext cx="1290128" cy="41960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ACC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16963FB-547E-5667-24B3-92F894162D45}"/>
              </a:ext>
            </a:extLst>
          </p:cNvPr>
          <p:cNvSpPr/>
          <p:nvPr userDrawn="1"/>
        </p:nvSpPr>
        <p:spPr>
          <a:xfrm>
            <a:off x="10146320" y="0"/>
            <a:ext cx="252046" cy="656492"/>
          </a:xfrm>
          <a:prstGeom prst="rect">
            <a:avLst/>
          </a:prstGeom>
          <a:solidFill>
            <a:srgbClr val="841910"/>
          </a:solidFill>
          <a:ln>
            <a:solidFill>
              <a:srgbClr val="8419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39DA6E-34C0-C57A-CE75-B0AF3E0E58EE}"/>
              </a:ext>
            </a:extLst>
          </p:cNvPr>
          <p:cNvSpPr/>
          <p:nvPr userDrawn="1"/>
        </p:nvSpPr>
        <p:spPr>
          <a:xfrm>
            <a:off x="10017373" y="0"/>
            <a:ext cx="76203" cy="656492"/>
          </a:xfrm>
          <a:prstGeom prst="rect">
            <a:avLst/>
          </a:prstGeom>
          <a:solidFill>
            <a:srgbClr val="213163"/>
          </a:solidFill>
          <a:ln>
            <a:solidFill>
              <a:srgbClr val="2131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C2D52CC-658B-257A-3CD2-8C2648661B86}"/>
              </a:ext>
            </a:extLst>
          </p:cNvPr>
          <p:cNvGrpSpPr/>
          <p:nvPr userDrawn="1"/>
        </p:nvGrpSpPr>
        <p:grpSpPr>
          <a:xfrm>
            <a:off x="1251611" y="6699504"/>
            <a:ext cx="380993" cy="158496"/>
            <a:chOff x="8868512" y="1301262"/>
            <a:chExt cx="380993" cy="65649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6D89557-AFC8-50C6-235D-44F87890117E}"/>
                </a:ext>
              </a:extLst>
            </p:cNvPr>
            <p:cNvSpPr/>
            <p:nvPr userDrawn="1"/>
          </p:nvSpPr>
          <p:spPr>
            <a:xfrm>
              <a:off x="8997459" y="1301262"/>
              <a:ext cx="252046" cy="656492"/>
            </a:xfrm>
            <a:prstGeom prst="rect">
              <a:avLst/>
            </a:prstGeom>
            <a:solidFill>
              <a:srgbClr val="841910"/>
            </a:solidFill>
            <a:ln>
              <a:solidFill>
                <a:srgbClr val="84191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BDAAA11-1FD3-C2BC-ABCE-4F0589F9118E}"/>
                </a:ext>
              </a:extLst>
            </p:cNvPr>
            <p:cNvSpPr/>
            <p:nvPr userDrawn="1"/>
          </p:nvSpPr>
          <p:spPr>
            <a:xfrm>
              <a:off x="8868512" y="1301262"/>
              <a:ext cx="76203" cy="656492"/>
            </a:xfrm>
            <a:prstGeom prst="rect">
              <a:avLst/>
            </a:prstGeom>
            <a:solidFill>
              <a:srgbClr val="213163"/>
            </a:solidFill>
            <a:ln>
              <a:solidFill>
                <a:srgbClr val="21316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B8985A92-5B74-7983-45DA-B81B724DDA69}"/>
              </a:ext>
            </a:extLst>
          </p:cNvPr>
          <p:cNvSpPr/>
          <p:nvPr userDrawn="1"/>
        </p:nvSpPr>
        <p:spPr>
          <a:xfrm>
            <a:off x="0" y="656492"/>
            <a:ext cx="12192000" cy="6032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000"/>
            </a:blip>
            <a:stretch>
              <a:fillRect t="-29847" b="-2187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Relationship Id="rId4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4" Type="http://schemas.openxmlformats.org/officeDocument/2006/relationships/image" Target="../media/image1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Relationship Id="rId4" Type="http://schemas.openxmlformats.org/officeDocument/2006/relationships/image" Target="../media/image14.svg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17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notesSlide" Target="../notesSlides/notesSlide18.xml"/><Relationship Id="rId7" Type="http://schemas.openxmlformats.org/officeDocument/2006/relationships/diagramColors" Target="../diagrams/colors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notesSlide" Target="../notesSlides/notesSlide19.xml"/><Relationship Id="rId7" Type="http://schemas.openxmlformats.org/officeDocument/2006/relationships/diagramColors" Target="../diagrams/colors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7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Relationship Id="rId4" Type="http://schemas.openxmlformats.org/officeDocument/2006/relationships/image" Target="../media/image14.svg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notesSlide" Target="../notesSlides/notesSlide21.xml"/><Relationship Id="rId7" Type="http://schemas.openxmlformats.org/officeDocument/2006/relationships/diagramColors" Target="../diagrams/colors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0.xml"/><Relationship Id="rId4" Type="http://schemas.openxmlformats.org/officeDocument/2006/relationships/image" Target="../media/image27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python.org/3/tutorial/controlflow.html" TargetMode="External"/><Relationship Id="rId3" Type="http://schemas.openxmlformats.org/officeDocument/2006/relationships/hyperlink" Target="https://realpython.com/python-debugging-pdb/" TargetMode="External"/><Relationship Id="rId7" Type="http://schemas.openxmlformats.org/officeDocument/2006/relationships/hyperlink" Target="https://docs.python.org/3/tutorial/datastructures.html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1.xml"/><Relationship Id="rId6" Type="http://schemas.openxmlformats.org/officeDocument/2006/relationships/hyperlink" Target="https://docs.github.com/en/copilot/using-github-copilot/best-practices-for-using-github-copilot" TargetMode="External"/><Relationship Id="rId5" Type="http://schemas.openxmlformats.org/officeDocument/2006/relationships/hyperlink" Target="https://github.com/microsoft/prompt-engineering" TargetMode="External"/><Relationship Id="rId4" Type="http://schemas.openxmlformats.org/officeDocument/2006/relationships/hyperlink" Target="https://docs.python-guide.org/writing/style/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BE93BD-9C29-AD91-88D5-08DF18A0EEAF}"/>
              </a:ext>
            </a:extLst>
          </p:cNvPr>
          <p:cNvSpPr txBox="1"/>
          <p:nvPr/>
        </p:nvSpPr>
        <p:spPr>
          <a:xfrm>
            <a:off x="6996398" y="2983158"/>
            <a:ext cx="1835981" cy="4770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500" b="1">
                <a:latin typeface="Arial"/>
                <a:cs typeface="Arial"/>
              </a:rPr>
              <a:t>Module 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B0D4E-853E-6882-BB79-0AB135C573F7}"/>
              </a:ext>
            </a:extLst>
          </p:cNvPr>
          <p:cNvSpPr txBox="1"/>
          <p:nvPr/>
        </p:nvSpPr>
        <p:spPr>
          <a:xfrm>
            <a:off x="4174203" y="4088058"/>
            <a:ext cx="7343895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000" b="1">
                <a:latin typeface="Arial"/>
                <a:cs typeface="Arial"/>
              </a:rPr>
              <a:t>Programming with Copilot – Intermediate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141075-E958-A7E3-71D9-421A839DF018}"/>
              </a:ext>
            </a:extLst>
          </p:cNvPr>
          <p:cNvSpPr/>
          <p:nvPr/>
        </p:nvSpPr>
        <p:spPr>
          <a:xfrm>
            <a:off x="4664800" y="3736035"/>
            <a:ext cx="6362700" cy="76200"/>
          </a:xfrm>
          <a:prstGeom prst="rect">
            <a:avLst/>
          </a:prstGeom>
          <a:solidFill>
            <a:srgbClr val="223266"/>
          </a:solidFill>
          <a:ln>
            <a:solidFill>
              <a:srgbClr val="2232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8816122-40F4-6F27-976B-023F5399B456}"/>
              </a:ext>
            </a:extLst>
          </p:cNvPr>
          <p:cNvGrpSpPr/>
          <p:nvPr/>
        </p:nvGrpSpPr>
        <p:grpSpPr>
          <a:xfrm>
            <a:off x="4791800" y="697089"/>
            <a:ext cx="6108700" cy="1194762"/>
            <a:chOff x="3746500" y="368300"/>
            <a:chExt cx="8051800" cy="157480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7148D41-4474-2980-A2E9-A3EB362B7B0B}"/>
                </a:ext>
              </a:extLst>
            </p:cNvPr>
            <p:cNvSpPr/>
            <p:nvPr/>
          </p:nvSpPr>
          <p:spPr>
            <a:xfrm>
              <a:off x="3746500" y="368300"/>
              <a:ext cx="8051800" cy="1574800"/>
            </a:xfrm>
            <a:prstGeom prst="roundRect">
              <a:avLst/>
            </a:prstGeom>
            <a:solidFill>
              <a:srgbClr val="CDE0FF">
                <a:alpha val="51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39700" prst="cross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A5641ED-F16D-B18E-9F15-08352E828167}"/>
                </a:ext>
              </a:extLst>
            </p:cNvPr>
            <p:cNvGrpSpPr/>
            <p:nvPr/>
          </p:nvGrpSpPr>
          <p:grpSpPr>
            <a:xfrm>
              <a:off x="4190381" y="565076"/>
              <a:ext cx="7164038" cy="1181249"/>
              <a:chOff x="4275137" y="469899"/>
              <a:chExt cx="7164038" cy="1181249"/>
            </a:xfrm>
          </p:grpSpPr>
          <p:pic>
            <p:nvPicPr>
              <p:cNvPr id="8" name="Picture 7" descr="A logo with tools in the middle of a gear&#10;&#10;Description automatically generated">
                <a:extLst>
                  <a:ext uri="{FF2B5EF4-FFF2-40B4-BE49-F238E27FC236}">
                    <a16:creationId xmlns:a16="http://schemas.microsoft.com/office/drawing/2014/main" id="{D89AA077-B0C5-F856-E573-8C5C63EBA5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75137" y="469899"/>
                <a:ext cx="1185863" cy="1181249"/>
              </a:xfrm>
              <a:prstGeom prst="rect">
                <a:avLst/>
              </a:prstGeom>
            </p:spPr>
          </p:pic>
          <p:pic>
            <p:nvPicPr>
              <p:cNvPr id="10" name="Picture 9" descr="A black and grey logo&#10;&#10;Description automatically generated">
                <a:extLst>
                  <a:ext uri="{FF2B5EF4-FFF2-40B4-BE49-F238E27FC236}">
                    <a16:creationId xmlns:a16="http://schemas.microsoft.com/office/drawing/2014/main" id="{5300EA36-98F9-5D85-38F5-5C84998C0D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63669" y="811241"/>
                <a:ext cx="2337593" cy="498565"/>
              </a:xfrm>
              <a:prstGeom prst="rect">
                <a:avLst/>
              </a:prstGeom>
            </p:spPr>
          </p:pic>
          <p:pic>
            <p:nvPicPr>
              <p:cNvPr id="15" name="Picture 14" descr="A close up of a logo&#10;&#10;Description automatically generated">
                <a:extLst>
                  <a:ext uri="{FF2B5EF4-FFF2-40B4-BE49-F238E27FC236}">
                    <a16:creationId xmlns:a16="http://schemas.microsoft.com/office/drawing/2014/main" id="{269A14BB-A222-1AD7-25A2-28A54781CC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03931" y="762073"/>
                <a:ext cx="1835244" cy="596900"/>
              </a:xfrm>
              <a:prstGeom prst="rect">
                <a:avLst/>
              </a:prstGeom>
            </p:spPr>
          </p:pic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6091F01-9AB2-CB60-2D6E-0ACFA0B53431}"/>
              </a:ext>
            </a:extLst>
          </p:cNvPr>
          <p:cNvGrpSpPr/>
          <p:nvPr/>
        </p:nvGrpSpPr>
        <p:grpSpPr>
          <a:xfrm>
            <a:off x="1525639" y="1675444"/>
            <a:ext cx="9140724" cy="4109012"/>
            <a:chOff x="1166951" y="1076446"/>
            <a:chExt cx="6900603" cy="310201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F75BA0B-8BB5-2F47-0CD6-494573F16F15}"/>
                </a:ext>
              </a:extLst>
            </p:cNvPr>
            <p:cNvSpPr/>
            <p:nvPr/>
          </p:nvSpPr>
          <p:spPr>
            <a:xfrm>
              <a:off x="1169043" y="1076446"/>
              <a:ext cx="6898511" cy="3102015"/>
            </a:xfrm>
            <a:prstGeom prst="roundRect">
              <a:avLst>
                <a:gd name="adj" fmla="val 8142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399A009-8F51-58EF-B075-EDDC8BEA4B1E}"/>
                </a:ext>
              </a:extLst>
            </p:cNvPr>
            <p:cNvSpPr txBox="1"/>
            <p:nvPr/>
          </p:nvSpPr>
          <p:spPr>
            <a:xfrm>
              <a:off x="1166951" y="2118896"/>
              <a:ext cx="3450302" cy="1045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Disclaimer</a:t>
              </a:r>
            </a:p>
            <a:p>
              <a:pPr algn="ctr"/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The content is curated from online/offline resources and used for educational purpose only</a:t>
              </a:r>
            </a:p>
          </p:txBody>
        </p:sp>
        <p:pic>
          <p:nvPicPr>
            <p:cNvPr id="5" name="Picture 4" descr="A red triangle with a exclamation mark&#10;&#10;Description automatically generated">
              <a:extLst>
                <a:ext uri="{FF2B5EF4-FFF2-40B4-BE49-F238E27FC236}">
                  <a16:creationId xmlns:a16="http://schemas.microsoft.com/office/drawing/2014/main" id="{9A8A9A5E-1340-85F1-6472-2D822A251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4000"/>
            </a:blip>
            <a:stretch>
              <a:fillRect/>
            </a:stretch>
          </p:blipFill>
          <p:spPr>
            <a:xfrm>
              <a:off x="5259980" y="1277681"/>
              <a:ext cx="2700479" cy="2700479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388253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A32B3C-D9C8-65B6-1442-8DF6B935E489}"/>
              </a:ext>
            </a:extLst>
          </p:cNvPr>
          <p:cNvSpPr txBox="1">
            <a:spLocks/>
          </p:cNvSpPr>
          <p:nvPr/>
        </p:nvSpPr>
        <p:spPr>
          <a:xfrm>
            <a:off x="295275" y="731212"/>
            <a:ext cx="57150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Objective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835D79F-345C-6435-F4A9-FE2A9E806174}"/>
              </a:ext>
            </a:extLst>
          </p:cNvPr>
          <p:cNvSpPr txBox="1">
            <a:spLocks/>
          </p:cNvSpPr>
          <p:nvPr/>
        </p:nvSpPr>
        <p:spPr>
          <a:xfrm>
            <a:off x="294467" y="1106797"/>
            <a:ext cx="5811058" cy="4836803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spcBef>
                <a:spcPts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You will learn in this Chapter: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Implement decision-making (if-else) and repetition (for/while loops) using effective Copilot prompts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Define and use functions to promote code reuse and readability (DRY principle)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Work with basic data structures: lists and dictionaries, including iteration and manipulation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Apply Copilot-assisted debugging techniques to identify and resolve common errors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Write precise, intermediate-level prompts to generate reliable, efficient code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222A006-8F04-CCEF-0DC5-52D42FF39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3134617-B5D2-153A-A1C4-2E44FD5B355F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 2">
            <a:extLst>
              <a:ext uri="{FF2B5EF4-FFF2-40B4-BE49-F238E27FC236}">
                <a16:creationId xmlns:a16="http://schemas.microsoft.com/office/drawing/2014/main" id="{84AE9ED2-8E38-40AE-711E-C7DD6D14F2DA}"/>
              </a:ext>
            </a:extLst>
          </p:cNvPr>
          <p:cNvSpPr/>
          <p:nvPr/>
        </p:nvSpPr>
        <p:spPr>
          <a:xfrm>
            <a:off x="6858000" y="1447800"/>
            <a:ext cx="4804342" cy="4648200"/>
          </a:xfrm>
          <a:custGeom>
            <a:avLst/>
            <a:gdLst/>
            <a:ahLst/>
            <a:cxnLst/>
            <a:rect l="l" t="t" r="r" b="b"/>
            <a:pathLst>
              <a:path w="6542180" h="6329559">
                <a:moveTo>
                  <a:pt x="0" y="0"/>
                </a:moveTo>
                <a:lnTo>
                  <a:pt x="6542180" y="0"/>
                </a:lnTo>
                <a:lnTo>
                  <a:pt x="6542180" y="6329559"/>
                </a:lnTo>
                <a:lnTo>
                  <a:pt x="0" y="6329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8428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A32B3C-D9C8-65B6-1442-8DF6B935E489}"/>
              </a:ext>
            </a:extLst>
          </p:cNvPr>
          <p:cNvSpPr txBox="1">
            <a:spLocks/>
          </p:cNvSpPr>
          <p:nvPr/>
        </p:nvSpPr>
        <p:spPr>
          <a:xfrm>
            <a:off x="285750" y="740737"/>
            <a:ext cx="6705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Logical Flow in Programming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835D79F-345C-6435-F4A9-FE2A9E806174}"/>
              </a:ext>
            </a:extLst>
          </p:cNvPr>
          <p:cNvSpPr txBox="1">
            <a:spLocks/>
          </p:cNvSpPr>
          <p:nvPr/>
        </p:nvSpPr>
        <p:spPr>
          <a:xfrm>
            <a:off x="299085" y="1115974"/>
            <a:ext cx="5811058" cy="4114800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Real-world programs require: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Repetition (processing multiple items)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Reuse (avoid duplicating logic)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Organization (structured data handling)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Copilot accelerates these by suggesting patterns, reducing errors, and refactoring code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Code execution follows logical flow: Sequence → Decisions (if/else) → Repetition (loops)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Analogy: Structured daily routine (sequence of tasks, decisions based on conditions, repeated actions)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222A006-8F04-CCEF-0DC5-52D42FF39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01D4E1A-0DFE-8B52-7E43-5ABB1879C5F4}"/>
              </a:ext>
            </a:extLst>
          </p:cNvPr>
          <p:cNvGrpSpPr/>
          <p:nvPr/>
        </p:nvGrpSpPr>
        <p:grpSpPr>
          <a:xfrm>
            <a:off x="0" y="6248400"/>
            <a:ext cx="12192000" cy="369425"/>
            <a:chOff x="0" y="6248400"/>
            <a:chExt cx="12192000" cy="36942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3D5C61B-F8AF-6D5F-AD9D-C34C6DB7688D}"/>
                </a:ext>
              </a:extLst>
            </p:cNvPr>
            <p:cNvSpPr txBox="1"/>
            <p:nvPr/>
          </p:nvSpPr>
          <p:spPr>
            <a:xfrm>
              <a:off x="419655" y="6310048"/>
              <a:ext cx="46038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Source: </a:t>
              </a:r>
              <a:r>
                <a:rPr lang="en-US" sz="14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https://www.shutterstock.com/search/logic-flow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6D50C82-FFA3-3BA2-C15A-244CAB209789}"/>
                </a:ext>
              </a:extLst>
            </p:cNvPr>
            <p:cNvCxnSpPr/>
            <p:nvPr/>
          </p:nvCxnSpPr>
          <p:spPr>
            <a:xfrm>
              <a:off x="0" y="6248400"/>
              <a:ext cx="121920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 descr="8+ Thousand Logic Flow Royalty-Free Images, Stock Photos &amp; Pictures |  Shutterstock">
            <a:extLst>
              <a:ext uri="{FF2B5EF4-FFF2-40B4-BE49-F238E27FC236}">
                <a16:creationId xmlns:a16="http://schemas.microsoft.com/office/drawing/2014/main" id="{862B491D-20F3-E88B-C1B8-33933E0A17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43"/>
          <a:stretch>
            <a:fillRect/>
          </a:stretch>
        </p:blipFill>
        <p:spPr bwMode="auto">
          <a:xfrm>
            <a:off x="7646666" y="1741170"/>
            <a:ext cx="3642364" cy="3642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60589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11CAA-9524-5E83-71F1-F0343F064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6119B2-38D6-3B0E-5C81-04F912957C8B}"/>
              </a:ext>
            </a:extLst>
          </p:cNvPr>
          <p:cNvSpPr txBox="1">
            <a:spLocks/>
          </p:cNvSpPr>
          <p:nvPr/>
        </p:nvSpPr>
        <p:spPr>
          <a:xfrm>
            <a:off x="285750" y="740737"/>
            <a:ext cx="6705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Flowchart Basics + Decisions with Copilot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5FE762C-F63D-2A05-3C44-AE7ED9F30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5D7CC8B-1F8B-3690-9493-8ED9B9B7A40D}"/>
              </a:ext>
            </a:extLst>
          </p:cNvPr>
          <p:cNvGrpSpPr/>
          <p:nvPr/>
        </p:nvGrpSpPr>
        <p:grpSpPr>
          <a:xfrm>
            <a:off x="0" y="6248400"/>
            <a:ext cx="12192000" cy="369425"/>
            <a:chOff x="0" y="6248400"/>
            <a:chExt cx="12192000" cy="36942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C371268-5D6E-9225-4DCD-C2C6C0F00E90}"/>
                </a:ext>
              </a:extLst>
            </p:cNvPr>
            <p:cNvSpPr txBox="1"/>
            <p:nvPr/>
          </p:nvSpPr>
          <p:spPr>
            <a:xfrm>
              <a:off x="419655" y="6310048"/>
              <a:ext cx="567764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Source: </a:t>
              </a:r>
              <a:r>
                <a:rPr lang="en-US" sz="14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https://www.smartdraw.com/flowchart/flowchart-symbols.htm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BDE9D62-E517-D416-88A4-C07F37550E1F}"/>
                </a:ext>
              </a:extLst>
            </p:cNvPr>
            <p:cNvCxnSpPr/>
            <p:nvPr/>
          </p:nvCxnSpPr>
          <p:spPr>
            <a:xfrm>
              <a:off x="0" y="6248400"/>
              <a:ext cx="121920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50" name="Picture 2" descr="Flowchart Symbols">
            <a:extLst>
              <a:ext uri="{FF2B5EF4-FFF2-40B4-BE49-F238E27FC236}">
                <a16:creationId xmlns:a16="http://schemas.microsoft.com/office/drawing/2014/main" id="{74A2958E-DD91-9125-6322-DF6EACD12E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051"/>
          <a:stretch>
            <a:fillRect/>
          </a:stretch>
        </p:blipFill>
        <p:spPr bwMode="auto">
          <a:xfrm>
            <a:off x="8121152" y="1371600"/>
            <a:ext cx="3785098" cy="383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FBC33E-3DF4-746D-CF37-BF631846DD80}"/>
              </a:ext>
            </a:extLst>
          </p:cNvPr>
          <p:cNvSpPr txBox="1"/>
          <p:nvPr/>
        </p:nvSpPr>
        <p:spPr>
          <a:xfrm>
            <a:off x="285750" y="1148441"/>
            <a:ext cx="739324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Standard flowchart symbols: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Oval: Start/End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Rectangle: Process/Action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Diamond: Decision (Yes/No)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Parallelogram: Input/Output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Arrow: Flow 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Loop representation: Arrow returning to previous decision/process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Copilot for decisions: Write descriptive comment → accept suggestion Example prompt in code:</a:t>
            </a: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Python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(Write comment to get copilot suggestion)</a:t>
            </a:r>
          </a:p>
          <a:p>
            <a:r>
              <a:rPr lang="en-US" i="1">
                <a:solidFill>
                  <a:srgbClr val="357B4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# Check if a student's score is greater than or equal to 60 and print "Pass" or "Fail"</a:t>
            </a:r>
            <a:endParaRPr lang="en-US">
              <a:solidFill>
                <a:srgbClr val="00233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Accept Copilot suggests: </a:t>
            </a:r>
            <a:r>
              <a:rPr lang="en-IN">
                <a:latin typeface="Consolas" panose="020B0609020204030204" pitchFamily="49" charset="0"/>
              </a:rPr>
              <a:t>if score &gt;= 60: </a:t>
            </a:r>
          </a:p>
          <a:p>
            <a:r>
              <a:rPr lang="en-IN">
                <a:latin typeface="Consolas" panose="020B0609020204030204" pitchFamily="49" charset="0"/>
              </a:rPr>
              <a:t>			 print("Pass") </a:t>
            </a:r>
          </a:p>
          <a:p>
            <a:r>
              <a:rPr lang="en-IN">
                <a:latin typeface="Consolas" panose="020B0609020204030204" pitchFamily="49" charset="0"/>
              </a:rPr>
              <a:t>		      else: 							 print("Fail")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5577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457FC-479A-AA81-498D-348C0BE34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1FBC5-5992-1E1A-DF4E-FD57AD8D85FF}"/>
              </a:ext>
            </a:extLst>
          </p:cNvPr>
          <p:cNvSpPr txBox="1">
            <a:spLocks/>
          </p:cNvSpPr>
          <p:nvPr/>
        </p:nvSpPr>
        <p:spPr>
          <a:xfrm>
            <a:off x="285750" y="740737"/>
            <a:ext cx="6705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Good vs Bad Prompts for Decisions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B1455266-7FA3-06E3-E5AB-537C12ABBAE4}"/>
              </a:ext>
            </a:extLst>
          </p:cNvPr>
          <p:cNvSpPr txBox="1">
            <a:spLocks/>
          </p:cNvSpPr>
          <p:nvPr/>
        </p:nvSpPr>
        <p:spPr>
          <a:xfrm>
            <a:off x="285750" y="1134337"/>
            <a:ext cx="11486843" cy="4114800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Bad (vague) prompt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→ unreliable or incomplete suggestion:</a:t>
            </a:r>
          </a:p>
          <a:p>
            <a:pPr marL="0" indent="0">
              <a:buNone/>
            </a:pP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Prompt: </a:t>
            </a:r>
          </a:p>
          <a:p>
            <a:pPr marL="266714" lvl="1" indent="0">
              <a:buNone/>
            </a:pPr>
            <a:r>
              <a:rPr lang="en-US" sz="1534" i="1" dirty="0">
                <a:latin typeface="Arial" panose="020B0604020202020204" pitchFamily="34" charset="0"/>
                <a:cs typeface="Arial" panose="020B0604020202020204" pitchFamily="34" charset="0"/>
              </a:rPr>
              <a:t># if</a:t>
            </a:r>
            <a:endParaRPr lang="en-US" sz="153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Copilot may suggest nothing useful or generic code</a:t>
            </a: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Good (specific, descriptive) prompt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→ accurate, complete suggestion:</a:t>
            </a:r>
          </a:p>
          <a:p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Prompt</a:t>
            </a:r>
          </a:p>
          <a:p>
            <a:pPr marL="266714" lvl="1" indent="0">
              <a:buNone/>
            </a:pPr>
            <a:r>
              <a:rPr lang="en-US" sz="1534" i="1" dirty="0">
                <a:latin typeface="Arial" panose="020B0604020202020204" pitchFamily="34" charset="0"/>
                <a:cs typeface="Arial" panose="020B0604020202020204" pitchFamily="34" charset="0"/>
              </a:rPr>
              <a:t># If temperature is above 30 degrees, print "Hot day - stay hydrated", else print "Normal day"</a:t>
            </a:r>
            <a:endParaRPr lang="en-US" sz="153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66714" lvl="1" indent="0">
              <a:buNone/>
            </a:pPr>
            <a:r>
              <a:rPr lang="en-US" sz="1534" i="1" dirty="0">
                <a:latin typeface="Arial" panose="020B0604020202020204" pitchFamily="34" charset="0"/>
                <a:cs typeface="Arial" panose="020B0604020202020204" pitchFamily="34" charset="0"/>
              </a:rPr>
              <a:t># Include variable temperature as input from user</a:t>
            </a:r>
            <a:endParaRPr lang="en-US" sz="153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Copilot generates:</a:t>
            </a:r>
          </a:p>
          <a:p>
            <a:pPr marL="266714" lvl="1" indent="0">
              <a:buNone/>
            </a:pPr>
            <a:r>
              <a:rPr lang="en-US" sz="1534" dirty="0">
                <a:latin typeface="Consolas" panose="020B0609020204030204" pitchFamily="49" charset="0"/>
                <a:cs typeface="Arial" panose="020B0604020202020204" pitchFamily="34" charset="0"/>
              </a:rPr>
              <a:t>temperature = float(input("Enter temperature: "))</a:t>
            </a:r>
          </a:p>
          <a:p>
            <a:pPr marL="266714" lvl="1" indent="0">
              <a:buNone/>
            </a:pPr>
            <a:r>
              <a:rPr lang="en-US" sz="1534" dirty="0">
                <a:latin typeface="Consolas" panose="020B0609020204030204" pitchFamily="49" charset="0"/>
                <a:cs typeface="Arial" panose="020B0604020202020204" pitchFamily="34" charset="0"/>
              </a:rPr>
              <a:t>if temperature &gt; 30:</a:t>
            </a:r>
          </a:p>
          <a:p>
            <a:pPr marL="266714" lvl="1" indent="0">
              <a:buNone/>
            </a:pPr>
            <a:r>
              <a:rPr lang="en-US" sz="1534" dirty="0">
                <a:latin typeface="Consolas" panose="020B0609020204030204" pitchFamily="49" charset="0"/>
                <a:cs typeface="Arial" panose="020B0604020202020204" pitchFamily="34" charset="0"/>
              </a:rPr>
              <a:t>    print("Hot day - stay hydrated")</a:t>
            </a:r>
          </a:p>
          <a:p>
            <a:pPr marL="266714" lvl="1" indent="0">
              <a:buNone/>
            </a:pPr>
            <a:r>
              <a:rPr lang="en-US" sz="1534" dirty="0">
                <a:latin typeface="Consolas" panose="020B0609020204030204" pitchFamily="49" charset="0"/>
                <a:cs typeface="Arial" panose="020B0604020202020204" pitchFamily="34" charset="0"/>
              </a:rPr>
              <a:t>else:</a:t>
            </a:r>
          </a:p>
          <a:p>
            <a:pPr marL="266714" lvl="1" indent="0">
              <a:buNone/>
            </a:pPr>
            <a:r>
              <a:rPr lang="en-US" sz="1534" dirty="0">
                <a:latin typeface="Consolas" panose="020B0609020204030204" pitchFamily="49" charset="0"/>
                <a:cs typeface="Arial" panose="020B0604020202020204" pitchFamily="34" charset="0"/>
              </a:rPr>
              <a:t>    print("Normal day")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Principle: The clearer and more detailed the comment, the better Copilot understands your intent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D150638-7AA6-A4D4-8753-EC9E4F6BD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6473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CA3C5-F6E4-7BB0-75D8-49DCB5A75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A739DB-FA4B-F8A8-5A47-537FD067E743}"/>
              </a:ext>
            </a:extLst>
          </p:cNvPr>
          <p:cNvSpPr txBox="1">
            <a:spLocks/>
          </p:cNvSpPr>
          <p:nvPr/>
        </p:nvSpPr>
        <p:spPr>
          <a:xfrm>
            <a:off x="285750" y="740737"/>
            <a:ext cx="6705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Loops?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0D00FF1-E63B-6D0D-AD6A-4F57FFB81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2CBF62-F86E-B238-DF74-8C7B704BE12A}"/>
              </a:ext>
            </a:extLst>
          </p:cNvPr>
          <p:cNvSpPr txBox="1"/>
          <p:nvPr/>
        </p:nvSpPr>
        <p:spPr>
          <a:xfrm>
            <a:off x="285750" y="1134337"/>
            <a:ext cx="5810250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Loops enable repetition of code blocks efficiently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Two main types in Python: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loop: iterates over a sequence (known number of times)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loop: repeats while a condition is true (unknown iterations possible)</a:t>
            </a:r>
          </a:p>
          <a:p>
            <a:pPr>
              <a:spcBef>
                <a:spcPts val="600"/>
              </a:spcBef>
            </a:pP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loop structure:</a:t>
            </a:r>
          </a:p>
          <a:p>
            <a:pPr>
              <a:spcBef>
                <a:spcPts val="600"/>
              </a:spcBef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Python Code</a:t>
            </a:r>
          </a:p>
          <a:p>
            <a:pPr lvl="1">
              <a:spcBef>
                <a:spcPts val="600"/>
              </a:spcBef>
            </a:pPr>
            <a:r>
              <a:rPr lang="en-US">
                <a:solidFill>
                  <a:srgbClr val="7B30D0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for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variable </a:t>
            </a:r>
            <a:r>
              <a:rPr lang="en-US">
                <a:solidFill>
                  <a:srgbClr val="7B30D0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in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sequence:</a:t>
            </a:r>
          </a:p>
          <a:p>
            <a:pPr lvl="1">
              <a:spcBef>
                <a:spcPts val="600"/>
              </a:spcBef>
            </a:pPr>
            <a:r>
              <a:rPr lang="en-US" i="1">
                <a:solidFill>
                  <a:srgbClr val="357B4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   # indented code block</a:t>
            </a:r>
            <a:endParaRPr lang="en-US">
              <a:solidFill>
                <a:srgbClr val="002339"/>
              </a:solidFill>
              <a:effectLst/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Analogy: Processing items in a shopping list one by one</a:t>
            </a:r>
            <a:endParaRPr lang="en-US">
              <a:solidFill>
                <a:srgbClr val="00233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F7EF2D-1F64-A801-B206-425924CB61C8}"/>
              </a:ext>
            </a:extLst>
          </p:cNvPr>
          <p:cNvSpPr txBox="1"/>
          <p:nvPr/>
        </p:nvSpPr>
        <p:spPr>
          <a:xfrm>
            <a:off x="6096000" y="740737"/>
            <a:ext cx="6105644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Copilot example prompt:</a:t>
            </a:r>
          </a:p>
          <a:p>
            <a:pPr>
              <a:spcBef>
                <a:spcPts val="600"/>
              </a:spcBef>
            </a:pPr>
            <a:r>
              <a:rPr lang="en-US" i="1" dirty="0">
                <a:solidFill>
                  <a:srgbClr val="357B4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# Print numbers from 1 to 10 using a for loop</a:t>
            </a:r>
          </a:p>
          <a:p>
            <a:pPr>
              <a:spcBef>
                <a:spcPts val="600"/>
              </a:spcBef>
            </a:pPr>
            <a:endParaRPr lang="en-US" dirty="0">
              <a:solidFill>
                <a:srgbClr val="002339"/>
              </a:solidFill>
              <a:effectLst/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Copilot suggests: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7B30D0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for</a:t>
            </a:r>
            <a:r>
              <a:rPr lang="en-US" dirty="0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dirty="0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7B30D0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in</a:t>
            </a:r>
            <a:r>
              <a:rPr lang="en-US" dirty="0">
                <a:solidFill>
                  <a:srgbClr val="1AB39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range</a:t>
            </a:r>
            <a:r>
              <a:rPr lang="en-US" dirty="0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dirty="0">
                <a:solidFill>
                  <a:srgbClr val="174781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1</a:t>
            </a:r>
            <a:r>
              <a:rPr lang="en-US" dirty="0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 dirty="0">
                <a:solidFill>
                  <a:srgbClr val="174781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11</a:t>
            </a:r>
            <a:r>
              <a:rPr lang="en-US" dirty="0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):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1AB39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   print</a:t>
            </a:r>
            <a:r>
              <a:rPr lang="en-US" dirty="0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 dirty="0" err="1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i</a:t>
            </a:r>
            <a:r>
              <a:rPr lang="en-US" dirty="0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1CF0AB-F7DE-66C6-E788-EF8572BAF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646" y="3624274"/>
            <a:ext cx="5713025" cy="19992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80930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0503C-F08F-BDC0-16AB-E6302E719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5FB277-BD87-CFD0-77C8-45E104078C8D}"/>
              </a:ext>
            </a:extLst>
          </p:cNvPr>
          <p:cNvSpPr txBox="1">
            <a:spLocks/>
          </p:cNvSpPr>
          <p:nvPr/>
        </p:nvSpPr>
        <p:spPr>
          <a:xfrm>
            <a:off x="285750" y="740737"/>
            <a:ext cx="6705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Loop with Copilot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6249681-70AF-8C20-19D6-CEC6613D9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32998B-4E2E-0FFE-4127-ED456A499726}"/>
              </a:ext>
            </a:extLst>
          </p:cNvPr>
          <p:cNvSpPr txBox="1"/>
          <p:nvPr/>
        </p:nvSpPr>
        <p:spPr>
          <a:xfrm>
            <a:off x="285750" y="1120676"/>
            <a:ext cx="5044705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while loop: Executes as long as condition remains True</a:t>
            </a:r>
          </a:p>
          <a:p>
            <a:pPr>
              <a:spcBef>
                <a:spcPts val="600"/>
              </a:spcBef>
            </a:pPr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Python Syntax:</a:t>
            </a:r>
          </a:p>
          <a:p>
            <a:pPr lvl="1">
              <a:spcBef>
                <a:spcPts val="600"/>
              </a:spcBef>
            </a:pPr>
            <a:r>
              <a:rPr lang="en-IN">
                <a:solidFill>
                  <a:srgbClr val="7B30D0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while</a:t>
            </a:r>
            <a:r>
              <a:rPr lang="en-IN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condition:</a:t>
            </a:r>
          </a:p>
          <a:p>
            <a:pPr lvl="1">
              <a:spcBef>
                <a:spcPts val="600"/>
              </a:spcBef>
            </a:pPr>
            <a:r>
              <a:rPr lang="en-IN" i="1">
                <a:solidFill>
                  <a:srgbClr val="357B4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   # indented code block</a:t>
            </a:r>
            <a:endParaRPr lang="en-IN">
              <a:solidFill>
                <a:srgbClr val="002339"/>
              </a:solidFill>
              <a:effectLst/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IN" i="1">
                <a:solidFill>
                  <a:srgbClr val="357B4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   # usually update variables to eventually make condition False</a:t>
            </a:r>
            <a:endParaRPr lang="en-IN">
              <a:solidFill>
                <a:srgbClr val="002339"/>
              </a:solidFill>
              <a:effectLst/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Common use: User input validation, games until win/loss</a:t>
            </a:r>
            <a:endParaRPr lang="en-IN">
              <a:solidFill>
                <a:srgbClr val="00233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838D90-2578-B8F5-E1AD-DB8C590528D7}"/>
              </a:ext>
            </a:extLst>
          </p:cNvPr>
          <p:cNvSpPr txBox="1"/>
          <p:nvPr/>
        </p:nvSpPr>
        <p:spPr>
          <a:xfrm>
            <a:off x="6007395" y="1134337"/>
            <a:ext cx="610308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Copilot example prompt:</a:t>
            </a:r>
          </a:p>
          <a:p>
            <a:r>
              <a:rPr lang="en-IN" i="1" dirty="0">
                <a:solidFill>
                  <a:srgbClr val="357B4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# Keep asking for password until user enters "secret123"</a:t>
            </a:r>
            <a:endParaRPr lang="en-IN" dirty="0">
              <a:solidFill>
                <a:srgbClr val="002339"/>
              </a:solidFill>
              <a:effectLst/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Copilot suggests:</a:t>
            </a:r>
          </a:p>
          <a:p>
            <a:endParaRPr lang="en-IN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password = input(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 the password: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password ==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"secret123"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65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print(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"Access granted!"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65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66C18B-2A19-03ED-E0B0-9F172E48A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395" y="4398763"/>
            <a:ext cx="5831643" cy="22504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02271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BF146-6743-9D0E-9F6A-0742F3E08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6FB4ED-882E-AAAE-BF6B-5474533B177E}"/>
              </a:ext>
            </a:extLst>
          </p:cNvPr>
          <p:cNvSpPr txBox="1">
            <a:spLocks/>
          </p:cNvSpPr>
          <p:nvPr/>
        </p:nvSpPr>
        <p:spPr>
          <a:xfrm>
            <a:off x="285750" y="740737"/>
            <a:ext cx="6705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Tips &amp; Common Mistakes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C4BAA7D-1CD0-C557-773A-A1EA83D89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D56A91-B39D-84B7-D875-9F452D58E649}"/>
              </a:ext>
            </a:extLst>
          </p:cNvPr>
          <p:cNvSpPr txBox="1"/>
          <p:nvPr/>
        </p:nvSpPr>
        <p:spPr>
          <a:xfrm>
            <a:off x="285750" y="1116310"/>
            <a:ext cx="5731592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Best practices: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Always update loop control variable inside loop (for while)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meaningful variable names (e.g., counter, item)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Prefer for over while when iterating known sequences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308800-259B-17FA-E7BC-46836DF9785C}"/>
              </a:ext>
            </a:extLst>
          </p:cNvPr>
          <p:cNvSpPr txBox="1"/>
          <p:nvPr/>
        </p:nvSpPr>
        <p:spPr>
          <a:xfrm>
            <a:off x="6017342" y="1134337"/>
            <a:ext cx="610091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Common mistakes &amp; warnings: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Infinite loop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Condition never becomes False (e.g., forgot to increment) </a:t>
            </a:r>
          </a:p>
          <a:p>
            <a:pPr lvl="1">
              <a:spcBef>
                <a:spcPts val="60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 bad code:</a:t>
            </a:r>
          </a:p>
          <a:p>
            <a:pPr lvl="2">
              <a:spcBef>
                <a:spcPts val="600"/>
              </a:spcBef>
            </a:pPr>
            <a:r>
              <a:rPr lang="en-US" dirty="0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count </a:t>
            </a:r>
            <a:r>
              <a:rPr lang="en-US" dirty="0">
                <a:solidFill>
                  <a:srgbClr val="7B30D0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=</a:t>
            </a:r>
            <a:r>
              <a:rPr lang="en-US" dirty="0">
                <a:solidFill>
                  <a:srgbClr val="174781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0</a:t>
            </a:r>
            <a:endParaRPr lang="en-US" dirty="0">
              <a:solidFill>
                <a:srgbClr val="002339"/>
              </a:solidFill>
              <a:effectLst/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2">
              <a:spcBef>
                <a:spcPts val="600"/>
              </a:spcBef>
            </a:pPr>
            <a:r>
              <a:rPr lang="en-US" dirty="0">
                <a:solidFill>
                  <a:srgbClr val="7B30D0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while</a:t>
            </a:r>
            <a:r>
              <a:rPr lang="en-US" dirty="0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count </a:t>
            </a:r>
            <a:r>
              <a:rPr lang="en-US" dirty="0">
                <a:solidFill>
                  <a:srgbClr val="7B30D0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&lt;</a:t>
            </a:r>
            <a:r>
              <a:rPr lang="en-US" dirty="0">
                <a:solidFill>
                  <a:srgbClr val="174781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5</a:t>
            </a:r>
            <a:r>
              <a:rPr lang="en-US" dirty="0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:</a:t>
            </a:r>
          </a:p>
          <a:p>
            <a:pPr lvl="2">
              <a:spcBef>
                <a:spcPts val="600"/>
              </a:spcBef>
            </a:pPr>
            <a:r>
              <a:rPr lang="en-US" dirty="0">
                <a:solidFill>
                  <a:srgbClr val="1AB39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   print</a:t>
            </a:r>
            <a:r>
              <a:rPr lang="en-US" dirty="0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(count)</a:t>
            </a:r>
          </a:p>
          <a:p>
            <a:pPr lvl="2">
              <a:spcBef>
                <a:spcPts val="600"/>
              </a:spcBef>
            </a:pPr>
            <a:r>
              <a:rPr lang="en-US" i="1" dirty="0">
                <a:solidFill>
                  <a:srgbClr val="357B4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   # Missing: count += 1</a:t>
            </a:r>
            <a:endParaRPr lang="en-US" dirty="0">
              <a:solidFill>
                <a:srgbClr val="002339"/>
              </a:solidFill>
              <a:effectLst/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break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exit early;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continue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skip iteration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3492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37ED6-7403-02A1-BEE5-C0B0F33B8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E30DB4-B102-DE9D-0014-1D5C940E3E41}"/>
              </a:ext>
            </a:extLst>
          </p:cNvPr>
          <p:cNvSpPr txBox="1">
            <a:spLocks/>
          </p:cNvSpPr>
          <p:nvPr/>
        </p:nvSpPr>
        <p:spPr>
          <a:xfrm>
            <a:off x="285750" y="740737"/>
            <a:ext cx="6705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Efficiency: How Copilot Helps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4BAF46E-F372-437F-24A4-F0CEE7B96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BD9FEF-E1B8-E44E-D572-A503A8B9B269}"/>
              </a:ext>
            </a:extLst>
          </p:cNvPr>
          <p:cNvSpPr txBox="1"/>
          <p:nvPr/>
        </p:nvSpPr>
        <p:spPr>
          <a:xfrm>
            <a:off x="419655" y="1134337"/>
            <a:ext cx="610144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>
                <a:latin typeface="Arial" panose="020B0604020202020204" pitchFamily="34" charset="0"/>
                <a:cs typeface="Arial" panose="020B0604020202020204" pitchFamily="34" charset="0"/>
              </a:rPr>
              <a:t>Efficiency in code: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Fewer redundant operations → faster execution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Readable, maintainable structure → easier debugging/updates</a:t>
            </a:r>
          </a:p>
          <a:p>
            <a:pPr>
              <a:spcBef>
                <a:spcPts val="600"/>
              </a:spcBef>
            </a:pPr>
            <a:r>
              <a:rPr lang="en-IN" b="1">
                <a:latin typeface="Arial" panose="020B0604020202020204" pitchFamily="34" charset="0"/>
                <a:cs typeface="Arial" panose="020B0604020202020204" pitchFamily="34" charset="0"/>
              </a:rPr>
              <a:t>Analogy: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Organized workspace vs cluttered one – tasks completed quicker with less effort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IN" b="1">
                <a:latin typeface="Arial" panose="020B0604020202020204" pitchFamily="34" charset="0"/>
                <a:cs typeface="Arial" panose="020B0604020202020204" pitchFamily="34" charset="0"/>
              </a:rPr>
              <a:t>Copilot contributions: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Suggests concise patterns (e.g., list comprehensions, built-in functions)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Auto-refactors repeated code into loops/functions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Reduces syntax errors through idiomatic suggestions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Benefit: Focus on logic/problem-solving, not boilerplate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5F63EA1-E08B-FDD5-6FEB-63523EB71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814" y="1781259"/>
            <a:ext cx="5584371" cy="3722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0146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A32B3C-D9C8-65B6-1442-8DF6B935E489}"/>
              </a:ext>
            </a:extLst>
          </p:cNvPr>
          <p:cNvSpPr txBox="1">
            <a:spLocks/>
          </p:cNvSpPr>
          <p:nvPr/>
        </p:nvSpPr>
        <p:spPr>
          <a:xfrm>
            <a:off x="292604" y="750262"/>
            <a:ext cx="11470771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 Activity</a:t>
            </a:r>
          </a:p>
          <a:p>
            <a:pPr algn="l"/>
            <a:endParaRPr lang="en-US" sz="2200" b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222A006-8F04-CCEF-0DC5-52D42FF39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8622E6-5B75-0274-BD0E-07E563387839}"/>
              </a:ext>
            </a:extLst>
          </p:cNvPr>
          <p:cNvSpPr/>
          <p:nvPr/>
        </p:nvSpPr>
        <p:spPr>
          <a:xfrm>
            <a:off x="457200" y="4114800"/>
            <a:ext cx="11734800" cy="2133600"/>
          </a:xfrm>
          <a:prstGeom prst="rect">
            <a:avLst/>
          </a:prstGeom>
          <a:solidFill>
            <a:srgbClr val="FCF3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89689F-36E7-7881-4C3C-185362691848}"/>
              </a:ext>
            </a:extLst>
          </p:cNvPr>
          <p:cNvGrpSpPr/>
          <p:nvPr/>
        </p:nvGrpSpPr>
        <p:grpSpPr>
          <a:xfrm>
            <a:off x="8305800" y="685800"/>
            <a:ext cx="2971800" cy="4370614"/>
            <a:chOff x="8305800" y="685800"/>
            <a:chExt cx="2971800" cy="437061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346213-B0D6-CF00-9B16-D6C17090298F}"/>
                </a:ext>
              </a:extLst>
            </p:cNvPr>
            <p:cNvSpPr/>
            <p:nvPr/>
          </p:nvSpPr>
          <p:spPr>
            <a:xfrm>
              <a:off x="8305800" y="2084614"/>
              <a:ext cx="2971800" cy="2971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BB74208-07C7-6E54-9B81-528E03AE5E0B}"/>
                </a:ext>
              </a:extLst>
            </p:cNvPr>
            <p:cNvGrpSpPr/>
            <p:nvPr/>
          </p:nvGrpSpPr>
          <p:grpSpPr>
            <a:xfrm>
              <a:off x="8458200" y="685800"/>
              <a:ext cx="2667000" cy="4136571"/>
              <a:chOff x="8534400" y="1426029"/>
              <a:chExt cx="2667000" cy="4136571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7027A8E6-EC4C-1C2E-11BA-6D4DE4580AAB}"/>
                  </a:ext>
                </a:extLst>
              </p:cNvPr>
              <p:cNvSpPr/>
              <p:nvPr/>
            </p:nvSpPr>
            <p:spPr>
              <a:xfrm>
                <a:off x="8534400" y="2895600"/>
                <a:ext cx="2667000" cy="2667000"/>
              </a:xfrm>
              <a:prstGeom prst="ellipse">
                <a:avLst/>
              </a:prstGeom>
              <a:solidFill>
                <a:srgbClr val="F8E15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Freeform 5">
                <a:extLst>
                  <a:ext uri="{FF2B5EF4-FFF2-40B4-BE49-F238E27FC236}">
                    <a16:creationId xmlns:a16="http://schemas.microsoft.com/office/drawing/2014/main" id="{1082C203-7F84-D183-4312-3AA35A15AAFA}"/>
                  </a:ext>
                </a:extLst>
              </p:cNvPr>
              <p:cNvSpPr/>
              <p:nvPr/>
            </p:nvSpPr>
            <p:spPr>
              <a:xfrm>
                <a:off x="8958121" y="1426029"/>
                <a:ext cx="1819559" cy="2342780"/>
              </a:xfrm>
              <a:custGeom>
                <a:avLst/>
                <a:gdLst/>
                <a:ahLst/>
                <a:cxnLst/>
                <a:rect l="l" t="t" r="r" b="b"/>
                <a:pathLst>
                  <a:path w="1819559" h="2342780">
                    <a:moveTo>
                      <a:pt x="0" y="0"/>
                    </a:moveTo>
                    <a:lnTo>
                      <a:pt x="1819559" y="0"/>
                    </a:lnTo>
                    <a:lnTo>
                      <a:pt x="1819559" y="2342780"/>
                    </a:lnTo>
                    <a:lnTo>
                      <a:pt x="0" y="23427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21B89CD7-B53D-C4BE-D409-15C0D13545AB}"/>
              </a:ext>
            </a:extLst>
          </p:cNvPr>
          <p:cNvSpPr txBox="1">
            <a:spLocks/>
          </p:cNvSpPr>
          <p:nvPr/>
        </p:nvSpPr>
        <p:spPr>
          <a:xfrm>
            <a:off x="762000" y="4419600"/>
            <a:ext cx="617220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Lab 4.1 - Loops with Copilot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6448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3F470-57DD-BA1D-AA85-B6293A640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6372F9-9D6A-0268-7AE8-6A921E49B1CC}"/>
              </a:ext>
            </a:extLst>
          </p:cNvPr>
          <p:cNvSpPr txBox="1">
            <a:spLocks/>
          </p:cNvSpPr>
          <p:nvPr/>
        </p:nvSpPr>
        <p:spPr>
          <a:xfrm>
            <a:off x="285749" y="740737"/>
            <a:ext cx="7900307" cy="33049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Functions &amp; Defining Function with Copilot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62C6A5B-0546-A0AC-DAEC-C6CB73484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6F40B4-50AA-613C-69D3-4A2D4651CBB2}"/>
              </a:ext>
            </a:extLst>
          </p:cNvPr>
          <p:cNvSpPr txBox="1"/>
          <p:nvPr/>
        </p:nvSpPr>
        <p:spPr>
          <a:xfrm>
            <a:off x="627743" y="1225689"/>
            <a:ext cx="5468257" cy="5180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Functions are reusable blocks of code that perform a specific task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Benefits: modularity, readability, easier testing/maintenance</a:t>
            </a:r>
          </a:p>
          <a:p>
            <a:pPr>
              <a:spcBef>
                <a:spcPts val="600"/>
              </a:spcBef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Basic syntax:</a:t>
            </a:r>
          </a:p>
          <a:p>
            <a:pPr lvl="1">
              <a:spcBef>
                <a:spcPts val="600"/>
              </a:spcBef>
            </a:pPr>
            <a:r>
              <a:rPr lang="en-US">
                <a:solidFill>
                  <a:srgbClr val="0991B6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def</a:t>
            </a:r>
            <a:r>
              <a:rPr lang="en-US">
                <a:solidFill>
                  <a:srgbClr val="7EB233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srgbClr val="7EB233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function_name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>
                <a:solidFill>
                  <a:srgbClr val="B1108E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parameters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):</a:t>
            </a:r>
          </a:p>
          <a:p>
            <a:pPr lvl="1">
              <a:spcBef>
                <a:spcPts val="600"/>
              </a:spcBef>
            </a:pPr>
            <a:r>
              <a:rPr lang="en-US" i="1">
                <a:solidFill>
                  <a:srgbClr val="357B4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   # code block</a:t>
            </a:r>
            <a:endParaRPr lang="en-US">
              <a:solidFill>
                <a:srgbClr val="002339"/>
              </a:solidFill>
              <a:effectLst/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lvl="1">
              <a:spcBef>
                <a:spcPts val="600"/>
              </a:spcBef>
            </a:pPr>
            <a:r>
              <a:rPr lang="en-US" i="1">
                <a:solidFill>
                  <a:srgbClr val="357B4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   # optional return value</a:t>
            </a:r>
          </a:p>
          <a:p>
            <a:pPr lvl="1">
              <a:spcBef>
                <a:spcPts val="600"/>
              </a:spcBef>
            </a:pPr>
            <a:endParaRPr lang="en-US">
              <a:solidFill>
                <a:srgbClr val="002339"/>
              </a:solidFill>
              <a:effectLst/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Copilot example prompt:</a:t>
            </a:r>
          </a:p>
          <a:p>
            <a:pPr>
              <a:spcBef>
                <a:spcPts val="600"/>
              </a:spcBef>
            </a:pPr>
            <a:r>
              <a:rPr lang="en-US" i="1">
                <a:solidFill>
                  <a:srgbClr val="357B4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# Define a function that calculates and returns the square of a number</a:t>
            </a:r>
            <a:endParaRPr lang="en-US">
              <a:solidFill>
                <a:srgbClr val="002339"/>
              </a:solidFill>
              <a:effectLst/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Copilot may suggest:</a:t>
            </a:r>
          </a:p>
          <a:p>
            <a:pPr>
              <a:spcBef>
                <a:spcPts val="600"/>
              </a:spcBef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calculate_square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(number):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number **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E1C0AA-F8EA-0D13-B7CD-24DF87E0A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46199"/>
            <a:ext cx="6062614" cy="216560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9550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B6CE2-F2A3-3191-4C76-2C7D64785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8C96C2-623A-27C0-A1DE-775767F84467}"/>
              </a:ext>
            </a:extLst>
          </p:cNvPr>
          <p:cNvSpPr txBox="1">
            <a:spLocks/>
          </p:cNvSpPr>
          <p:nvPr/>
        </p:nvSpPr>
        <p:spPr>
          <a:xfrm>
            <a:off x="285750" y="740737"/>
            <a:ext cx="6705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 Parameters &amp; Return Values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C33E698-7EAC-493A-31F3-61EC9363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F76CB0-F3A9-9834-0D2B-95E29401D08F}"/>
              </a:ext>
            </a:extLst>
          </p:cNvPr>
          <p:cNvSpPr txBox="1"/>
          <p:nvPr/>
        </p:nvSpPr>
        <p:spPr>
          <a:xfrm>
            <a:off x="285750" y="1116407"/>
            <a:ext cx="557716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Parameters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Variables listed in parentheses – receive values when function is called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Positional: order matters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Can have default values: def greet(name="Guest"):</a:t>
            </a:r>
          </a:p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Return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Sends value back to caller (optional – defaults to None)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Python Code</a:t>
            </a:r>
          </a:p>
          <a:p>
            <a:pPr lvl="1"/>
            <a:r>
              <a:rPr lang="en-US">
                <a:solidFill>
                  <a:srgbClr val="0991B6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def</a:t>
            </a:r>
            <a:r>
              <a:rPr lang="en-US">
                <a:solidFill>
                  <a:srgbClr val="7EB233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add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>
                <a:solidFill>
                  <a:srgbClr val="B1108E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a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>
                <a:solidFill>
                  <a:srgbClr val="B1108E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b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):</a:t>
            </a:r>
          </a:p>
          <a:p>
            <a:pPr lvl="1"/>
            <a:r>
              <a:rPr lang="en-US">
                <a:solidFill>
                  <a:srgbClr val="7B30D0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   return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a </a:t>
            </a:r>
            <a:r>
              <a:rPr lang="en-US">
                <a:solidFill>
                  <a:srgbClr val="7B30D0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+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b</a:t>
            </a: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E0A072-277B-9E24-EF3C-CC75D3A7D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647" y="3596627"/>
            <a:ext cx="5934635" cy="16842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CA5A94D-19DA-CC00-E409-7C9475C6253F}"/>
              </a:ext>
            </a:extLst>
          </p:cNvPr>
          <p:cNvSpPr txBox="1"/>
          <p:nvPr/>
        </p:nvSpPr>
        <p:spPr>
          <a:xfrm>
            <a:off x="6024282" y="1066800"/>
            <a:ext cx="6096000" cy="2136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Copilot prompt example:</a:t>
            </a:r>
          </a:p>
          <a:p>
            <a:r>
              <a:rPr lang="en-US" i="1">
                <a:solidFill>
                  <a:srgbClr val="357B4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# Function to calculate area of rectangle given length and width</a:t>
            </a:r>
            <a:endParaRPr lang="en-US">
              <a:solidFill>
                <a:srgbClr val="002339"/>
              </a:solidFill>
              <a:effectLst/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Copilot may suggest:</a:t>
            </a:r>
          </a:p>
          <a:p>
            <a:pPr>
              <a:lnSpc>
                <a:spcPts val="1650"/>
              </a:lnSpc>
            </a:pP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calculate_rectangle_area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length,width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    </a:t>
            </a:r>
          </a:p>
          <a:p>
            <a:pPr>
              <a:lnSpc>
                <a:spcPts val="1650"/>
              </a:lnSpc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area = length * width</a:t>
            </a:r>
          </a:p>
          <a:p>
            <a:pPr>
              <a:lnSpc>
                <a:spcPts val="1650"/>
              </a:lnSpc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area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4944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CA94A-26D0-E6A8-6D48-269FCCDF7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E563E2-7C38-A731-7D78-0586492FD2DB}"/>
              </a:ext>
            </a:extLst>
          </p:cNvPr>
          <p:cNvSpPr txBox="1">
            <a:spLocks/>
          </p:cNvSpPr>
          <p:nvPr/>
        </p:nvSpPr>
        <p:spPr>
          <a:xfrm>
            <a:off x="285749" y="740736"/>
            <a:ext cx="7388679" cy="424025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Functions Make Code Better – DRY Principle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B39E298-4FD4-20E0-1401-6A323F6C0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8295D1-9C04-A07C-F843-2E78A771A0F5}"/>
              </a:ext>
            </a:extLst>
          </p:cNvPr>
          <p:cNvGrpSpPr/>
          <p:nvPr/>
        </p:nvGrpSpPr>
        <p:grpSpPr>
          <a:xfrm>
            <a:off x="0" y="6248400"/>
            <a:ext cx="12192000" cy="369425"/>
            <a:chOff x="0" y="6248400"/>
            <a:chExt cx="12192000" cy="36942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2EDF159-BD1C-5721-DC8A-47A4032DA2FF}"/>
                </a:ext>
              </a:extLst>
            </p:cNvPr>
            <p:cNvSpPr txBox="1"/>
            <p:nvPr/>
          </p:nvSpPr>
          <p:spPr>
            <a:xfrm>
              <a:off x="419655" y="6310048"/>
              <a:ext cx="30714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Source: Image generated using AI</a:t>
              </a:r>
              <a:endParaRPr lang="en-US" sz="14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F036E57-ED5C-177C-D1B4-B0351BF212E6}"/>
                </a:ext>
              </a:extLst>
            </p:cNvPr>
            <p:cNvCxnSpPr/>
            <p:nvPr/>
          </p:nvCxnSpPr>
          <p:spPr>
            <a:xfrm>
              <a:off x="0" y="6248400"/>
              <a:ext cx="121920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0B37E99-C651-7C38-1AF9-C2244AA50950}"/>
              </a:ext>
            </a:extLst>
          </p:cNvPr>
          <p:cNvSpPr txBox="1"/>
          <p:nvPr/>
        </p:nvSpPr>
        <p:spPr>
          <a:xfrm>
            <a:off x="318408" y="1100355"/>
            <a:ext cx="5777592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DRY: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on't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epeat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ourself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Avoid duplicating logic → reduces bugs and maintenance effort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Advantages of using functions: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Single place to fix/update logic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Improved readability (code tells what, not how)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Easier testing (test function in isolation)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Reusability across programs/projects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Without functions: repeated code blocks → hard to maintain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With functions: central definition → call many times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6658A1F-B228-4812-9C62-7D29732F5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6177" y="1616528"/>
            <a:ext cx="5437415" cy="3624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50913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6D8BB-32BD-1CCF-15F9-8A0E68951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318050-ADEE-597F-4AFE-30F056C0EA11}"/>
              </a:ext>
            </a:extLst>
          </p:cNvPr>
          <p:cNvSpPr txBox="1">
            <a:spLocks/>
          </p:cNvSpPr>
          <p:nvPr/>
        </p:nvSpPr>
        <p:spPr>
          <a:xfrm>
            <a:off x="292604" y="750262"/>
            <a:ext cx="11470771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 Activity</a:t>
            </a:r>
          </a:p>
          <a:p>
            <a:pPr algn="l"/>
            <a:endParaRPr lang="en-US" sz="2200" b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B83EF13B-FBB4-2836-59A7-9236D66F4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D73E77-A5F9-CF32-1A86-B245B31ABECC}"/>
              </a:ext>
            </a:extLst>
          </p:cNvPr>
          <p:cNvSpPr/>
          <p:nvPr/>
        </p:nvSpPr>
        <p:spPr>
          <a:xfrm>
            <a:off x="457200" y="4114800"/>
            <a:ext cx="11734800" cy="2133600"/>
          </a:xfrm>
          <a:prstGeom prst="rect">
            <a:avLst/>
          </a:prstGeom>
          <a:solidFill>
            <a:srgbClr val="FCF3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8A7852C-2B3A-79D1-A4E3-398E5C7BF8EF}"/>
              </a:ext>
            </a:extLst>
          </p:cNvPr>
          <p:cNvGrpSpPr/>
          <p:nvPr/>
        </p:nvGrpSpPr>
        <p:grpSpPr>
          <a:xfrm>
            <a:off x="8305800" y="685800"/>
            <a:ext cx="2971800" cy="4370614"/>
            <a:chOff x="8305800" y="685800"/>
            <a:chExt cx="2971800" cy="437061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C9BDD84-8240-E73C-CC3A-ED4AA058BD7E}"/>
                </a:ext>
              </a:extLst>
            </p:cNvPr>
            <p:cNvSpPr/>
            <p:nvPr/>
          </p:nvSpPr>
          <p:spPr>
            <a:xfrm>
              <a:off x="8305800" y="2084614"/>
              <a:ext cx="2971800" cy="2971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2CC16EE-A427-7397-8E69-576893B6F1AB}"/>
                </a:ext>
              </a:extLst>
            </p:cNvPr>
            <p:cNvGrpSpPr/>
            <p:nvPr/>
          </p:nvGrpSpPr>
          <p:grpSpPr>
            <a:xfrm>
              <a:off x="8458200" y="685800"/>
              <a:ext cx="2667000" cy="4136571"/>
              <a:chOff x="8534400" y="1426029"/>
              <a:chExt cx="2667000" cy="4136571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07A3E82-6C83-8654-2658-76C16BE57A83}"/>
                  </a:ext>
                </a:extLst>
              </p:cNvPr>
              <p:cNvSpPr/>
              <p:nvPr/>
            </p:nvSpPr>
            <p:spPr>
              <a:xfrm>
                <a:off x="8534400" y="2895600"/>
                <a:ext cx="2667000" cy="2667000"/>
              </a:xfrm>
              <a:prstGeom prst="ellipse">
                <a:avLst/>
              </a:prstGeom>
              <a:solidFill>
                <a:srgbClr val="F8E15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Freeform 5">
                <a:extLst>
                  <a:ext uri="{FF2B5EF4-FFF2-40B4-BE49-F238E27FC236}">
                    <a16:creationId xmlns:a16="http://schemas.microsoft.com/office/drawing/2014/main" id="{7EF9E08B-42CD-E7A0-0393-EA693C6A3A1D}"/>
                  </a:ext>
                </a:extLst>
              </p:cNvPr>
              <p:cNvSpPr/>
              <p:nvPr/>
            </p:nvSpPr>
            <p:spPr>
              <a:xfrm>
                <a:off x="8958121" y="1426029"/>
                <a:ext cx="1819559" cy="2342780"/>
              </a:xfrm>
              <a:custGeom>
                <a:avLst/>
                <a:gdLst/>
                <a:ahLst/>
                <a:cxnLst/>
                <a:rect l="l" t="t" r="r" b="b"/>
                <a:pathLst>
                  <a:path w="1819559" h="2342780">
                    <a:moveTo>
                      <a:pt x="0" y="0"/>
                    </a:moveTo>
                    <a:lnTo>
                      <a:pt x="1819559" y="0"/>
                    </a:lnTo>
                    <a:lnTo>
                      <a:pt x="1819559" y="2342780"/>
                    </a:lnTo>
                    <a:lnTo>
                      <a:pt x="0" y="23427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AADA8B1-6085-7D2F-186E-B2771BC698DD}"/>
              </a:ext>
            </a:extLst>
          </p:cNvPr>
          <p:cNvSpPr txBox="1">
            <a:spLocks/>
          </p:cNvSpPr>
          <p:nvPr/>
        </p:nvSpPr>
        <p:spPr>
          <a:xfrm>
            <a:off x="762000" y="4419600"/>
            <a:ext cx="617220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Lab 4.2 - Functions Factory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7636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FD367-992E-E667-DE23-3EEAFD1D8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DCA977-2ADE-306F-47A2-ED7BB6D54FF6}"/>
              </a:ext>
            </a:extLst>
          </p:cNvPr>
          <p:cNvSpPr txBox="1">
            <a:spLocks/>
          </p:cNvSpPr>
          <p:nvPr/>
        </p:nvSpPr>
        <p:spPr>
          <a:xfrm>
            <a:off x="285750" y="740737"/>
            <a:ext cx="6705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 Basics with Copilot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7D5957A-CAF8-E0F8-C3B7-F7B8B9203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9DA7370-5B44-64E8-4EBF-32579790A045}"/>
              </a:ext>
            </a:extLst>
          </p:cNvPr>
          <p:cNvGrpSpPr/>
          <p:nvPr/>
        </p:nvGrpSpPr>
        <p:grpSpPr>
          <a:xfrm>
            <a:off x="0" y="6248400"/>
            <a:ext cx="12192000" cy="369425"/>
            <a:chOff x="0" y="6248400"/>
            <a:chExt cx="12192000" cy="36942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0C54257-88FB-DD72-1EFE-0FA3E54F4F38}"/>
                </a:ext>
              </a:extLst>
            </p:cNvPr>
            <p:cNvSpPr txBox="1"/>
            <p:nvPr/>
          </p:nvSpPr>
          <p:spPr>
            <a:xfrm>
              <a:off x="419655" y="6310048"/>
              <a:ext cx="70292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Source: </a:t>
              </a:r>
              <a:r>
                <a:rPr lang="en-US" sz="14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https://www.analyticsvidhya.com/blog/2024/07/python-built-in-data-structures/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1E7CC52-EC20-BD6F-4219-46DFF45F6876}"/>
                </a:ext>
              </a:extLst>
            </p:cNvPr>
            <p:cNvCxnSpPr/>
            <p:nvPr/>
          </p:nvCxnSpPr>
          <p:spPr>
            <a:xfrm>
              <a:off x="0" y="6248400"/>
              <a:ext cx="121920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431DD14-D84E-F322-9AAB-0E2CEA8E4F2D}"/>
              </a:ext>
            </a:extLst>
          </p:cNvPr>
          <p:cNvSpPr txBox="1"/>
          <p:nvPr/>
        </p:nvSpPr>
        <p:spPr>
          <a:xfrm>
            <a:off x="419655" y="1134337"/>
            <a:ext cx="6102626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Data structures organize and store multiple related values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Why needed: Single variables insufficient for collections (e.g., all student names, shopping items)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Python built-in types: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: ordered, mutable collection (like a shopping bag)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dictionary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: key-value pairs (like a phone book)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b="1"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: Immutable sequence (Like a fixed checklist)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b="1">
                <a:latin typeface="Arial" panose="020B0604020202020204" pitchFamily="34" charset="0"/>
                <a:cs typeface="Arial" panose="020B0604020202020204" pitchFamily="34" charset="0"/>
              </a:rPr>
              <a:t>set: 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Unordered, unique items (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Like a bag of distinct tokens</a:t>
            </a:r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85BE5C-DE81-84C5-2D0D-B9D05C3D5A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82" t="13852" r="4457" b="12400"/>
          <a:stretch>
            <a:fillRect/>
          </a:stretch>
        </p:blipFill>
        <p:spPr>
          <a:xfrm>
            <a:off x="6522281" y="1875073"/>
            <a:ext cx="5456301" cy="24896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84076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979E5-B99E-106D-EA9B-F21CB8C52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070E9F-8A61-27DB-8074-9C02CD9DCFF2}"/>
              </a:ext>
            </a:extLst>
          </p:cNvPr>
          <p:cNvSpPr txBox="1">
            <a:spLocks/>
          </p:cNvSpPr>
          <p:nvPr/>
        </p:nvSpPr>
        <p:spPr>
          <a:xfrm>
            <a:off x="285750" y="740737"/>
            <a:ext cx="6705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 Basics with Copilot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88330B2-4ED9-6ED4-0F8C-191368B8A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739250-42A5-F593-03E0-FE162A044DF6}"/>
              </a:ext>
            </a:extLst>
          </p:cNvPr>
          <p:cNvSpPr txBox="1"/>
          <p:nvPr/>
        </p:nvSpPr>
        <p:spPr>
          <a:xfrm>
            <a:off x="285750" y="1120594"/>
            <a:ext cx="514802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List creation &amp; basic access:</a:t>
            </a:r>
          </a:p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fruits </a:t>
            </a:r>
            <a:r>
              <a:rPr lang="en-US">
                <a:solidFill>
                  <a:srgbClr val="7B30D0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=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[</a:t>
            </a:r>
            <a:r>
              <a:rPr lang="en-US">
                <a:solidFill>
                  <a:srgbClr val="A44185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"apple"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>
                <a:solidFill>
                  <a:srgbClr val="A44185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"banana"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>
                <a:solidFill>
                  <a:srgbClr val="A44185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"cherry"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]</a:t>
            </a:r>
          </a:p>
          <a:p>
            <a:r>
              <a:rPr lang="en-US">
                <a:solidFill>
                  <a:srgbClr val="1AB39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print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(fruits[</a:t>
            </a:r>
            <a:r>
              <a:rPr lang="en-US">
                <a:solidFill>
                  <a:srgbClr val="174781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0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]) </a:t>
            </a:r>
          </a:p>
          <a:p>
            <a:r>
              <a:rPr lang="en-US" err="1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fruits.append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</a:t>
            </a:r>
            <a:r>
              <a:rPr lang="en-US">
                <a:solidFill>
                  <a:srgbClr val="A44185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"date“</a:t>
            </a:r>
            <a:r>
              <a:rPr lang="en-US">
                <a:solidFill>
                  <a:srgbClr val="002339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</a:t>
            </a:r>
            <a:endParaRPr lang="en-US">
              <a:solidFill>
                <a:srgbClr val="002339"/>
              </a:solidFill>
              <a:effectLst/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Copilot prompt example:</a:t>
            </a:r>
          </a:p>
          <a:p>
            <a:r>
              <a:rPr lang="en-US" i="1">
                <a:solidFill>
                  <a:srgbClr val="357B4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# Create a list of five favorite colors and print each one</a:t>
            </a:r>
            <a:endParaRPr lang="en-US">
              <a:solidFill>
                <a:srgbClr val="002339"/>
              </a:solidFill>
              <a:effectLst/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Copilot may suggest:</a:t>
            </a:r>
          </a:p>
          <a:p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colors </a:t>
            </a:r>
            <a:r>
              <a:rPr lang="en-US">
                <a:solidFill>
                  <a:srgbClr val="7B30D0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=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[</a:t>
            </a:r>
            <a:r>
              <a:rPr lang="en-US">
                <a:solidFill>
                  <a:srgbClr val="A44185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"red"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>
                <a:solidFill>
                  <a:srgbClr val="A44185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"blue"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>
                <a:solidFill>
                  <a:srgbClr val="A44185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"green"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>
                <a:solidFill>
                  <a:srgbClr val="A44185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"yellow"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, </a:t>
            </a:r>
            <a:r>
              <a:rPr lang="en-US">
                <a:solidFill>
                  <a:srgbClr val="A44185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"purple"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]</a:t>
            </a:r>
          </a:p>
          <a:p>
            <a:r>
              <a:rPr lang="en-US">
                <a:solidFill>
                  <a:srgbClr val="7B30D0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for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color </a:t>
            </a:r>
            <a:r>
              <a:rPr lang="en-US">
                <a:solidFill>
                  <a:srgbClr val="7B30D0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in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colors:</a:t>
            </a:r>
          </a:p>
          <a:p>
            <a:r>
              <a:rPr lang="en-US">
                <a:solidFill>
                  <a:srgbClr val="1AB394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    print</a:t>
            </a:r>
            <a:r>
              <a:rPr lang="en-US">
                <a:solidFill>
                  <a:srgbClr val="002339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(color)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F01375-8FAC-86F7-02EB-2ED536CB4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384" y="2306744"/>
            <a:ext cx="6445616" cy="182907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75024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81994-8C88-2D88-D3FB-74EB2B83B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AE4448-822E-013A-966C-DA50A722604A}"/>
              </a:ext>
            </a:extLst>
          </p:cNvPr>
          <p:cNvSpPr txBox="1">
            <a:spLocks/>
          </p:cNvSpPr>
          <p:nvPr/>
        </p:nvSpPr>
        <p:spPr>
          <a:xfrm>
            <a:off x="285750" y="740737"/>
            <a:ext cx="6705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 Basics with Copilot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28CF775-834A-93F5-FF63-2B9F773C7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65066883-647C-66E0-D618-DDC8BF1B6185}"/>
              </a:ext>
            </a:extLst>
          </p:cNvPr>
          <p:cNvSpPr txBox="1">
            <a:spLocks/>
          </p:cNvSpPr>
          <p:nvPr/>
        </p:nvSpPr>
        <p:spPr>
          <a:xfrm>
            <a:off x="295275" y="1076326"/>
            <a:ext cx="6324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 List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C92040-D3F0-66ED-52E6-DE55648D0CDB}"/>
              </a:ext>
            </a:extLst>
          </p:cNvPr>
          <p:cNvSpPr txBox="1"/>
          <p:nvPr/>
        </p:nvSpPr>
        <p:spPr>
          <a:xfrm>
            <a:off x="285750" y="1469926"/>
            <a:ext cx="562927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Key list methods and operations: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append(item) – add to end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remove(item) – remove first occurrence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pop(index) – remove &amp; return by index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(list) – number of elements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list[index] – access by position (0-based)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Iteration: for item in </a:t>
            </a:r>
            <a:r>
              <a:rPr lang="en-US" err="1">
                <a:latin typeface="Arial" panose="020B0604020202020204" pitchFamily="34" charset="0"/>
                <a:cs typeface="Arial" panose="020B0604020202020204" pitchFamily="34" charset="0"/>
              </a:rPr>
              <a:t>my_list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5BB3F6-323D-3FA7-F32E-55030B84E606}"/>
              </a:ext>
            </a:extLst>
          </p:cNvPr>
          <p:cNvSpPr txBox="1"/>
          <p:nvPr/>
        </p:nvSpPr>
        <p:spPr>
          <a:xfrm>
            <a:off x="5993606" y="1192926"/>
            <a:ext cx="6100762" cy="2956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Example with Copilot prompt:</a:t>
            </a:r>
          </a:p>
          <a:p>
            <a:r>
              <a:rPr lang="en-US" i="1">
                <a:solidFill>
                  <a:srgbClr val="357B4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# Create a list of student names, add two more, remove one, and print the length</a:t>
            </a:r>
          </a:p>
          <a:p>
            <a:endParaRPr lang="en-US">
              <a:solidFill>
                <a:srgbClr val="002339"/>
              </a:solidFill>
              <a:effectLst/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Copilot may suggest:</a:t>
            </a:r>
          </a:p>
          <a:p>
            <a:pPr lvl="1">
              <a:lnSpc>
                <a:spcPts val="1650"/>
              </a:lnSpc>
              <a:spcBef>
                <a:spcPts val="600"/>
              </a:spcBef>
            </a:pPr>
            <a:r>
              <a:rPr lang="en-I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students = [</a:t>
            </a:r>
            <a:r>
              <a:rPr lang="en-IN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I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"Bob"</a:t>
            </a:r>
            <a:r>
              <a:rPr lang="en-I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"Charlie"</a:t>
            </a:r>
            <a:r>
              <a:rPr lang="en-I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lvl="1">
              <a:lnSpc>
                <a:spcPts val="1650"/>
              </a:lnSpc>
              <a:spcBef>
                <a:spcPts val="600"/>
              </a:spcBef>
            </a:pPr>
            <a:r>
              <a:rPr lang="en-IN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students.append</a:t>
            </a:r>
            <a:r>
              <a:rPr lang="en-I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"David"</a:t>
            </a:r>
            <a:r>
              <a:rPr lang="en-I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lvl="1">
              <a:lnSpc>
                <a:spcPts val="1650"/>
              </a:lnSpc>
              <a:spcBef>
                <a:spcPts val="600"/>
              </a:spcBef>
            </a:pPr>
            <a:r>
              <a:rPr lang="en-IN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students.append</a:t>
            </a:r>
            <a:r>
              <a:rPr lang="en-I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"Eve"</a:t>
            </a:r>
            <a:r>
              <a:rPr lang="en-I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lvl="1">
              <a:lnSpc>
                <a:spcPts val="1650"/>
              </a:lnSpc>
              <a:spcBef>
                <a:spcPts val="600"/>
              </a:spcBef>
            </a:pPr>
            <a:r>
              <a:rPr lang="en-IN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students.remove</a:t>
            </a:r>
            <a:r>
              <a:rPr lang="en-I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"Bob"</a:t>
            </a:r>
            <a:r>
              <a:rPr lang="en-I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lvl="1">
              <a:lnSpc>
                <a:spcPts val="1650"/>
              </a:lnSpc>
              <a:spcBef>
                <a:spcPts val="600"/>
              </a:spcBef>
            </a:pPr>
            <a:r>
              <a:rPr lang="en-I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IN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IN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(students))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F41F694-602E-246A-947B-ED9F963BC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1193" y="4141579"/>
            <a:ext cx="7349614" cy="24929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24352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25680-1A19-D731-1223-46A073764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CFBE52-1689-6008-CB0D-8AC35FCDD6B2}"/>
              </a:ext>
            </a:extLst>
          </p:cNvPr>
          <p:cNvSpPr txBox="1">
            <a:spLocks/>
          </p:cNvSpPr>
          <p:nvPr/>
        </p:nvSpPr>
        <p:spPr>
          <a:xfrm>
            <a:off x="285750" y="740737"/>
            <a:ext cx="6705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 Basics with Copilot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1F7C8BA-2DAD-74A8-92A8-45245431E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F0E66DA2-3A3F-E931-74FE-C84FB387D2E3}"/>
              </a:ext>
            </a:extLst>
          </p:cNvPr>
          <p:cNvSpPr txBox="1">
            <a:spLocks/>
          </p:cNvSpPr>
          <p:nvPr/>
        </p:nvSpPr>
        <p:spPr>
          <a:xfrm>
            <a:off x="295275" y="1076326"/>
            <a:ext cx="6324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Dictionaries (Key-Value Pairs) – Basics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1B8D5E-83C1-A0D0-FA4F-F1D41751F526}"/>
              </a:ext>
            </a:extLst>
          </p:cNvPr>
          <p:cNvSpPr txBox="1"/>
          <p:nvPr/>
        </p:nvSpPr>
        <p:spPr>
          <a:xfrm>
            <a:off x="287676" y="1361297"/>
            <a:ext cx="532201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/>
              <a:t>Dictionary</a:t>
            </a:r>
            <a:r>
              <a:rPr lang="en-IN"/>
              <a:t>: unordered, mutable collection of key-value pairs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Keys: unique, immutable (usually strings or numbers)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/>
              <a:t>Values: any data type</a:t>
            </a:r>
          </a:p>
          <a:p>
            <a:endParaRPr lang="en-IN"/>
          </a:p>
          <a:p>
            <a:r>
              <a:rPr lang="en-IN"/>
              <a:t>Syntax:</a:t>
            </a:r>
          </a:p>
          <a:p>
            <a:r>
              <a:rPr lang="en-IN">
                <a:solidFill>
                  <a:srgbClr val="002339"/>
                </a:solidFill>
                <a:effectLst/>
                <a:latin typeface="Consolas" panose="020B0609020204030204" pitchFamily="49" charset="0"/>
              </a:rPr>
              <a:t>student </a:t>
            </a:r>
            <a:r>
              <a:rPr lang="en-IN">
                <a:solidFill>
                  <a:srgbClr val="7B30D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>
                <a:solidFill>
                  <a:srgbClr val="002339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>
                <a:solidFill>
                  <a:srgbClr val="A4418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IN">
                <a:solidFill>
                  <a:srgbClr val="00233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>
                <a:solidFill>
                  <a:srgbClr val="A44185"/>
                </a:solidFill>
                <a:effectLst/>
                <a:latin typeface="Consolas" panose="020B0609020204030204" pitchFamily="49" charset="0"/>
              </a:rPr>
              <a:t>"Ali"</a:t>
            </a:r>
            <a:r>
              <a:rPr lang="en-IN">
                <a:solidFill>
                  <a:srgbClr val="00233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>
                <a:solidFill>
                  <a:srgbClr val="A44185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IN">
                <a:solidFill>
                  <a:srgbClr val="00233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>
                <a:solidFill>
                  <a:srgbClr val="174781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lang="en-IN">
                <a:solidFill>
                  <a:srgbClr val="00233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>
                <a:solidFill>
                  <a:srgbClr val="A44185"/>
                </a:solidFill>
                <a:effectLst/>
                <a:latin typeface="Consolas" panose="020B0609020204030204" pitchFamily="49" charset="0"/>
              </a:rPr>
              <a:t>"grade"</a:t>
            </a:r>
            <a:r>
              <a:rPr lang="en-IN">
                <a:solidFill>
                  <a:srgbClr val="002339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>
                <a:solidFill>
                  <a:srgbClr val="A44185"/>
                </a:solidFill>
                <a:effectLst/>
                <a:latin typeface="Consolas" panose="020B0609020204030204" pitchFamily="49" charset="0"/>
              </a:rPr>
              <a:t>"A"</a:t>
            </a:r>
            <a:r>
              <a:rPr lang="en-IN">
                <a:solidFill>
                  <a:srgbClr val="002339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IN">
              <a:solidFill>
                <a:srgbClr val="002339"/>
              </a:solidFill>
              <a:effectLst/>
              <a:latin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Access: student["name"] → "Ali"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Add/update: student["city"] = "Cairo"</a:t>
            </a:r>
            <a:endParaRPr lang="en-IN">
              <a:solidFill>
                <a:srgbClr val="002339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E847E9-3D9A-89B0-8871-CEFA8AB5C775}"/>
              </a:ext>
            </a:extLst>
          </p:cNvPr>
          <p:cNvSpPr txBox="1"/>
          <p:nvPr/>
        </p:nvSpPr>
        <p:spPr>
          <a:xfrm>
            <a:off x="5617289" y="1030840"/>
            <a:ext cx="6475393" cy="3285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latin typeface="Arial" panose="020B0604020202020204" pitchFamily="34" charset="0"/>
                <a:cs typeface="Arial" panose="020B0604020202020204" pitchFamily="34" charset="0"/>
              </a:rPr>
              <a:t>Copilot prompt example:</a:t>
            </a:r>
          </a:p>
          <a:p>
            <a:r>
              <a:rPr lang="en-IN" i="1">
                <a:solidFill>
                  <a:srgbClr val="357B4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# Create a dictionary for a student with name, marks in math and science, then print name and average marks</a:t>
            </a:r>
          </a:p>
          <a:p>
            <a:endParaRPr lang="en-IN">
              <a:solidFill>
                <a:srgbClr val="002339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Copilot may suggest: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student = {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"Alice"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"math"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"science"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endParaRPr lang="en-US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print(student[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650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print((student[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"math"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+ student[</a:t>
            </a:r>
            <a:r>
              <a:rPr lang="en-US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"science"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/ </a:t>
            </a:r>
            <a:r>
              <a:rPr lang="en-US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F480216-2120-459D-106A-51F460D48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9782" y="4507319"/>
            <a:ext cx="7649544" cy="20152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90078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4081D-8A28-573F-34CC-6D5896ACA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4C488F33-5107-96A5-B2A8-29425CF5F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CDE6FB30-A735-7E07-9321-6ED345D67BFD}"/>
              </a:ext>
            </a:extLst>
          </p:cNvPr>
          <p:cNvSpPr txBox="1">
            <a:spLocks/>
          </p:cNvSpPr>
          <p:nvPr/>
        </p:nvSpPr>
        <p:spPr>
          <a:xfrm>
            <a:off x="295275" y="1076326"/>
            <a:ext cx="6324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 &amp; Update Dictionaries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72182602-3094-D5CF-4B0E-1E23553BBC44}"/>
              </a:ext>
            </a:extLst>
          </p:cNvPr>
          <p:cNvSpPr txBox="1">
            <a:spLocks/>
          </p:cNvSpPr>
          <p:nvPr/>
        </p:nvSpPr>
        <p:spPr>
          <a:xfrm>
            <a:off x="285750" y="740737"/>
            <a:ext cx="6705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Structures Basics with Copilot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5959A0-043A-589C-C020-EE806EDFBB78}"/>
              </a:ext>
            </a:extLst>
          </p:cNvPr>
          <p:cNvSpPr txBox="1"/>
          <p:nvPr/>
        </p:nvSpPr>
        <p:spPr>
          <a:xfrm>
            <a:off x="295275" y="1469926"/>
            <a:ext cx="5591175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Common operations: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Access: value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dict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[key]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KeyError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if missing)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Safe access: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dict.get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(key, default)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Update: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dict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[key]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new_value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Delete: del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dict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[key]</a:t>
            </a:r>
          </a:p>
          <a:p>
            <a:pPr>
              <a:spcBef>
                <a:spcPts val="60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Iteration: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Keys: for key in student: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Values: for value 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student.values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Both: for key, value in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student.items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7B6621-FB72-1831-F7AB-5B5EE61A32F2}"/>
              </a:ext>
            </a:extLst>
          </p:cNvPr>
          <p:cNvSpPr txBox="1"/>
          <p:nvPr/>
        </p:nvSpPr>
        <p:spPr>
          <a:xfrm>
            <a:off x="5955506" y="1066800"/>
            <a:ext cx="6100762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Copilot prompt: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i="1" dirty="0">
                <a:solidFill>
                  <a:srgbClr val="357B42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# Loop through a dictionary of student marks and print each subject and score</a:t>
            </a:r>
            <a:endParaRPr lang="en-US" dirty="0">
              <a:solidFill>
                <a:srgbClr val="002339"/>
              </a:solidFill>
              <a:effectLst/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Copilot may suggest: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094B7D4-D524-663C-D56B-6E3967CE4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8953" y="2926031"/>
            <a:ext cx="5997315" cy="31912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41276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43A33-14AC-C064-133D-6EFF3D710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D95F57-7BAB-70C8-7DBD-487080747218}"/>
              </a:ext>
            </a:extLst>
          </p:cNvPr>
          <p:cNvSpPr txBox="1">
            <a:spLocks/>
          </p:cNvSpPr>
          <p:nvPr/>
        </p:nvSpPr>
        <p:spPr>
          <a:xfrm>
            <a:off x="292604" y="750262"/>
            <a:ext cx="11470771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 Activity</a:t>
            </a:r>
          </a:p>
          <a:p>
            <a:pPr algn="l"/>
            <a:endParaRPr lang="en-US" sz="2200" b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BE756C0D-100D-8E50-96EC-1BCE0A442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BF9C77-248A-3781-18E3-123CB03B47B1}"/>
              </a:ext>
            </a:extLst>
          </p:cNvPr>
          <p:cNvSpPr/>
          <p:nvPr/>
        </p:nvSpPr>
        <p:spPr>
          <a:xfrm>
            <a:off x="457200" y="4114800"/>
            <a:ext cx="11734800" cy="2133600"/>
          </a:xfrm>
          <a:prstGeom prst="rect">
            <a:avLst/>
          </a:prstGeom>
          <a:solidFill>
            <a:srgbClr val="FCF3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49C6F2D-AF44-96BE-75B1-F129DAC9D28D}"/>
              </a:ext>
            </a:extLst>
          </p:cNvPr>
          <p:cNvGrpSpPr/>
          <p:nvPr/>
        </p:nvGrpSpPr>
        <p:grpSpPr>
          <a:xfrm>
            <a:off x="8305800" y="685800"/>
            <a:ext cx="2971800" cy="4370614"/>
            <a:chOff x="8305800" y="685800"/>
            <a:chExt cx="2971800" cy="437061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A69B59D-A47A-6FDB-E738-6F5035C51148}"/>
                </a:ext>
              </a:extLst>
            </p:cNvPr>
            <p:cNvSpPr/>
            <p:nvPr/>
          </p:nvSpPr>
          <p:spPr>
            <a:xfrm>
              <a:off x="8305800" y="2084614"/>
              <a:ext cx="2971800" cy="2971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7640B6E-A753-FBF9-FC71-C7EF53CE1CD0}"/>
                </a:ext>
              </a:extLst>
            </p:cNvPr>
            <p:cNvGrpSpPr/>
            <p:nvPr/>
          </p:nvGrpSpPr>
          <p:grpSpPr>
            <a:xfrm>
              <a:off x="8458200" y="685800"/>
              <a:ext cx="2667000" cy="4136571"/>
              <a:chOff x="8534400" y="1426029"/>
              <a:chExt cx="2667000" cy="4136571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AB534DE-D473-3F1D-E1C3-349AA601FEA2}"/>
                  </a:ext>
                </a:extLst>
              </p:cNvPr>
              <p:cNvSpPr/>
              <p:nvPr/>
            </p:nvSpPr>
            <p:spPr>
              <a:xfrm>
                <a:off x="8534400" y="2895600"/>
                <a:ext cx="2667000" cy="2667000"/>
              </a:xfrm>
              <a:prstGeom prst="ellipse">
                <a:avLst/>
              </a:prstGeom>
              <a:solidFill>
                <a:srgbClr val="F8E15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Freeform 5">
                <a:extLst>
                  <a:ext uri="{FF2B5EF4-FFF2-40B4-BE49-F238E27FC236}">
                    <a16:creationId xmlns:a16="http://schemas.microsoft.com/office/drawing/2014/main" id="{01E7C847-9E08-7579-4D06-34851FDCB2F8}"/>
                  </a:ext>
                </a:extLst>
              </p:cNvPr>
              <p:cNvSpPr/>
              <p:nvPr/>
            </p:nvSpPr>
            <p:spPr>
              <a:xfrm>
                <a:off x="8958121" y="1426029"/>
                <a:ext cx="1819559" cy="2342780"/>
              </a:xfrm>
              <a:custGeom>
                <a:avLst/>
                <a:gdLst/>
                <a:ahLst/>
                <a:cxnLst/>
                <a:rect l="l" t="t" r="r" b="b"/>
                <a:pathLst>
                  <a:path w="1819559" h="2342780">
                    <a:moveTo>
                      <a:pt x="0" y="0"/>
                    </a:moveTo>
                    <a:lnTo>
                      <a:pt x="1819559" y="0"/>
                    </a:lnTo>
                    <a:lnTo>
                      <a:pt x="1819559" y="2342780"/>
                    </a:lnTo>
                    <a:lnTo>
                      <a:pt x="0" y="23427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17616F5D-73FD-89DB-0FE7-B48AB7CA9C98}"/>
              </a:ext>
            </a:extLst>
          </p:cNvPr>
          <p:cNvSpPr txBox="1">
            <a:spLocks/>
          </p:cNvSpPr>
          <p:nvPr/>
        </p:nvSpPr>
        <p:spPr>
          <a:xfrm>
            <a:off x="762000" y="4419600"/>
            <a:ext cx="617220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spcBef>
                <a:spcPts val="0"/>
              </a:spcBef>
              <a:spcAft>
                <a:spcPts val="800"/>
              </a:spcAft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Lab 4.3 - Data Structures Dive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9975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981A7-B21E-83DD-2ECB-2BF330EB7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0E9D99-67B3-A3A2-D4D7-6DB76061E70D}"/>
              </a:ext>
            </a:extLst>
          </p:cNvPr>
          <p:cNvSpPr txBox="1">
            <a:spLocks/>
          </p:cNvSpPr>
          <p:nvPr/>
        </p:nvSpPr>
        <p:spPr>
          <a:xfrm>
            <a:off x="285750" y="740737"/>
            <a:ext cx="8329440" cy="393585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AI-Assisted Programming Principles + Effective Prompting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F584BC69-6EDD-D397-5620-6D2085405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CC9839-C9C9-BED7-AAFF-632889DCA134}"/>
              </a:ext>
            </a:extLst>
          </p:cNvPr>
          <p:cNvSpPr txBox="1"/>
          <p:nvPr/>
        </p:nvSpPr>
        <p:spPr>
          <a:xfrm>
            <a:off x="285750" y="1134322"/>
            <a:ext cx="11620500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Core principles for using Copilot effectively: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Write clear, specific, natural-language comments describing intent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Provide context (variable names, expected input/output)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Iterate: accept, test, refine prompt if needed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Always review and understand generated code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Copilot as a partner, not replacement for logical thinking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8C32F7C-7367-1737-217B-F938F6683E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6735641"/>
              </p:ext>
            </p:extLst>
          </p:nvPr>
        </p:nvGraphicFramePr>
        <p:xfrm>
          <a:off x="566756" y="3563562"/>
          <a:ext cx="11339494" cy="25537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031654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23BED-AE3A-BBD0-378D-0599D32B3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046373-F109-26C9-8476-6E8AF2DE7651}"/>
              </a:ext>
            </a:extLst>
          </p:cNvPr>
          <p:cNvSpPr txBox="1">
            <a:spLocks/>
          </p:cNvSpPr>
          <p:nvPr/>
        </p:nvSpPr>
        <p:spPr>
          <a:xfrm>
            <a:off x="285750" y="740737"/>
            <a:ext cx="6705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Debugging Essentials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0465AFF-41C3-59D5-475A-2FB925BDB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8B126EA1-8DA5-5476-27DA-D67475540A00}"/>
              </a:ext>
            </a:extLst>
          </p:cNvPr>
          <p:cNvSpPr txBox="1">
            <a:spLocks/>
          </p:cNvSpPr>
          <p:nvPr/>
        </p:nvSpPr>
        <p:spPr>
          <a:xfrm>
            <a:off x="295275" y="1076326"/>
            <a:ext cx="6324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 Errors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1926D5-8F46-8289-C75B-29F362783964}"/>
              </a:ext>
            </a:extLst>
          </p:cNvPr>
          <p:cNvSpPr txBox="1"/>
          <p:nvPr/>
        </p:nvSpPr>
        <p:spPr>
          <a:xfrm>
            <a:off x="295275" y="1371600"/>
            <a:ext cx="6101442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Debugging: systematic process of finding and fixing errors (bugs)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Two main categories: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Syntax errors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code structure invalid (caught before run)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Runtime / Logic errors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code runs but produces wrong results or crashes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Frequent beginner errors: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4F8F7A3-6A83-9A1B-813B-20C2B811ED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7209655"/>
              </p:ext>
            </p:extLst>
          </p:nvPr>
        </p:nvGraphicFramePr>
        <p:xfrm>
          <a:off x="381000" y="4191271"/>
          <a:ext cx="11476703" cy="1990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D79CB8FE-D5B6-EFC4-E5AE-B80CC0361F5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027" y="1134337"/>
            <a:ext cx="3786648" cy="25244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011233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7DA30-AC98-F2AA-220E-34D6A9BA1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11D36A57-5D89-B7BD-D5D9-28FF4D5FA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E94EF9-DF17-A805-F3B7-20856A843949}"/>
              </a:ext>
            </a:extLst>
          </p:cNvPr>
          <p:cNvGrpSpPr/>
          <p:nvPr/>
        </p:nvGrpSpPr>
        <p:grpSpPr>
          <a:xfrm>
            <a:off x="0" y="6248400"/>
            <a:ext cx="12192000" cy="369425"/>
            <a:chOff x="0" y="6248400"/>
            <a:chExt cx="12192000" cy="36942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7A4E9DC-0A0A-5D44-A0D7-ABFD9000DEC4}"/>
                </a:ext>
              </a:extLst>
            </p:cNvPr>
            <p:cNvSpPr txBox="1"/>
            <p:nvPr/>
          </p:nvSpPr>
          <p:spPr>
            <a:xfrm>
              <a:off x="419655" y="6310048"/>
              <a:ext cx="64794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Source: </a:t>
              </a:r>
              <a:r>
                <a:rPr lang="en-US" sz="1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https://www.geeksforgeeks.org/blogs/debugging-tips-to-get-better-at-it/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B9A5120-4BF9-75FE-70E9-838653813D9C}"/>
                </a:ext>
              </a:extLst>
            </p:cNvPr>
            <p:cNvCxnSpPr/>
            <p:nvPr/>
          </p:nvCxnSpPr>
          <p:spPr>
            <a:xfrm>
              <a:off x="0" y="6248400"/>
              <a:ext cx="121920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itle 3">
            <a:extLst>
              <a:ext uri="{FF2B5EF4-FFF2-40B4-BE49-F238E27FC236}">
                <a16:creationId xmlns:a16="http://schemas.microsoft.com/office/drawing/2014/main" id="{851FC747-C104-4BDF-2342-C001DA3DD56F}"/>
              </a:ext>
            </a:extLst>
          </p:cNvPr>
          <p:cNvSpPr txBox="1">
            <a:spLocks/>
          </p:cNvSpPr>
          <p:nvPr/>
        </p:nvSpPr>
        <p:spPr>
          <a:xfrm>
            <a:off x="295275" y="1076326"/>
            <a:ext cx="6324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Step-by-Step Debugging Workflow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6164291F-B3DF-3E78-78A3-E8A1B400F8CC}"/>
              </a:ext>
            </a:extLst>
          </p:cNvPr>
          <p:cNvSpPr txBox="1">
            <a:spLocks/>
          </p:cNvSpPr>
          <p:nvPr/>
        </p:nvSpPr>
        <p:spPr>
          <a:xfrm>
            <a:off x="285750" y="740737"/>
            <a:ext cx="6705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Debugging Essentials</a:t>
            </a: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BCD02972-CAC6-48A7-E414-917E41EA4C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9411837"/>
              </p:ext>
            </p:extLst>
          </p:nvPr>
        </p:nvGraphicFramePr>
        <p:xfrm>
          <a:off x="419655" y="860557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280855C-55F8-03B0-F7F5-8E32401F6732}"/>
              </a:ext>
            </a:extLst>
          </p:cNvPr>
          <p:cNvSpPr txBox="1"/>
          <p:nvPr/>
        </p:nvSpPr>
        <p:spPr>
          <a:xfrm>
            <a:off x="285033" y="5809578"/>
            <a:ext cx="7236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Print debugging tip: insert print() statements to trace variable values</a:t>
            </a:r>
          </a:p>
        </p:txBody>
      </p:sp>
      <p:pic>
        <p:nvPicPr>
          <p:cNvPr id="1026" name="Picture 2" descr="Debugging: Tips To Get Better At It - GeeksforGeeks">
            <a:extLst>
              <a:ext uri="{FF2B5EF4-FFF2-40B4-BE49-F238E27FC236}">
                <a16:creationId xmlns:a16="http://schemas.microsoft.com/office/drawing/2014/main" id="{EDD4079A-7EE2-DF81-A74A-9379BF54D7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5" r="27909"/>
          <a:stretch>
            <a:fillRect/>
          </a:stretch>
        </p:blipFill>
        <p:spPr bwMode="auto">
          <a:xfrm>
            <a:off x="8967310" y="2317691"/>
            <a:ext cx="2892290" cy="2504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231383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A4FCB-C06A-0A8E-1631-072FBF146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08BF3D76-07F9-4AFE-5F16-6C486AE9A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0D8BB008-0342-DED8-BFBE-6154C573244D}"/>
              </a:ext>
            </a:extLst>
          </p:cNvPr>
          <p:cNvSpPr txBox="1">
            <a:spLocks/>
          </p:cNvSpPr>
          <p:nvPr/>
        </p:nvSpPr>
        <p:spPr>
          <a:xfrm>
            <a:off x="295275" y="1076326"/>
            <a:ext cx="6324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Copilot for Debugging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1FE9211-382D-29E5-1970-5B4D87A08D67}"/>
              </a:ext>
            </a:extLst>
          </p:cNvPr>
          <p:cNvSpPr txBox="1">
            <a:spLocks/>
          </p:cNvSpPr>
          <p:nvPr/>
        </p:nvSpPr>
        <p:spPr>
          <a:xfrm>
            <a:off x="285750" y="740737"/>
            <a:ext cx="6705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Debugging Essentials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59C7A3-D17F-E272-B98C-A53A62755E35}"/>
              </a:ext>
            </a:extLst>
          </p:cNvPr>
          <p:cNvSpPr txBox="1"/>
          <p:nvPr/>
        </p:nvSpPr>
        <p:spPr>
          <a:xfrm>
            <a:off x="295275" y="1553344"/>
            <a:ext cx="610144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Copilot debugging techniques: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Highlight error line → write comment: # Why am I getting </a:t>
            </a:r>
            <a:r>
              <a:rPr lang="en-US" dirty="0" err="1"/>
              <a:t>NameError</a:t>
            </a:r>
            <a:r>
              <a:rPr lang="en-US" dirty="0"/>
              <a:t> here?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 inline command: type /fix or /explain after error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Add descriptive comment above buggy code:</a:t>
            </a:r>
          </a:p>
          <a:p>
            <a:pPr lvl="2"/>
            <a:r>
              <a:rPr lang="en-US" i="1" dirty="0">
                <a:solidFill>
                  <a:srgbClr val="357B42"/>
                </a:solidFill>
                <a:effectLst/>
                <a:latin typeface="Consolas" panose="020B0609020204030204" pitchFamily="49" charset="0"/>
              </a:rPr>
              <a:t># This loop should print 1 to 5 but runs forever – fix it</a:t>
            </a:r>
            <a:endParaRPr lang="en-US" dirty="0">
              <a:solidFill>
                <a:srgbClr val="002339"/>
              </a:solidFill>
              <a:effectLst/>
              <a:latin typeface="Consolas" panose="020B0609020204030204" pitchFamily="49" charset="0"/>
            </a:endParaRPr>
          </a:p>
          <a:p>
            <a:pPr lvl="2"/>
            <a:r>
              <a:rPr lang="en-US" dirty="0">
                <a:solidFill>
                  <a:srgbClr val="002339"/>
                </a:solidFill>
                <a:effectLst/>
                <a:latin typeface="Consolas" panose="020B0609020204030204" pitchFamily="49" charset="0"/>
              </a:rPr>
              <a:t>count </a:t>
            </a:r>
            <a:r>
              <a:rPr lang="en-US" dirty="0">
                <a:solidFill>
                  <a:srgbClr val="7B30D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174781"/>
                </a:solidFill>
                <a:effectLst/>
                <a:latin typeface="Consolas" panose="020B0609020204030204" pitchFamily="49" charset="0"/>
              </a:rPr>
              <a:t> 1</a:t>
            </a:r>
            <a:endParaRPr lang="en-US" dirty="0">
              <a:solidFill>
                <a:srgbClr val="002339"/>
              </a:solidFill>
              <a:effectLst/>
              <a:latin typeface="Consolas" panose="020B0609020204030204" pitchFamily="49" charset="0"/>
            </a:endParaRPr>
          </a:p>
          <a:p>
            <a:pPr lvl="2"/>
            <a:r>
              <a:rPr lang="en-US" dirty="0">
                <a:solidFill>
                  <a:srgbClr val="7B30D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2339"/>
                </a:solidFill>
                <a:effectLst/>
                <a:latin typeface="Consolas" panose="020B0609020204030204" pitchFamily="49" charset="0"/>
              </a:rPr>
              <a:t> count </a:t>
            </a:r>
            <a:r>
              <a:rPr lang="en-US" dirty="0">
                <a:solidFill>
                  <a:srgbClr val="7B30D0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dirty="0">
                <a:solidFill>
                  <a:srgbClr val="174781"/>
                </a:solidFill>
                <a:effectLst/>
                <a:latin typeface="Consolas" panose="020B0609020204030204" pitchFamily="49" charset="0"/>
              </a:rPr>
              <a:t> 5</a:t>
            </a:r>
            <a:r>
              <a:rPr lang="en-US" dirty="0">
                <a:solidFill>
                  <a:srgbClr val="002339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lvl="2"/>
            <a:r>
              <a:rPr lang="en-US" dirty="0">
                <a:solidFill>
                  <a:srgbClr val="1AB394"/>
                </a:solidFill>
                <a:effectLst/>
                <a:latin typeface="Consolas" panose="020B0609020204030204" pitchFamily="49" charset="0"/>
              </a:rPr>
              <a:t>    print</a:t>
            </a:r>
            <a:r>
              <a:rPr lang="en-US" dirty="0">
                <a:solidFill>
                  <a:srgbClr val="002339"/>
                </a:solidFill>
                <a:effectLst/>
                <a:latin typeface="Consolas" panose="020B0609020204030204" pitchFamily="49" charset="0"/>
              </a:rPr>
              <a:t>(count)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Copilot suggests adding count +=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Always: Review, test, and understand suggested fix before accepting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69630B-DA96-C000-D105-27967442E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53" y="2150839"/>
            <a:ext cx="5846047" cy="194672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628558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6F5CA-11CE-F7CB-A5F6-E737DCA90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B0702E-DF02-A6BC-E089-BC65F5F9FE12}"/>
              </a:ext>
            </a:extLst>
          </p:cNvPr>
          <p:cNvSpPr txBox="1">
            <a:spLocks/>
          </p:cNvSpPr>
          <p:nvPr/>
        </p:nvSpPr>
        <p:spPr>
          <a:xfrm>
            <a:off x="292604" y="750262"/>
            <a:ext cx="11470771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 Activity</a:t>
            </a:r>
          </a:p>
          <a:p>
            <a:pPr algn="l"/>
            <a:endParaRPr lang="en-US" sz="2200" b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BA32753-7219-BBF0-5090-61C39C69F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CD1698-D5DA-14B6-324E-6B845652A17F}"/>
              </a:ext>
            </a:extLst>
          </p:cNvPr>
          <p:cNvSpPr/>
          <p:nvPr/>
        </p:nvSpPr>
        <p:spPr>
          <a:xfrm>
            <a:off x="457200" y="4114800"/>
            <a:ext cx="11734800" cy="2133600"/>
          </a:xfrm>
          <a:prstGeom prst="rect">
            <a:avLst/>
          </a:prstGeom>
          <a:solidFill>
            <a:srgbClr val="FCF3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31A897E-26E4-596B-85B5-F4A377AD2943}"/>
              </a:ext>
            </a:extLst>
          </p:cNvPr>
          <p:cNvGrpSpPr/>
          <p:nvPr/>
        </p:nvGrpSpPr>
        <p:grpSpPr>
          <a:xfrm>
            <a:off x="8305800" y="685800"/>
            <a:ext cx="2971800" cy="4370614"/>
            <a:chOff x="8305800" y="685800"/>
            <a:chExt cx="2971800" cy="437061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AF15EAD-11DC-8C93-BD3E-54A80231E008}"/>
                </a:ext>
              </a:extLst>
            </p:cNvPr>
            <p:cNvSpPr/>
            <p:nvPr/>
          </p:nvSpPr>
          <p:spPr>
            <a:xfrm>
              <a:off x="8305800" y="2084614"/>
              <a:ext cx="2971800" cy="2971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9D501E5-0058-466F-AEB8-4E1309F58DEE}"/>
                </a:ext>
              </a:extLst>
            </p:cNvPr>
            <p:cNvGrpSpPr/>
            <p:nvPr/>
          </p:nvGrpSpPr>
          <p:grpSpPr>
            <a:xfrm>
              <a:off x="8458200" y="685800"/>
              <a:ext cx="2667000" cy="4136571"/>
              <a:chOff x="8534400" y="1426029"/>
              <a:chExt cx="2667000" cy="4136571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98931A80-0B7F-4D81-9062-B88D113BFA3F}"/>
                  </a:ext>
                </a:extLst>
              </p:cNvPr>
              <p:cNvSpPr/>
              <p:nvPr/>
            </p:nvSpPr>
            <p:spPr>
              <a:xfrm>
                <a:off x="8534400" y="2895600"/>
                <a:ext cx="2667000" cy="2667000"/>
              </a:xfrm>
              <a:prstGeom prst="ellipse">
                <a:avLst/>
              </a:prstGeom>
              <a:solidFill>
                <a:srgbClr val="F8E15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Freeform 5">
                <a:extLst>
                  <a:ext uri="{FF2B5EF4-FFF2-40B4-BE49-F238E27FC236}">
                    <a16:creationId xmlns:a16="http://schemas.microsoft.com/office/drawing/2014/main" id="{CF45E2C4-51B2-9951-A181-4100932A1202}"/>
                  </a:ext>
                </a:extLst>
              </p:cNvPr>
              <p:cNvSpPr/>
              <p:nvPr/>
            </p:nvSpPr>
            <p:spPr>
              <a:xfrm>
                <a:off x="8958121" y="1426029"/>
                <a:ext cx="1819559" cy="2342780"/>
              </a:xfrm>
              <a:custGeom>
                <a:avLst/>
                <a:gdLst/>
                <a:ahLst/>
                <a:cxnLst/>
                <a:rect l="l" t="t" r="r" b="b"/>
                <a:pathLst>
                  <a:path w="1819559" h="2342780">
                    <a:moveTo>
                      <a:pt x="0" y="0"/>
                    </a:moveTo>
                    <a:lnTo>
                      <a:pt x="1819559" y="0"/>
                    </a:lnTo>
                    <a:lnTo>
                      <a:pt x="1819559" y="2342780"/>
                    </a:lnTo>
                    <a:lnTo>
                      <a:pt x="0" y="23427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2E936DAB-1D2A-E79C-FCD8-68555244E5B3}"/>
              </a:ext>
            </a:extLst>
          </p:cNvPr>
          <p:cNvSpPr txBox="1">
            <a:spLocks/>
          </p:cNvSpPr>
          <p:nvPr/>
        </p:nvSpPr>
        <p:spPr>
          <a:xfrm>
            <a:off x="762000" y="4419600"/>
            <a:ext cx="617220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Lab 4.4 - Debug Detective – Find, Fix &amp; Optimize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14468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E9C25-885A-EE77-815D-01DA912AE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A4C076-A33C-BA18-E19C-1DF3960892C3}"/>
              </a:ext>
            </a:extLst>
          </p:cNvPr>
          <p:cNvSpPr txBox="1">
            <a:spLocks/>
          </p:cNvSpPr>
          <p:nvPr/>
        </p:nvSpPr>
        <p:spPr>
          <a:xfrm>
            <a:off x="285750" y="740737"/>
            <a:ext cx="6705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Ethical AI Coding Reminder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C59B2FA-9BFD-7417-F1D2-4E1795FA7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550F8F-7FEF-6366-19E3-9D7AA862B771}"/>
              </a:ext>
            </a:extLst>
          </p:cNvPr>
          <p:cNvSpPr txBox="1"/>
          <p:nvPr/>
        </p:nvSpPr>
        <p:spPr>
          <a:xfrm>
            <a:off x="285749" y="1134337"/>
            <a:ext cx="7304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Key ethical principles when using Copilot / generative AI: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3CED850-3724-5A71-7165-B04E2655FB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8182916"/>
              </p:ext>
            </p:extLst>
          </p:nvPr>
        </p:nvGraphicFramePr>
        <p:xfrm>
          <a:off x="2032000" y="1319003"/>
          <a:ext cx="8128000" cy="41230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5A4E65F-A8D9-F3DC-B1B1-841E1EB6962D}"/>
              </a:ext>
            </a:extLst>
          </p:cNvPr>
          <p:cNvSpPr txBox="1"/>
          <p:nvPr/>
        </p:nvSpPr>
        <p:spPr>
          <a:xfrm>
            <a:off x="285749" y="5723663"/>
            <a:ext cx="114865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Professional standard: AI is a tool – final responsibility remains with the programmer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Discussion prompt: “What should you do if Copilot suggests code that works but you don’t fully understand?”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31912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A32B3C-D9C8-65B6-1442-8DF6B935E489}"/>
              </a:ext>
            </a:extLst>
          </p:cNvPr>
          <p:cNvSpPr txBox="1">
            <a:spLocks/>
          </p:cNvSpPr>
          <p:nvPr/>
        </p:nvSpPr>
        <p:spPr>
          <a:xfrm>
            <a:off x="302129" y="740737"/>
            <a:ext cx="11775571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76EDFFF-7E60-F4A2-ECDA-81CD89054335}"/>
              </a:ext>
            </a:extLst>
          </p:cNvPr>
          <p:cNvSpPr txBox="1">
            <a:spLocks/>
          </p:cNvSpPr>
          <p:nvPr/>
        </p:nvSpPr>
        <p:spPr>
          <a:xfrm>
            <a:off x="302129" y="1134337"/>
            <a:ext cx="6342529" cy="3691444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spcBef>
                <a:spcPts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You have learned in this Chapter: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Implementation of control flow structures using precise, intent-driven Copilot prompts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Definition and application of functions, including parameters, return values, and invocation, to uphold the DRY principle and support modular design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Effective use of fundamental data structures: ordered, mutable lists and key-value dictionaries for structured data management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Application of a systematic debugging methodology, augmented by Copilot capabilities (/fix, /explain, and descriptive error-resolution comments)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Adherence to ethical standards in AI-assisted programming: full comprehension, rigorous verification, and personal accountability for all code produced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C603D4E8-9BAA-B8B5-0D8A-9F11B05FF385}"/>
              </a:ext>
            </a:extLst>
          </p:cNvPr>
          <p:cNvSpPr/>
          <p:nvPr/>
        </p:nvSpPr>
        <p:spPr>
          <a:xfrm>
            <a:off x="6858000" y="1447800"/>
            <a:ext cx="4478694" cy="4114800"/>
          </a:xfrm>
          <a:custGeom>
            <a:avLst/>
            <a:gdLst/>
            <a:ahLst/>
            <a:cxnLst/>
            <a:rect l="l" t="t" r="r" b="b"/>
            <a:pathLst>
              <a:path w="4478694" h="4114800">
                <a:moveTo>
                  <a:pt x="0" y="0"/>
                </a:moveTo>
                <a:lnTo>
                  <a:pt x="4478694" y="0"/>
                </a:lnTo>
                <a:lnTo>
                  <a:pt x="44786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2016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A32B3C-D9C8-65B6-1442-8DF6B935E489}"/>
              </a:ext>
            </a:extLst>
          </p:cNvPr>
          <p:cNvSpPr txBox="1">
            <a:spLocks/>
          </p:cNvSpPr>
          <p:nvPr/>
        </p:nvSpPr>
        <p:spPr>
          <a:xfrm>
            <a:off x="295275" y="750262"/>
            <a:ext cx="111252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FB8E816-E868-A86A-9AC1-52D61C79325A}"/>
              </a:ext>
            </a:extLst>
          </p:cNvPr>
          <p:cNvSpPr txBox="1">
            <a:spLocks/>
          </p:cNvSpPr>
          <p:nvPr/>
        </p:nvSpPr>
        <p:spPr>
          <a:xfrm>
            <a:off x="295275" y="1143862"/>
            <a:ext cx="11297458" cy="3223550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1800" dirty="0">
                <a:latin typeface="Arial" panose="020B0604020202020204" pitchFamily="34" charset="0"/>
                <a:ea typeface="Calibri" panose="020F0502020204030204" pitchFamily="34" charset="0"/>
                <a:cs typeface="Gautami"/>
                <a:hlinkClick r:id="rId3"/>
              </a:rPr>
              <a:t>https://realpython.com/python-debugging-pdb/</a:t>
            </a:r>
            <a:endParaRPr lang="en-IN" sz="1800" dirty="0">
              <a:latin typeface="Arial" panose="020B0604020202020204" pitchFamily="34" charset="0"/>
              <a:ea typeface="Calibri" panose="020F0502020204030204" pitchFamily="34" charset="0"/>
              <a:cs typeface="Gautami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Gautami"/>
                <a:hlinkClick r:id="rId4"/>
              </a:rPr>
              <a:t>https://docs.python-guide.org/writing/style/</a:t>
            </a:r>
            <a:endParaRPr lang="en-IN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Gautami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Gautami"/>
                <a:hlinkClick r:id="rId5"/>
              </a:rPr>
              <a:t>https://github.com/microsoft/prompt-engineering</a:t>
            </a:r>
            <a:endParaRPr lang="en-IN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Gautami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Gautami"/>
                <a:hlinkClick r:id="rId6"/>
              </a:rPr>
              <a:t>https://docs.github.com/en/copilot/using-github-copilot/best-practices-for-using-github-copilot</a:t>
            </a:r>
            <a:endParaRPr lang="en-IN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Gautami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Gautami"/>
                <a:hlinkClick r:id="rId7"/>
              </a:rPr>
              <a:t>https://docs.python.org/3/tutorial/datastructures.html</a:t>
            </a:r>
            <a:endParaRPr lang="en-IN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Gautami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Gautami"/>
                <a:hlinkClick r:id="rId8"/>
              </a:rPr>
              <a:t>https://docs.python.org/3/tutorial/controlflow.html</a:t>
            </a:r>
            <a:endParaRPr lang="en-IN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Gautami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IN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Gautam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83526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A32B3C-D9C8-65B6-1442-8DF6B935E489}"/>
              </a:ext>
            </a:extLst>
          </p:cNvPr>
          <p:cNvSpPr txBox="1">
            <a:spLocks/>
          </p:cNvSpPr>
          <p:nvPr/>
        </p:nvSpPr>
        <p:spPr>
          <a:xfrm>
            <a:off x="2952749" y="1665112"/>
            <a:ext cx="6286502" cy="2395256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0" b="1">
                <a:solidFill>
                  <a:srgbClr val="484F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QUIZ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105F7530-0D39-06C4-D372-2B9649861D5D}"/>
              </a:ext>
            </a:extLst>
          </p:cNvPr>
          <p:cNvSpPr txBox="1">
            <a:spLocks/>
          </p:cNvSpPr>
          <p:nvPr/>
        </p:nvSpPr>
        <p:spPr>
          <a:xfrm>
            <a:off x="5253313" y="4308528"/>
            <a:ext cx="1881314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Let’s Start</a:t>
            </a:r>
          </a:p>
        </p:txBody>
      </p:sp>
      <p:pic>
        <p:nvPicPr>
          <p:cNvPr id="8" name="Picture 7" descr="A cartoon of plants and flowers&#10;&#10;Description automatically generated">
            <a:extLst>
              <a:ext uri="{FF2B5EF4-FFF2-40B4-BE49-F238E27FC236}">
                <a16:creationId xmlns:a16="http://schemas.microsoft.com/office/drawing/2014/main" id="{4370FDC2-37FE-1078-8957-F74CF2D41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77" y="1295403"/>
            <a:ext cx="10212447" cy="477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800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58DE8C5-AD3A-E2A6-47DE-FD7F0A04BE7F}"/>
              </a:ext>
            </a:extLst>
          </p:cNvPr>
          <p:cNvGrpSpPr/>
          <p:nvPr/>
        </p:nvGrpSpPr>
        <p:grpSpPr>
          <a:xfrm rot="20804835">
            <a:off x="8105974" y="1314838"/>
            <a:ext cx="3032304" cy="4163210"/>
            <a:chOff x="5763589" y="866981"/>
            <a:chExt cx="2725091" cy="3741420"/>
          </a:xfrm>
        </p:grpSpPr>
        <p:pic>
          <p:nvPicPr>
            <p:cNvPr id="8" name="Picture 7" descr="A group of question marks&#10;&#10;Description automatically generated">
              <a:extLst>
                <a:ext uri="{FF2B5EF4-FFF2-40B4-BE49-F238E27FC236}">
                  <a16:creationId xmlns:a16="http://schemas.microsoft.com/office/drawing/2014/main" id="{52009D03-B2B0-B126-1674-DA8311D3C6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35860"/>
            <a:stretch/>
          </p:blipFill>
          <p:spPr>
            <a:xfrm>
              <a:off x="5763589" y="866981"/>
              <a:ext cx="2399746" cy="374142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F109B04-4735-E7FD-5B0C-5A10B230C533}"/>
                </a:ext>
              </a:extLst>
            </p:cNvPr>
            <p:cNvSpPr/>
            <p:nvPr/>
          </p:nvSpPr>
          <p:spPr>
            <a:xfrm>
              <a:off x="7749540" y="3276600"/>
              <a:ext cx="739140" cy="999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pic>
        <p:nvPicPr>
          <p:cNvPr id="10" name="Picture 2" descr="Free vector question marks background">
            <a:extLst>
              <a:ext uri="{FF2B5EF4-FFF2-40B4-BE49-F238E27FC236}">
                <a16:creationId xmlns:a16="http://schemas.microsoft.com/office/drawing/2014/main" id="{581E641B-B0AF-BEFB-66C3-62201536FC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719"/>
          <a:stretch/>
        </p:blipFill>
        <p:spPr bwMode="auto">
          <a:xfrm>
            <a:off x="0" y="751247"/>
            <a:ext cx="12169100" cy="585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1;g5fab984687_2_0">
            <a:extLst>
              <a:ext uri="{FF2B5EF4-FFF2-40B4-BE49-F238E27FC236}">
                <a16:creationId xmlns:a16="http://schemas.microsoft.com/office/drawing/2014/main" id="{0D5D7E4D-3C3E-5B6C-3D56-30E42ADA7828}"/>
              </a:ext>
            </a:extLst>
          </p:cNvPr>
          <p:cNvSpPr txBox="1">
            <a:spLocks/>
          </p:cNvSpPr>
          <p:nvPr/>
        </p:nvSpPr>
        <p:spPr>
          <a:xfrm>
            <a:off x="282878" y="723165"/>
            <a:ext cx="3907423" cy="42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2200" b="1">
                <a:solidFill>
                  <a:srgbClr val="213163"/>
                </a:solidFill>
              </a:rPr>
              <a:t>Quiz</a:t>
            </a:r>
            <a:endParaRPr lang="en-US" sz="22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C729A3-A716-8B4A-7CF1-D80898FED2CA}"/>
              </a:ext>
            </a:extLst>
          </p:cNvPr>
          <p:cNvGrpSpPr/>
          <p:nvPr/>
        </p:nvGrpSpPr>
        <p:grpSpPr>
          <a:xfrm>
            <a:off x="1" y="5582921"/>
            <a:ext cx="12192000" cy="1107234"/>
            <a:chOff x="229036" y="4299585"/>
            <a:chExt cx="8640644" cy="62399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77CB77-EB9C-C37B-ED9F-64E5CEF1556F}"/>
                </a:ext>
              </a:extLst>
            </p:cNvPr>
            <p:cNvSpPr/>
            <p:nvPr/>
          </p:nvSpPr>
          <p:spPr>
            <a:xfrm>
              <a:off x="229036" y="4299585"/>
              <a:ext cx="8640644" cy="623995"/>
            </a:xfrm>
            <a:prstGeom prst="rect">
              <a:avLst/>
            </a:prstGeom>
            <a:solidFill>
              <a:srgbClr val="CDE0FF">
                <a:alpha val="59000"/>
              </a:srgb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1F0CCD2-56D3-6ED7-A4D2-DC293A4DECED}"/>
                </a:ext>
              </a:extLst>
            </p:cNvPr>
            <p:cNvSpPr txBox="1"/>
            <p:nvPr/>
          </p:nvSpPr>
          <p:spPr>
            <a:xfrm>
              <a:off x="429516" y="4386401"/>
              <a:ext cx="6851486" cy="43362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IN" sz="2200" b="1" dirty="0">
                  <a:latin typeface="Arial"/>
                  <a:cs typeface="Arial"/>
                </a:rPr>
                <a:t>Answer: B</a:t>
              </a:r>
            </a:p>
            <a:p>
              <a:r>
                <a:rPr lang="en-US" sz="2000" b="1" dirty="0">
                  <a:latin typeface="Arial"/>
                  <a:cs typeface="Arial"/>
                </a:rPr>
                <a:t>To elicit accurate, idiomatic, and complete code suggestions from Copilot 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67DEA04-9A38-2BC5-6A24-6F2AA4D4C1F4}"/>
              </a:ext>
            </a:extLst>
          </p:cNvPr>
          <p:cNvSpPr txBox="1"/>
          <p:nvPr/>
        </p:nvSpPr>
        <p:spPr>
          <a:xfrm>
            <a:off x="282878" y="1380927"/>
            <a:ext cx="6448763" cy="3170099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Which of the following best describes the primary purpose of writing clear, specific, context-rich comments when using Copilot?</a:t>
            </a:r>
          </a:p>
          <a:p>
            <a:pPr marL="342900" indent="-342900">
              <a:buAutoNum type="arabi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U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make the code look more professional </a:t>
            </a:r>
          </a:p>
          <a:p>
            <a:pPr marL="342900" indent="-342900">
              <a:buAutoNum type="alphaU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elicit accurate, idiomatic, and complete code suggestions from Copilot </a:t>
            </a:r>
          </a:p>
          <a:p>
            <a:pPr marL="342900" indent="-342900">
              <a:buAutoNum type="alphaU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replace the need for understanding the generated code </a:t>
            </a:r>
          </a:p>
          <a:p>
            <a:pPr marL="342900" indent="-342900">
              <a:buAutoNum type="alphaU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increase the font size of suggestions in VS Code</a:t>
            </a:r>
          </a:p>
          <a:p>
            <a:pPr marL="283464" indent="-283464">
              <a:spcAft>
                <a:spcPts val="800"/>
              </a:spcAft>
              <a:buFont typeface="+mj-lt"/>
              <a:buAutoNum type="alphaLcParenR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85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EC0ED-BE0E-75BB-8E35-6B49204B1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C080BE-B9FE-A323-4748-38595F7638F9}"/>
              </a:ext>
            </a:extLst>
          </p:cNvPr>
          <p:cNvGrpSpPr/>
          <p:nvPr/>
        </p:nvGrpSpPr>
        <p:grpSpPr>
          <a:xfrm rot="20804835">
            <a:off x="8105974" y="1314838"/>
            <a:ext cx="3032304" cy="4163210"/>
            <a:chOff x="5763589" y="866981"/>
            <a:chExt cx="2725091" cy="3741420"/>
          </a:xfrm>
        </p:grpSpPr>
        <p:pic>
          <p:nvPicPr>
            <p:cNvPr id="8" name="Picture 7" descr="A group of question marks&#10;&#10;Description automatically generated">
              <a:extLst>
                <a:ext uri="{FF2B5EF4-FFF2-40B4-BE49-F238E27FC236}">
                  <a16:creationId xmlns:a16="http://schemas.microsoft.com/office/drawing/2014/main" id="{A3F209D5-7732-6132-6794-D3135C48FE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35860"/>
            <a:stretch/>
          </p:blipFill>
          <p:spPr>
            <a:xfrm>
              <a:off x="5763589" y="866981"/>
              <a:ext cx="2399746" cy="374142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9CAB99F-01F7-C612-249B-C43BC542DDD2}"/>
                </a:ext>
              </a:extLst>
            </p:cNvPr>
            <p:cNvSpPr/>
            <p:nvPr/>
          </p:nvSpPr>
          <p:spPr>
            <a:xfrm>
              <a:off x="7749540" y="3276600"/>
              <a:ext cx="739140" cy="999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pic>
        <p:nvPicPr>
          <p:cNvPr id="10" name="Picture 2" descr="Free vector question marks background">
            <a:extLst>
              <a:ext uri="{FF2B5EF4-FFF2-40B4-BE49-F238E27FC236}">
                <a16:creationId xmlns:a16="http://schemas.microsoft.com/office/drawing/2014/main" id="{7AC525DB-6863-F138-2ED5-0392A2CE92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719"/>
          <a:stretch/>
        </p:blipFill>
        <p:spPr bwMode="auto">
          <a:xfrm>
            <a:off x="0" y="751247"/>
            <a:ext cx="12169100" cy="585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1;g5fab984687_2_0">
            <a:extLst>
              <a:ext uri="{FF2B5EF4-FFF2-40B4-BE49-F238E27FC236}">
                <a16:creationId xmlns:a16="http://schemas.microsoft.com/office/drawing/2014/main" id="{A712D2AF-72D0-EBFE-A5A3-B37B912355C2}"/>
              </a:ext>
            </a:extLst>
          </p:cNvPr>
          <p:cNvSpPr txBox="1">
            <a:spLocks/>
          </p:cNvSpPr>
          <p:nvPr/>
        </p:nvSpPr>
        <p:spPr>
          <a:xfrm>
            <a:off x="282878" y="723165"/>
            <a:ext cx="3907423" cy="42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2200" b="1">
                <a:solidFill>
                  <a:srgbClr val="213163"/>
                </a:solidFill>
              </a:rPr>
              <a:t>Quiz</a:t>
            </a:r>
            <a:endParaRPr lang="en-US" sz="22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7A5C9DD-8DA3-7390-C0D3-170B8FAEEA05}"/>
              </a:ext>
            </a:extLst>
          </p:cNvPr>
          <p:cNvGrpSpPr/>
          <p:nvPr/>
        </p:nvGrpSpPr>
        <p:grpSpPr>
          <a:xfrm>
            <a:off x="1" y="5582921"/>
            <a:ext cx="12192000" cy="1107234"/>
            <a:chOff x="229036" y="4299585"/>
            <a:chExt cx="8640644" cy="62399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ED870-346A-19A6-D5EC-1315DF50F5D6}"/>
                </a:ext>
              </a:extLst>
            </p:cNvPr>
            <p:cNvSpPr/>
            <p:nvPr/>
          </p:nvSpPr>
          <p:spPr>
            <a:xfrm>
              <a:off x="229036" y="4299585"/>
              <a:ext cx="8640644" cy="623995"/>
            </a:xfrm>
            <a:prstGeom prst="rect">
              <a:avLst/>
            </a:prstGeom>
            <a:solidFill>
              <a:srgbClr val="CDE0FF">
                <a:alpha val="59000"/>
              </a:srgb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5467337-48C3-7B32-F990-C5DCBB00631D}"/>
                </a:ext>
              </a:extLst>
            </p:cNvPr>
            <p:cNvSpPr txBox="1"/>
            <p:nvPr/>
          </p:nvSpPr>
          <p:spPr>
            <a:xfrm>
              <a:off x="429516" y="4386401"/>
              <a:ext cx="7942960" cy="43362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IN" sz="2200" b="1" dirty="0">
                  <a:latin typeface="Arial"/>
                  <a:cs typeface="Arial"/>
                </a:rPr>
                <a:t>Answer: A</a:t>
              </a:r>
            </a:p>
            <a:p>
              <a:r>
                <a:rPr lang="en-US" sz="2000" b="1" dirty="0">
                  <a:latin typeface="Arial"/>
                  <a:cs typeface="Arial"/>
                </a:rPr>
                <a:t>Don't Repeat Yourself – to reduce code duplication and improve maintainability 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E05579-DA35-B500-4044-FF2C5C4EE66C}"/>
              </a:ext>
            </a:extLst>
          </p:cNvPr>
          <p:cNvSpPr txBox="1"/>
          <p:nvPr/>
        </p:nvSpPr>
        <p:spPr>
          <a:xfrm>
            <a:off x="282878" y="1380927"/>
            <a:ext cx="6448763" cy="2616101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What does the DRY principle stand for, and why is it emphasized when introducing functions?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U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Don't Repeat Yourself – to reduce code duplication and improve maintainability </a:t>
            </a:r>
          </a:p>
          <a:p>
            <a:pPr marL="342900" indent="-342900">
              <a:buAutoNum type="alphaU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Debug Rapidly Yourself – to speed up error correction </a:t>
            </a:r>
          </a:p>
          <a:p>
            <a:pPr marL="342900" indent="-342900">
              <a:buAutoNum type="alphaU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Define Return Yield – to clarify function syntax </a:t>
            </a:r>
          </a:p>
          <a:p>
            <a:pPr marL="342900" indent="-342900">
              <a:buAutoNum type="alphaU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Reuse Yield – to focus on data structures</a:t>
            </a:r>
          </a:p>
          <a:p>
            <a:pPr marL="283464" indent="-283464">
              <a:spcAft>
                <a:spcPts val="800"/>
              </a:spcAft>
              <a:buFont typeface="+mj-lt"/>
              <a:buAutoNum type="alphaLcParenR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48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7C4A3-4CDA-F8B0-DB4E-09A1E3C77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0531105-7066-8745-6ED7-4C3B14C97A50}"/>
              </a:ext>
            </a:extLst>
          </p:cNvPr>
          <p:cNvGrpSpPr/>
          <p:nvPr/>
        </p:nvGrpSpPr>
        <p:grpSpPr>
          <a:xfrm rot="20804835">
            <a:off x="8105974" y="1314838"/>
            <a:ext cx="3032304" cy="4163210"/>
            <a:chOff x="5763589" y="866981"/>
            <a:chExt cx="2725091" cy="3741420"/>
          </a:xfrm>
        </p:grpSpPr>
        <p:pic>
          <p:nvPicPr>
            <p:cNvPr id="8" name="Picture 7" descr="A group of question marks&#10;&#10;Description automatically generated">
              <a:extLst>
                <a:ext uri="{FF2B5EF4-FFF2-40B4-BE49-F238E27FC236}">
                  <a16:creationId xmlns:a16="http://schemas.microsoft.com/office/drawing/2014/main" id="{C6BFB69F-6740-04F7-7443-11AB011D7B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35860"/>
            <a:stretch/>
          </p:blipFill>
          <p:spPr>
            <a:xfrm>
              <a:off x="5763589" y="866981"/>
              <a:ext cx="2399746" cy="374142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F82B68C-6FFF-F072-C846-52296E78306E}"/>
                </a:ext>
              </a:extLst>
            </p:cNvPr>
            <p:cNvSpPr/>
            <p:nvPr/>
          </p:nvSpPr>
          <p:spPr>
            <a:xfrm>
              <a:off x="7749540" y="3276600"/>
              <a:ext cx="739140" cy="999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pic>
        <p:nvPicPr>
          <p:cNvPr id="10" name="Picture 2" descr="Free vector question marks background">
            <a:extLst>
              <a:ext uri="{FF2B5EF4-FFF2-40B4-BE49-F238E27FC236}">
                <a16:creationId xmlns:a16="http://schemas.microsoft.com/office/drawing/2014/main" id="{C89B41AB-36EE-41AF-69C6-7FD27B3BB3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719"/>
          <a:stretch/>
        </p:blipFill>
        <p:spPr bwMode="auto">
          <a:xfrm>
            <a:off x="0" y="751247"/>
            <a:ext cx="12169100" cy="585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1;g5fab984687_2_0">
            <a:extLst>
              <a:ext uri="{FF2B5EF4-FFF2-40B4-BE49-F238E27FC236}">
                <a16:creationId xmlns:a16="http://schemas.microsoft.com/office/drawing/2014/main" id="{CD8C86A4-628A-BD24-2F35-21552670EF04}"/>
              </a:ext>
            </a:extLst>
          </p:cNvPr>
          <p:cNvSpPr txBox="1">
            <a:spLocks/>
          </p:cNvSpPr>
          <p:nvPr/>
        </p:nvSpPr>
        <p:spPr>
          <a:xfrm>
            <a:off x="282878" y="723165"/>
            <a:ext cx="3907423" cy="42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2200" b="1">
                <a:solidFill>
                  <a:srgbClr val="213163"/>
                </a:solidFill>
              </a:rPr>
              <a:t>Quiz</a:t>
            </a:r>
            <a:endParaRPr lang="en-US" sz="22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1D416F6-5231-BBC5-10B4-5622AFB81513}"/>
              </a:ext>
            </a:extLst>
          </p:cNvPr>
          <p:cNvGrpSpPr/>
          <p:nvPr/>
        </p:nvGrpSpPr>
        <p:grpSpPr>
          <a:xfrm>
            <a:off x="1" y="5582921"/>
            <a:ext cx="12192000" cy="1107234"/>
            <a:chOff x="229036" y="4299585"/>
            <a:chExt cx="8640644" cy="62399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133A43D-4D39-E791-D6E4-6F24A1C64683}"/>
                </a:ext>
              </a:extLst>
            </p:cNvPr>
            <p:cNvSpPr/>
            <p:nvPr/>
          </p:nvSpPr>
          <p:spPr>
            <a:xfrm>
              <a:off x="229036" y="4299585"/>
              <a:ext cx="8640644" cy="623995"/>
            </a:xfrm>
            <a:prstGeom prst="rect">
              <a:avLst/>
            </a:prstGeom>
            <a:solidFill>
              <a:srgbClr val="CDE0FF">
                <a:alpha val="59000"/>
              </a:srgb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1AD8CDE-921A-0832-F911-8FA59830B569}"/>
                </a:ext>
              </a:extLst>
            </p:cNvPr>
            <p:cNvSpPr txBox="1"/>
            <p:nvPr/>
          </p:nvSpPr>
          <p:spPr>
            <a:xfrm>
              <a:off x="429516" y="4386401"/>
              <a:ext cx="6851486" cy="43362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IN" sz="2200" b="1" dirty="0">
                  <a:latin typeface="Arial"/>
                  <a:cs typeface="Arial"/>
                </a:rPr>
                <a:t>Answer: B</a:t>
              </a:r>
            </a:p>
            <a:p>
              <a:r>
                <a:rPr lang="en-US" sz="2000" b="1" dirty="0">
                  <a:latin typeface="Arial"/>
                  <a:cs typeface="Arial"/>
                </a:rPr>
                <a:t>for loop 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C717B6D-6836-C299-AAC7-FDE186ACC503}"/>
              </a:ext>
            </a:extLst>
          </p:cNvPr>
          <p:cNvSpPr txBox="1"/>
          <p:nvPr/>
        </p:nvSpPr>
        <p:spPr>
          <a:xfrm>
            <a:off x="282878" y="1380927"/>
            <a:ext cx="6448763" cy="2616101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3. Which loop is most appropriate when the number of iterations is known in advance (e.g., processing a fixed list of items)?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U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while loop </a:t>
            </a:r>
          </a:p>
          <a:p>
            <a:pPr marL="342900" indent="-342900">
              <a:buAutoNum type="alphaU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loop </a:t>
            </a:r>
          </a:p>
          <a:p>
            <a:pPr marL="342900" indent="-342900">
              <a:buAutoNum type="alphaU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infinite loop </a:t>
            </a:r>
          </a:p>
          <a:p>
            <a:pPr marL="342900" indent="-342900">
              <a:buAutoNum type="alphaU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recursive loop</a:t>
            </a:r>
          </a:p>
          <a:p>
            <a:pPr marL="283464" indent="-283464">
              <a:spcAft>
                <a:spcPts val="800"/>
              </a:spcAft>
              <a:buFont typeface="+mj-lt"/>
              <a:buAutoNum type="alphaLcParenR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792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0E178734-7E1D-0740-E039-E64D8B06102C}"/>
              </a:ext>
            </a:extLst>
          </p:cNvPr>
          <p:cNvSpPr txBox="1">
            <a:spLocks/>
          </p:cNvSpPr>
          <p:nvPr/>
        </p:nvSpPr>
        <p:spPr>
          <a:xfrm>
            <a:off x="4230058" y="2971800"/>
            <a:ext cx="3770942" cy="990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667399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5115</Words>
  <Application>Microsoft Office PowerPoint</Application>
  <PresentationFormat>Widescreen</PresentationFormat>
  <Paragraphs>529</Paragraphs>
  <Slides>34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Aptos</vt:lpstr>
      <vt:lpstr>Arial</vt:lpstr>
      <vt:lpstr>Calibri</vt:lpstr>
      <vt:lpstr>Consolas</vt:lpstr>
      <vt:lpstr>Courier New</vt:lpstr>
      <vt:lpstr>Symbol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Bhawani Shankar Sahu</cp:lastModifiedBy>
  <cp:revision>1</cp:revision>
  <dcterms:created xsi:type="dcterms:W3CDTF">2024-05-21T11:55:07Z</dcterms:created>
  <dcterms:modified xsi:type="dcterms:W3CDTF">2026-03-06T09:23:44Z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9C66A616-42E4-4EAC-B385-AC0C45CFC5CC</vt:lpwstr>
  </property>
  <property fmtid="{D5CDD505-2E9C-101B-9397-08002B2CF9AE}" pid="3" name="ArticulatePath">
    <vt:lpwstr>https://edunetfoundationorg-my.sharepoint.com/personal/kaisar_edunetfoundation_org/Documents/Beutified ppt/MSITI/Micro Degree/Template/microdigree-Template</vt:lpwstr>
  </property>
</Properties>
</file>