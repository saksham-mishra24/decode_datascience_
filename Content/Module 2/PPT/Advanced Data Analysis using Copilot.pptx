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7.xml" ContentType="application/vnd.openxmlformats-officedocument.presentationml.tags+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8.xml" ContentType="application/vnd.openxmlformats-officedocument.presentationml.tags+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9.xml" ContentType="application/vnd.openxmlformats-officedocument.presentationml.tags+xml"/>
  <Override PartName="/ppt/notesSlides/notesSlide7.xml" ContentType="application/vnd.openxmlformats-officedocument.presentationml.notesSlide+xml"/>
  <Override PartName="/ppt/tags/tag10.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0" r:id="rId2"/>
  </p:sldMasterIdLst>
  <p:notesMasterIdLst>
    <p:notesMasterId r:id="rId21"/>
  </p:notesMasterIdLst>
  <p:sldIdLst>
    <p:sldId id="256" r:id="rId3"/>
    <p:sldId id="257" r:id="rId4"/>
    <p:sldId id="470" r:id="rId5"/>
    <p:sldId id="473" r:id="rId6"/>
    <p:sldId id="522" r:id="rId7"/>
    <p:sldId id="523" r:id="rId8"/>
    <p:sldId id="524" r:id="rId9"/>
    <p:sldId id="520" r:id="rId10"/>
    <p:sldId id="521" r:id="rId11"/>
    <p:sldId id="525" r:id="rId12"/>
    <p:sldId id="512" r:id="rId13"/>
    <p:sldId id="513" r:id="rId14"/>
    <p:sldId id="263" r:id="rId15"/>
    <p:sldId id="264" r:id="rId16"/>
    <p:sldId id="526" r:id="rId17"/>
    <p:sldId id="527" r:id="rId18"/>
    <p:sldId id="528" r:id="rId19"/>
    <p:sldId id="519" r:id="rId20"/>
  </p:sldIdLst>
  <p:sldSz cx="12192000" cy="6858000"/>
  <p:notesSz cx="6858000" cy="9144000"/>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240" userDrawn="1">
          <p15:clr>
            <a:srgbClr val="A4A3A4"/>
          </p15:clr>
        </p15:guide>
        <p15:guide id="3" orient="horz" pos="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E0FF"/>
    <a:srgbClr val="0066FF"/>
    <a:srgbClr val="F3F8FF"/>
    <a:srgbClr val="E7F0FF"/>
    <a:srgbClr val="484F9E"/>
    <a:srgbClr val="F9B334"/>
    <a:srgbClr val="BEBFD3"/>
    <a:srgbClr val="ACCBFF"/>
    <a:srgbClr val="839BFF"/>
    <a:srgbClr val="80350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2F9049-B3BC-6C14-10C7-2CBFE8C04264}" v="1007" dt="2026-03-06T07:09:38.213"/>
    <p1510:client id="{A2B6E99B-C35E-FA79-20EB-E908D105CDC8}" v="20" dt="2026-03-05T10:23:37.0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778" autoAdjust="0"/>
  </p:normalViewPr>
  <p:slideViewPr>
    <p:cSldViewPr snapToGrid="0">
      <p:cViewPr varScale="1">
        <p:scale>
          <a:sx n="64" d="100"/>
          <a:sy n="64" d="100"/>
        </p:scale>
        <p:origin x="1397" y="62"/>
      </p:cViewPr>
      <p:guideLst>
        <p:guide orient="horz" pos="672"/>
        <p:guide pos="240"/>
        <p:guide orient="horz" pos="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gs" Target="tags/tag1.xml"/><Relationship Id="rId27"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782294-B898-492B-9BB2-5D500C8117D7}"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48332BC5-761B-4751-A300-AB543DD91AAC}">
      <dgm:prSet phldrT="[Text]"/>
      <dgm:spPr/>
      <dgm:t>
        <a:bodyPr/>
        <a:lstStyle/>
        <a:p>
          <a:pPr>
            <a:buSzPts val="1000"/>
            <a:buFont typeface="Symbol" panose="05050102010706020507" pitchFamily="18" charset="2"/>
            <a:buChar char=""/>
          </a:pPr>
          <a:r>
            <a:rPr lang="en-IN" dirty="0">
              <a:latin typeface="Arial" panose="020B0604020202020204" pitchFamily="34" charset="0"/>
              <a:ea typeface="Aptos" panose="020B0004020202020204" pitchFamily="34" charset="0"/>
              <a:cs typeface="Arial" panose="020B0604020202020204" pitchFamily="34" charset="0"/>
            </a:rPr>
            <a:t>Analyse data automatically</a:t>
          </a:r>
          <a:endParaRPr lang="en-IN" dirty="0"/>
        </a:p>
      </dgm:t>
    </dgm:pt>
    <dgm:pt modelId="{AE4C3D0A-5198-4462-A4BA-3913DF316D7A}" type="parTrans" cxnId="{FA5BB346-DF2A-4312-94BD-A36D8053F9B5}">
      <dgm:prSet/>
      <dgm:spPr/>
      <dgm:t>
        <a:bodyPr/>
        <a:lstStyle/>
        <a:p>
          <a:endParaRPr lang="en-IN"/>
        </a:p>
      </dgm:t>
    </dgm:pt>
    <dgm:pt modelId="{9CBBDBF4-BFC0-4C22-9C7F-B289DDB43AB5}" type="sibTrans" cxnId="{FA5BB346-DF2A-4312-94BD-A36D8053F9B5}">
      <dgm:prSet/>
      <dgm:spPr/>
      <dgm:t>
        <a:bodyPr/>
        <a:lstStyle/>
        <a:p>
          <a:endParaRPr lang="en-IN"/>
        </a:p>
      </dgm:t>
    </dgm:pt>
    <dgm:pt modelId="{86E7A0B9-8A20-4D8A-9343-BBBC356DBEF6}">
      <dgm:prSet phldrT="[Text]"/>
      <dgm:spPr/>
      <dgm:t>
        <a:bodyPr/>
        <a:lstStyle/>
        <a:p>
          <a:pPr>
            <a:buSzPts val="1000"/>
            <a:buFont typeface="Symbol" panose="05050102010706020507" pitchFamily="18" charset="2"/>
            <a:buChar char=""/>
          </a:pPr>
          <a:r>
            <a:rPr lang="en-IN" dirty="0">
              <a:latin typeface="Arial" panose="020B0604020202020204" pitchFamily="34" charset="0"/>
              <a:ea typeface="Aptos" panose="020B0004020202020204" pitchFamily="34" charset="0"/>
              <a:cs typeface="Arial" panose="020B0604020202020204" pitchFamily="34" charset="0"/>
            </a:rPr>
            <a:t>Generate summaries</a:t>
          </a:r>
          <a:endParaRPr lang="en-IN" dirty="0"/>
        </a:p>
      </dgm:t>
    </dgm:pt>
    <dgm:pt modelId="{050FF0DD-5AAA-4D16-A4E7-3070FA47CCBE}" type="parTrans" cxnId="{A078485E-BC4B-46A9-936B-96BFB29617F6}">
      <dgm:prSet/>
      <dgm:spPr/>
      <dgm:t>
        <a:bodyPr/>
        <a:lstStyle/>
        <a:p>
          <a:endParaRPr lang="en-IN"/>
        </a:p>
      </dgm:t>
    </dgm:pt>
    <dgm:pt modelId="{B483AF1D-27C3-4740-BAE5-70D384F4E05C}" type="sibTrans" cxnId="{A078485E-BC4B-46A9-936B-96BFB29617F6}">
      <dgm:prSet/>
      <dgm:spPr/>
      <dgm:t>
        <a:bodyPr/>
        <a:lstStyle/>
        <a:p>
          <a:endParaRPr lang="en-IN"/>
        </a:p>
      </dgm:t>
    </dgm:pt>
    <dgm:pt modelId="{FE2DADFF-CFF3-4927-8E66-A2C139631B35}">
      <dgm:prSet phldrT="[Text]"/>
      <dgm:spPr/>
      <dgm:t>
        <a:bodyPr/>
        <a:lstStyle/>
        <a:p>
          <a:pPr>
            <a:buSzPts val="1000"/>
            <a:buFont typeface="Symbol" panose="05050102010706020507" pitchFamily="18" charset="2"/>
            <a:buChar char=""/>
          </a:pPr>
          <a:r>
            <a:rPr lang="en-IN" dirty="0">
              <a:latin typeface="Arial" panose="020B0604020202020204" pitchFamily="34" charset="0"/>
              <a:ea typeface="Aptos" panose="020B0004020202020204" pitchFamily="34" charset="0"/>
              <a:cs typeface="Arial" panose="020B0604020202020204" pitchFamily="34" charset="0"/>
            </a:rPr>
            <a:t>Create formulas</a:t>
          </a:r>
          <a:endParaRPr lang="en-IN" dirty="0"/>
        </a:p>
      </dgm:t>
    </dgm:pt>
    <dgm:pt modelId="{51FEE840-106E-4E25-976A-0636A8519014}" type="parTrans" cxnId="{108BFACB-DD6E-42F9-BCBC-325D19005653}">
      <dgm:prSet/>
      <dgm:spPr/>
      <dgm:t>
        <a:bodyPr/>
        <a:lstStyle/>
        <a:p>
          <a:endParaRPr lang="en-IN"/>
        </a:p>
      </dgm:t>
    </dgm:pt>
    <dgm:pt modelId="{40589179-A20E-4C72-AB69-40476CADBCE9}" type="sibTrans" cxnId="{108BFACB-DD6E-42F9-BCBC-325D19005653}">
      <dgm:prSet/>
      <dgm:spPr/>
      <dgm:t>
        <a:bodyPr/>
        <a:lstStyle/>
        <a:p>
          <a:endParaRPr lang="en-IN"/>
        </a:p>
      </dgm:t>
    </dgm:pt>
    <dgm:pt modelId="{A6B95F6E-AAE9-4C37-8CF6-293F6B2C7AC4}">
      <dgm:prSet phldrT="[Text]"/>
      <dgm:spPr/>
      <dgm:t>
        <a:bodyPr/>
        <a:lstStyle/>
        <a:p>
          <a:pPr>
            <a:buSzPts val="1000"/>
            <a:buFont typeface="Symbol" panose="05050102010706020507" pitchFamily="18" charset="2"/>
            <a:buChar char=""/>
          </a:pPr>
          <a:r>
            <a:rPr lang="en-IN" dirty="0">
              <a:latin typeface="Arial" panose="020B0604020202020204" pitchFamily="34" charset="0"/>
              <a:ea typeface="Aptos" panose="020B0004020202020204" pitchFamily="34" charset="0"/>
              <a:cs typeface="Arial" panose="020B0604020202020204" pitchFamily="34" charset="0"/>
            </a:rPr>
            <a:t>Analyse Data</a:t>
          </a:r>
          <a:endParaRPr lang="en-IN" dirty="0"/>
        </a:p>
      </dgm:t>
    </dgm:pt>
    <dgm:pt modelId="{7B7228D2-0D5E-459C-B0A6-A3EDDE504464}" type="parTrans" cxnId="{155D8A40-B8BA-4D6F-B7CB-91468929D7D2}">
      <dgm:prSet/>
      <dgm:spPr/>
      <dgm:t>
        <a:bodyPr/>
        <a:lstStyle/>
        <a:p>
          <a:endParaRPr lang="en-IN"/>
        </a:p>
      </dgm:t>
    </dgm:pt>
    <dgm:pt modelId="{7300E337-BA19-4ACA-9F34-0B2B5DA10A0B}" type="sibTrans" cxnId="{155D8A40-B8BA-4D6F-B7CB-91468929D7D2}">
      <dgm:prSet/>
      <dgm:spPr/>
      <dgm:t>
        <a:bodyPr/>
        <a:lstStyle/>
        <a:p>
          <a:endParaRPr lang="en-IN"/>
        </a:p>
      </dgm:t>
    </dgm:pt>
    <dgm:pt modelId="{F3E357D1-1F32-4AB4-BB6C-8A7259F8C537}">
      <dgm:prSet phldrT="[Text]"/>
      <dgm:spPr/>
      <dgm:t>
        <a:bodyPr/>
        <a:lstStyle/>
        <a:p>
          <a:r>
            <a:rPr lang="en-IN" dirty="0">
              <a:latin typeface="Arial" panose="020B0604020202020204" pitchFamily="34" charset="0"/>
              <a:cs typeface="Arial" panose="020B0604020202020204" pitchFamily="34" charset="0"/>
            </a:rPr>
            <a:t>Create Charts</a:t>
          </a:r>
          <a:endParaRPr lang="en-IN" dirty="0"/>
        </a:p>
      </dgm:t>
    </dgm:pt>
    <dgm:pt modelId="{C0EB1FC6-38C0-4517-A9E5-5AEF46C9AE10}" type="parTrans" cxnId="{EEE8ADAB-1DEB-4EF1-90A3-F4E90889A621}">
      <dgm:prSet/>
      <dgm:spPr/>
      <dgm:t>
        <a:bodyPr/>
        <a:lstStyle/>
        <a:p>
          <a:endParaRPr lang="en-IN"/>
        </a:p>
      </dgm:t>
    </dgm:pt>
    <dgm:pt modelId="{010559D5-BF04-448E-AF2A-2E53C861C125}" type="sibTrans" cxnId="{EEE8ADAB-1DEB-4EF1-90A3-F4E90889A621}">
      <dgm:prSet/>
      <dgm:spPr/>
      <dgm:t>
        <a:bodyPr/>
        <a:lstStyle/>
        <a:p>
          <a:endParaRPr lang="en-IN"/>
        </a:p>
      </dgm:t>
    </dgm:pt>
    <dgm:pt modelId="{DD6C15A8-A9E5-423C-B271-3FB81B7BD14A}">
      <dgm:prSet/>
      <dgm:spPr/>
      <dgm:t>
        <a:bodyPr/>
        <a:lstStyle/>
        <a:p>
          <a:r>
            <a:rPr lang="en-US" dirty="0"/>
            <a:t>Automate Taks</a:t>
          </a:r>
          <a:endParaRPr lang="en-IN" dirty="0"/>
        </a:p>
      </dgm:t>
    </dgm:pt>
    <dgm:pt modelId="{4CD147B8-4E59-4071-81A7-6608CBA9A8B4}" type="parTrans" cxnId="{084A3112-B4AE-4ADA-B34F-624017AEE36B}">
      <dgm:prSet/>
      <dgm:spPr/>
      <dgm:t>
        <a:bodyPr/>
        <a:lstStyle/>
        <a:p>
          <a:endParaRPr lang="en-IN"/>
        </a:p>
      </dgm:t>
    </dgm:pt>
    <dgm:pt modelId="{4C994343-1FCE-4D7B-AB0A-27940E307F1E}" type="sibTrans" cxnId="{084A3112-B4AE-4ADA-B34F-624017AEE36B}">
      <dgm:prSet/>
      <dgm:spPr/>
      <dgm:t>
        <a:bodyPr/>
        <a:lstStyle/>
        <a:p>
          <a:endParaRPr lang="en-IN"/>
        </a:p>
      </dgm:t>
    </dgm:pt>
    <dgm:pt modelId="{E2DD922F-9D29-4C2F-8808-3DFC0E6C02E2}" type="pres">
      <dgm:prSet presAssocID="{D0782294-B898-492B-9BB2-5D500C8117D7}" presName="diagram" presStyleCnt="0">
        <dgm:presLayoutVars>
          <dgm:dir/>
          <dgm:resizeHandles val="exact"/>
        </dgm:presLayoutVars>
      </dgm:prSet>
      <dgm:spPr/>
    </dgm:pt>
    <dgm:pt modelId="{D243A5FA-CA41-407A-A240-710F904645FD}" type="pres">
      <dgm:prSet presAssocID="{48332BC5-761B-4751-A300-AB543DD91AAC}" presName="node" presStyleLbl="node1" presStyleIdx="0" presStyleCnt="6">
        <dgm:presLayoutVars>
          <dgm:bulletEnabled val="1"/>
        </dgm:presLayoutVars>
      </dgm:prSet>
      <dgm:spPr/>
    </dgm:pt>
    <dgm:pt modelId="{522472CC-2D66-4E9E-9440-010A9FCFAE1E}" type="pres">
      <dgm:prSet presAssocID="{9CBBDBF4-BFC0-4C22-9C7F-B289DDB43AB5}" presName="sibTrans" presStyleCnt="0"/>
      <dgm:spPr/>
    </dgm:pt>
    <dgm:pt modelId="{4818BC20-E4AE-4DB7-BA91-08606A1A04C5}" type="pres">
      <dgm:prSet presAssocID="{86E7A0B9-8A20-4D8A-9343-BBBC356DBEF6}" presName="node" presStyleLbl="node1" presStyleIdx="1" presStyleCnt="6">
        <dgm:presLayoutVars>
          <dgm:bulletEnabled val="1"/>
        </dgm:presLayoutVars>
      </dgm:prSet>
      <dgm:spPr/>
    </dgm:pt>
    <dgm:pt modelId="{E294CDD2-91C1-4E6A-9021-9FD60F8D7EBC}" type="pres">
      <dgm:prSet presAssocID="{B483AF1D-27C3-4740-BAE5-70D384F4E05C}" presName="sibTrans" presStyleCnt="0"/>
      <dgm:spPr/>
    </dgm:pt>
    <dgm:pt modelId="{D1AC873A-A6EB-4F8E-85C0-D8142C25266A}" type="pres">
      <dgm:prSet presAssocID="{FE2DADFF-CFF3-4927-8E66-A2C139631B35}" presName="node" presStyleLbl="node1" presStyleIdx="2" presStyleCnt="6">
        <dgm:presLayoutVars>
          <dgm:bulletEnabled val="1"/>
        </dgm:presLayoutVars>
      </dgm:prSet>
      <dgm:spPr/>
    </dgm:pt>
    <dgm:pt modelId="{4477313E-0214-472C-A648-ACF11454A5BF}" type="pres">
      <dgm:prSet presAssocID="{40589179-A20E-4C72-AB69-40476CADBCE9}" presName="sibTrans" presStyleCnt="0"/>
      <dgm:spPr/>
    </dgm:pt>
    <dgm:pt modelId="{E17F32BA-E1A8-4E46-B834-28D66207E649}" type="pres">
      <dgm:prSet presAssocID="{A6B95F6E-AAE9-4C37-8CF6-293F6B2C7AC4}" presName="node" presStyleLbl="node1" presStyleIdx="3" presStyleCnt="6">
        <dgm:presLayoutVars>
          <dgm:bulletEnabled val="1"/>
        </dgm:presLayoutVars>
      </dgm:prSet>
      <dgm:spPr/>
    </dgm:pt>
    <dgm:pt modelId="{D3D921B7-573D-4B8D-8176-C5DAFDC61AA4}" type="pres">
      <dgm:prSet presAssocID="{7300E337-BA19-4ACA-9F34-0B2B5DA10A0B}" presName="sibTrans" presStyleCnt="0"/>
      <dgm:spPr/>
    </dgm:pt>
    <dgm:pt modelId="{F2275D02-C6B6-4162-9F0B-04FEBD1A8EBF}" type="pres">
      <dgm:prSet presAssocID="{F3E357D1-1F32-4AB4-BB6C-8A7259F8C537}" presName="node" presStyleLbl="node1" presStyleIdx="4" presStyleCnt="6">
        <dgm:presLayoutVars>
          <dgm:bulletEnabled val="1"/>
        </dgm:presLayoutVars>
      </dgm:prSet>
      <dgm:spPr/>
    </dgm:pt>
    <dgm:pt modelId="{A430C69D-313B-4B8C-863C-47162922D9C3}" type="pres">
      <dgm:prSet presAssocID="{010559D5-BF04-448E-AF2A-2E53C861C125}" presName="sibTrans" presStyleCnt="0"/>
      <dgm:spPr/>
    </dgm:pt>
    <dgm:pt modelId="{7F280CA5-A8F4-41F0-B1B5-8C08AD8BA234}" type="pres">
      <dgm:prSet presAssocID="{DD6C15A8-A9E5-423C-B271-3FB81B7BD14A}" presName="node" presStyleLbl="node1" presStyleIdx="5" presStyleCnt="6">
        <dgm:presLayoutVars>
          <dgm:bulletEnabled val="1"/>
        </dgm:presLayoutVars>
      </dgm:prSet>
      <dgm:spPr/>
    </dgm:pt>
  </dgm:ptLst>
  <dgm:cxnLst>
    <dgm:cxn modelId="{084A3112-B4AE-4ADA-B34F-624017AEE36B}" srcId="{D0782294-B898-492B-9BB2-5D500C8117D7}" destId="{DD6C15A8-A9E5-423C-B271-3FB81B7BD14A}" srcOrd="5" destOrd="0" parTransId="{4CD147B8-4E59-4071-81A7-6608CBA9A8B4}" sibTransId="{4C994343-1FCE-4D7B-AB0A-27940E307F1E}"/>
    <dgm:cxn modelId="{6B7CB41F-DA50-48E9-85EB-6E129CD77B6C}" type="presOf" srcId="{48332BC5-761B-4751-A300-AB543DD91AAC}" destId="{D243A5FA-CA41-407A-A240-710F904645FD}" srcOrd="0" destOrd="0" presId="urn:microsoft.com/office/officeart/2005/8/layout/default"/>
    <dgm:cxn modelId="{155D8A40-B8BA-4D6F-B7CB-91468929D7D2}" srcId="{D0782294-B898-492B-9BB2-5D500C8117D7}" destId="{A6B95F6E-AAE9-4C37-8CF6-293F6B2C7AC4}" srcOrd="3" destOrd="0" parTransId="{7B7228D2-0D5E-459C-B0A6-A3EDDE504464}" sibTransId="{7300E337-BA19-4ACA-9F34-0B2B5DA10A0B}"/>
    <dgm:cxn modelId="{032C2D5C-7A82-4708-BF70-F397CDB377D2}" type="presOf" srcId="{F3E357D1-1F32-4AB4-BB6C-8A7259F8C537}" destId="{F2275D02-C6B6-4162-9F0B-04FEBD1A8EBF}" srcOrd="0" destOrd="0" presId="urn:microsoft.com/office/officeart/2005/8/layout/default"/>
    <dgm:cxn modelId="{A078485E-BC4B-46A9-936B-96BFB29617F6}" srcId="{D0782294-B898-492B-9BB2-5D500C8117D7}" destId="{86E7A0B9-8A20-4D8A-9343-BBBC356DBEF6}" srcOrd="1" destOrd="0" parTransId="{050FF0DD-5AAA-4D16-A4E7-3070FA47CCBE}" sibTransId="{B483AF1D-27C3-4740-BAE5-70D384F4E05C}"/>
    <dgm:cxn modelId="{FA5BB346-DF2A-4312-94BD-A36D8053F9B5}" srcId="{D0782294-B898-492B-9BB2-5D500C8117D7}" destId="{48332BC5-761B-4751-A300-AB543DD91AAC}" srcOrd="0" destOrd="0" parTransId="{AE4C3D0A-5198-4462-A4BA-3913DF316D7A}" sibTransId="{9CBBDBF4-BFC0-4C22-9C7F-B289DDB43AB5}"/>
    <dgm:cxn modelId="{82193272-222E-4169-9726-E949900EC43E}" type="presOf" srcId="{A6B95F6E-AAE9-4C37-8CF6-293F6B2C7AC4}" destId="{E17F32BA-E1A8-4E46-B834-28D66207E649}" srcOrd="0" destOrd="0" presId="urn:microsoft.com/office/officeart/2005/8/layout/default"/>
    <dgm:cxn modelId="{8FF39976-4F9D-4F8F-B855-14D47052C52D}" type="presOf" srcId="{DD6C15A8-A9E5-423C-B271-3FB81B7BD14A}" destId="{7F280CA5-A8F4-41F0-B1B5-8C08AD8BA234}" srcOrd="0" destOrd="0" presId="urn:microsoft.com/office/officeart/2005/8/layout/default"/>
    <dgm:cxn modelId="{DBA5C382-764C-4350-9F72-C8D09359E323}" type="presOf" srcId="{86E7A0B9-8A20-4D8A-9343-BBBC356DBEF6}" destId="{4818BC20-E4AE-4DB7-BA91-08606A1A04C5}" srcOrd="0" destOrd="0" presId="urn:microsoft.com/office/officeart/2005/8/layout/default"/>
    <dgm:cxn modelId="{5F467286-6C78-4B88-AED2-C92D70984EA0}" type="presOf" srcId="{FE2DADFF-CFF3-4927-8E66-A2C139631B35}" destId="{D1AC873A-A6EB-4F8E-85C0-D8142C25266A}" srcOrd="0" destOrd="0" presId="urn:microsoft.com/office/officeart/2005/8/layout/default"/>
    <dgm:cxn modelId="{C033278D-EC62-41DA-842A-687FEEECA34E}" type="presOf" srcId="{D0782294-B898-492B-9BB2-5D500C8117D7}" destId="{E2DD922F-9D29-4C2F-8808-3DFC0E6C02E2}" srcOrd="0" destOrd="0" presId="urn:microsoft.com/office/officeart/2005/8/layout/default"/>
    <dgm:cxn modelId="{EEE8ADAB-1DEB-4EF1-90A3-F4E90889A621}" srcId="{D0782294-B898-492B-9BB2-5D500C8117D7}" destId="{F3E357D1-1F32-4AB4-BB6C-8A7259F8C537}" srcOrd="4" destOrd="0" parTransId="{C0EB1FC6-38C0-4517-A9E5-5AEF46C9AE10}" sibTransId="{010559D5-BF04-448E-AF2A-2E53C861C125}"/>
    <dgm:cxn modelId="{108BFACB-DD6E-42F9-BCBC-325D19005653}" srcId="{D0782294-B898-492B-9BB2-5D500C8117D7}" destId="{FE2DADFF-CFF3-4927-8E66-A2C139631B35}" srcOrd="2" destOrd="0" parTransId="{51FEE840-106E-4E25-976A-0636A8519014}" sibTransId="{40589179-A20E-4C72-AB69-40476CADBCE9}"/>
    <dgm:cxn modelId="{EDD05E78-D46B-4EC5-B3AC-B0C5425A8AEB}" type="presParOf" srcId="{E2DD922F-9D29-4C2F-8808-3DFC0E6C02E2}" destId="{D243A5FA-CA41-407A-A240-710F904645FD}" srcOrd="0" destOrd="0" presId="urn:microsoft.com/office/officeart/2005/8/layout/default"/>
    <dgm:cxn modelId="{94FB6DBF-8C03-4003-A955-1543E57DCD62}" type="presParOf" srcId="{E2DD922F-9D29-4C2F-8808-3DFC0E6C02E2}" destId="{522472CC-2D66-4E9E-9440-010A9FCFAE1E}" srcOrd="1" destOrd="0" presId="urn:microsoft.com/office/officeart/2005/8/layout/default"/>
    <dgm:cxn modelId="{79D33919-3343-4EB1-9045-0AD15656FE5B}" type="presParOf" srcId="{E2DD922F-9D29-4C2F-8808-3DFC0E6C02E2}" destId="{4818BC20-E4AE-4DB7-BA91-08606A1A04C5}" srcOrd="2" destOrd="0" presId="urn:microsoft.com/office/officeart/2005/8/layout/default"/>
    <dgm:cxn modelId="{48A430EB-9698-42C8-AA78-4A0A07B49174}" type="presParOf" srcId="{E2DD922F-9D29-4C2F-8808-3DFC0E6C02E2}" destId="{E294CDD2-91C1-4E6A-9021-9FD60F8D7EBC}" srcOrd="3" destOrd="0" presId="urn:microsoft.com/office/officeart/2005/8/layout/default"/>
    <dgm:cxn modelId="{57778905-F919-4416-9483-588829CEB571}" type="presParOf" srcId="{E2DD922F-9D29-4C2F-8808-3DFC0E6C02E2}" destId="{D1AC873A-A6EB-4F8E-85C0-D8142C25266A}" srcOrd="4" destOrd="0" presId="urn:microsoft.com/office/officeart/2005/8/layout/default"/>
    <dgm:cxn modelId="{0995C080-31B8-4283-BCD6-AD6DC1FE0215}" type="presParOf" srcId="{E2DD922F-9D29-4C2F-8808-3DFC0E6C02E2}" destId="{4477313E-0214-472C-A648-ACF11454A5BF}" srcOrd="5" destOrd="0" presId="urn:microsoft.com/office/officeart/2005/8/layout/default"/>
    <dgm:cxn modelId="{8B317824-0400-4031-8214-F9D1B2D8FDF8}" type="presParOf" srcId="{E2DD922F-9D29-4C2F-8808-3DFC0E6C02E2}" destId="{E17F32BA-E1A8-4E46-B834-28D66207E649}" srcOrd="6" destOrd="0" presId="urn:microsoft.com/office/officeart/2005/8/layout/default"/>
    <dgm:cxn modelId="{66A79673-59B5-4A11-819D-8FCE07BB402A}" type="presParOf" srcId="{E2DD922F-9D29-4C2F-8808-3DFC0E6C02E2}" destId="{D3D921B7-573D-4B8D-8176-C5DAFDC61AA4}" srcOrd="7" destOrd="0" presId="urn:microsoft.com/office/officeart/2005/8/layout/default"/>
    <dgm:cxn modelId="{3B0183EB-7ACE-4458-88AF-91420CB31335}" type="presParOf" srcId="{E2DD922F-9D29-4C2F-8808-3DFC0E6C02E2}" destId="{F2275D02-C6B6-4162-9F0B-04FEBD1A8EBF}" srcOrd="8" destOrd="0" presId="urn:microsoft.com/office/officeart/2005/8/layout/default"/>
    <dgm:cxn modelId="{EDCEA6BF-833A-4336-A017-220FD77BA3F0}" type="presParOf" srcId="{E2DD922F-9D29-4C2F-8808-3DFC0E6C02E2}" destId="{A430C69D-313B-4B8C-863C-47162922D9C3}" srcOrd="9" destOrd="0" presId="urn:microsoft.com/office/officeart/2005/8/layout/default"/>
    <dgm:cxn modelId="{261E3478-D3C2-41CF-91D0-B9E2FFD9910D}" type="presParOf" srcId="{E2DD922F-9D29-4C2F-8808-3DFC0E6C02E2}" destId="{7F280CA5-A8F4-41F0-B1B5-8C08AD8BA234}" srcOrd="10"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CD8CB13-35CE-49CF-AFB7-EBE0B8CA86C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6B6906BF-6CDE-44DF-A550-073B2375952D}">
      <dgm:prSet phldrT="[Text]" phldr="0" custT="1"/>
      <dgm:spPr/>
      <dgm:t>
        <a:bodyPr/>
        <a:lstStyle/>
        <a:p>
          <a:r>
            <a:rPr lang="en-US" sz="1800" dirty="0">
              <a:latin typeface="Arial" panose="020B0604020202020204" pitchFamily="34" charset="0"/>
              <a:cs typeface="Arial" panose="020B0604020202020204" pitchFamily="34" charset="0"/>
            </a:rPr>
            <a:t>Track Attendance</a:t>
          </a:r>
          <a:endParaRPr lang="en-IN" sz="1800" dirty="0">
            <a:latin typeface="Arial" panose="020B0604020202020204" pitchFamily="34" charset="0"/>
            <a:cs typeface="Arial" panose="020B0604020202020204" pitchFamily="34" charset="0"/>
          </a:endParaRPr>
        </a:p>
      </dgm:t>
    </dgm:pt>
    <dgm:pt modelId="{EDA6578F-3491-4D77-9ADC-D6ECA7A8FC3D}" type="parTrans" cxnId="{C8F023F4-057F-457C-AEF3-9864ACCC4FC6}">
      <dgm:prSet/>
      <dgm:spPr/>
      <dgm:t>
        <a:bodyPr/>
        <a:lstStyle/>
        <a:p>
          <a:endParaRPr lang="en-IN"/>
        </a:p>
      </dgm:t>
    </dgm:pt>
    <dgm:pt modelId="{D719B768-E618-4335-93F7-B08031F56BD3}" type="sibTrans" cxnId="{C8F023F4-057F-457C-AEF3-9864ACCC4FC6}">
      <dgm:prSet/>
      <dgm:spPr/>
      <dgm:t>
        <a:bodyPr/>
        <a:lstStyle/>
        <a:p>
          <a:endParaRPr lang="en-IN"/>
        </a:p>
      </dgm:t>
    </dgm:pt>
    <dgm:pt modelId="{9775D6BB-AE9B-4A9A-96FD-A1B974BB3342}">
      <dgm:prSet phldrT="[Text]" phldr="0" custT="1"/>
      <dgm:spPr/>
      <dgm:t>
        <a:bodyPr/>
        <a:lstStyle/>
        <a:p>
          <a:pPr marL="0" lvl="0" indent="0" algn="l" defTabSz="800100">
            <a:lnSpc>
              <a:spcPct val="90000"/>
            </a:lnSpc>
            <a:spcBef>
              <a:spcPct val="0"/>
            </a:spcBef>
            <a:spcAft>
              <a:spcPct val="35000"/>
            </a:spcAft>
            <a:buNone/>
          </a:pPr>
          <a:r>
            <a:rPr lang="en-US" sz="1800" kern="1200" dirty="0">
              <a:solidFill>
                <a:prstClr val="white"/>
              </a:solidFill>
              <a:latin typeface="Arial" panose="020B0604020202020204" pitchFamily="34" charset="0"/>
              <a:ea typeface="+mn-ea"/>
              <a:cs typeface="Arial" panose="020B0604020202020204" pitchFamily="34" charset="0"/>
            </a:rPr>
            <a:t>Maintain Inventory</a:t>
          </a:r>
          <a:endParaRPr lang="en-IN" sz="1800" kern="1200" dirty="0">
            <a:solidFill>
              <a:prstClr val="white"/>
            </a:solidFill>
            <a:latin typeface="Arial" panose="020B0604020202020204" pitchFamily="34" charset="0"/>
            <a:ea typeface="+mn-ea"/>
            <a:cs typeface="Arial" panose="020B0604020202020204" pitchFamily="34" charset="0"/>
          </a:endParaRPr>
        </a:p>
      </dgm:t>
    </dgm:pt>
    <dgm:pt modelId="{28DC912E-857E-4A07-9C98-C1465FAD1D93}" type="parTrans" cxnId="{6291435F-D8A5-456A-BC10-4478A9FC9DDE}">
      <dgm:prSet/>
      <dgm:spPr/>
      <dgm:t>
        <a:bodyPr/>
        <a:lstStyle/>
        <a:p>
          <a:endParaRPr lang="en-IN"/>
        </a:p>
      </dgm:t>
    </dgm:pt>
    <dgm:pt modelId="{538F5ABF-4636-4C00-A2F5-46FBD778AF4C}" type="sibTrans" cxnId="{6291435F-D8A5-456A-BC10-4478A9FC9DDE}">
      <dgm:prSet/>
      <dgm:spPr/>
      <dgm:t>
        <a:bodyPr/>
        <a:lstStyle/>
        <a:p>
          <a:endParaRPr lang="en-IN"/>
        </a:p>
      </dgm:t>
    </dgm:pt>
    <dgm:pt modelId="{93AF27B9-E672-4788-958A-93D908DE6962}">
      <dgm:prSet phldrT="[Text]" phldr="0" custT="1"/>
      <dgm:spPr/>
      <dgm:t>
        <a:bodyPr/>
        <a:lstStyle/>
        <a:p>
          <a:pPr marL="0" lvl="0" indent="0" algn="l" defTabSz="800100">
            <a:lnSpc>
              <a:spcPct val="90000"/>
            </a:lnSpc>
            <a:spcBef>
              <a:spcPct val="0"/>
            </a:spcBef>
            <a:spcAft>
              <a:spcPct val="35000"/>
            </a:spcAft>
            <a:buNone/>
          </a:pPr>
          <a:r>
            <a:rPr lang="en-US" sz="1800" kern="1200" dirty="0">
              <a:solidFill>
                <a:prstClr val="white"/>
              </a:solidFill>
              <a:latin typeface="Arial" panose="020B0604020202020204" pitchFamily="34" charset="0"/>
              <a:ea typeface="+mn-ea"/>
              <a:cs typeface="Arial" panose="020B0604020202020204" pitchFamily="34" charset="0"/>
            </a:rPr>
            <a:t>Monitor Performance</a:t>
          </a:r>
          <a:endParaRPr lang="en-IN" sz="1800" kern="1200" dirty="0">
            <a:solidFill>
              <a:prstClr val="white"/>
            </a:solidFill>
            <a:latin typeface="Arial" panose="020B0604020202020204" pitchFamily="34" charset="0"/>
            <a:ea typeface="+mn-ea"/>
            <a:cs typeface="Arial" panose="020B0604020202020204" pitchFamily="34" charset="0"/>
          </a:endParaRPr>
        </a:p>
      </dgm:t>
    </dgm:pt>
    <dgm:pt modelId="{6E157401-C6A9-482A-8CAF-6C1AFDF7C9C5}" type="parTrans" cxnId="{3224A60C-B4B0-44DB-B965-07EEE1440D16}">
      <dgm:prSet/>
      <dgm:spPr/>
      <dgm:t>
        <a:bodyPr/>
        <a:lstStyle/>
        <a:p>
          <a:endParaRPr lang="en-IN"/>
        </a:p>
      </dgm:t>
    </dgm:pt>
    <dgm:pt modelId="{E6E9B9AB-72CC-42FE-AC0E-37D5A5C3763F}" type="sibTrans" cxnId="{3224A60C-B4B0-44DB-B965-07EEE1440D16}">
      <dgm:prSet/>
      <dgm:spPr/>
      <dgm:t>
        <a:bodyPr/>
        <a:lstStyle/>
        <a:p>
          <a:endParaRPr lang="en-IN"/>
        </a:p>
      </dgm:t>
    </dgm:pt>
    <dgm:pt modelId="{769E9EE9-43E6-4C50-AE90-426CEF1600A9}">
      <dgm:prSet custT="1"/>
      <dgm:spPr/>
      <dgm:t>
        <a:bodyPr/>
        <a:lstStyle/>
        <a:p>
          <a:pPr marL="0" lvl="0" indent="0" algn="l" defTabSz="800100">
            <a:lnSpc>
              <a:spcPct val="90000"/>
            </a:lnSpc>
            <a:spcBef>
              <a:spcPct val="0"/>
            </a:spcBef>
            <a:spcAft>
              <a:spcPct val="35000"/>
            </a:spcAft>
            <a:buNone/>
          </a:pPr>
          <a:r>
            <a:rPr lang="en-US" sz="1800" kern="1200" dirty="0">
              <a:solidFill>
                <a:prstClr val="white"/>
              </a:solidFill>
              <a:latin typeface="Arial" panose="020B0604020202020204" pitchFamily="34" charset="0"/>
              <a:ea typeface="+mn-ea"/>
              <a:cs typeface="Arial" panose="020B0604020202020204" pitchFamily="34" charset="0"/>
            </a:rPr>
            <a:t>Generate Insights</a:t>
          </a:r>
          <a:endParaRPr lang="en-IN" sz="1800" kern="1200" dirty="0">
            <a:solidFill>
              <a:prstClr val="white"/>
            </a:solidFill>
            <a:latin typeface="Arial" panose="020B0604020202020204" pitchFamily="34" charset="0"/>
            <a:ea typeface="+mn-ea"/>
            <a:cs typeface="Arial" panose="020B0604020202020204" pitchFamily="34" charset="0"/>
          </a:endParaRPr>
        </a:p>
      </dgm:t>
    </dgm:pt>
    <dgm:pt modelId="{4DF8CB5E-4CDF-4968-8AD7-7F2568FC3E00}" type="parTrans" cxnId="{9D5A2458-0F6D-4003-8DAC-5FFDE60DA2D1}">
      <dgm:prSet/>
      <dgm:spPr/>
      <dgm:t>
        <a:bodyPr/>
        <a:lstStyle/>
        <a:p>
          <a:endParaRPr lang="en-IN"/>
        </a:p>
      </dgm:t>
    </dgm:pt>
    <dgm:pt modelId="{317D5F31-1699-4FD8-B361-09EF0E033705}" type="sibTrans" cxnId="{9D5A2458-0F6D-4003-8DAC-5FFDE60DA2D1}">
      <dgm:prSet/>
      <dgm:spPr/>
      <dgm:t>
        <a:bodyPr/>
        <a:lstStyle/>
        <a:p>
          <a:endParaRPr lang="en-IN"/>
        </a:p>
      </dgm:t>
    </dgm:pt>
    <dgm:pt modelId="{D03E4390-646B-41F3-9FB7-124D0A71B1F7}" type="pres">
      <dgm:prSet presAssocID="{7CD8CB13-35CE-49CF-AFB7-EBE0B8CA86CC}" presName="linear" presStyleCnt="0">
        <dgm:presLayoutVars>
          <dgm:dir/>
          <dgm:animLvl val="lvl"/>
          <dgm:resizeHandles val="exact"/>
        </dgm:presLayoutVars>
      </dgm:prSet>
      <dgm:spPr/>
    </dgm:pt>
    <dgm:pt modelId="{BAD406BD-E9AC-4D34-AE15-77521A0FDB32}" type="pres">
      <dgm:prSet presAssocID="{6B6906BF-6CDE-44DF-A550-073B2375952D}" presName="parentLin" presStyleCnt="0"/>
      <dgm:spPr/>
    </dgm:pt>
    <dgm:pt modelId="{19907AE4-1D43-4C3F-AFFF-44D46D138FF3}" type="pres">
      <dgm:prSet presAssocID="{6B6906BF-6CDE-44DF-A550-073B2375952D}" presName="parentLeftMargin" presStyleLbl="node1" presStyleIdx="0" presStyleCnt="4"/>
      <dgm:spPr/>
    </dgm:pt>
    <dgm:pt modelId="{ABB77A2A-A87C-46DB-A9CF-F9071BDDD470}" type="pres">
      <dgm:prSet presAssocID="{6B6906BF-6CDE-44DF-A550-073B2375952D}" presName="parentText" presStyleLbl="node1" presStyleIdx="0" presStyleCnt="4">
        <dgm:presLayoutVars>
          <dgm:chMax val="0"/>
          <dgm:bulletEnabled val="1"/>
        </dgm:presLayoutVars>
      </dgm:prSet>
      <dgm:spPr/>
    </dgm:pt>
    <dgm:pt modelId="{6FDA6AB8-62D9-4652-A936-6DCBD1995235}" type="pres">
      <dgm:prSet presAssocID="{6B6906BF-6CDE-44DF-A550-073B2375952D}" presName="negativeSpace" presStyleCnt="0"/>
      <dgm:spPr/>
    </dgm:pt>
    <dgm:pt modelId="{A9CB02F5-3C35-465C-8C84-54763932113D}" type="pres">
      <dgm:prSet presAssocID="{6B6906BF-6CDE-44DF-A550-073B2375952D}" presName="childText" presStyleLbl="conFgAcc1" presStyleIdx="0" presStyleCnt="4" custLinFactY="-8265" custLinFactNeighborX="3308" custLinFactNeighborY="-100000">
        <dgm:presLayoutVars>
          <dgm:bulletEnabled val="1"/>
        </dgm:presLayoutVars>
      </dgm:prSet>
      <dgm:spPr/>
    </dgm:pt>
    <dgm:pt modelId="{DAC8D32F-1428-4637-8FF6-5DFC2DB09C63}" type="pres">
      <dgm:prSet presAssocID="{D719B768-E618-4335-93F7-B08031F56BD3}" presName="spaceBetweenRectangles" presStyleCnt="0"/>
      <dgm:spPr/>
    </dgm:pt>
    <dgm:pt modelId="{6FE1DA01-B415-498D-B59A-A5731937C93D}" type="pres">
      <dgm:prSet presAssocID="{9775D6BB-AE9B-4A9A-96FD-A1B974BB3342}" presName="parentLin" presStyleCnt="0"/>
      <dgm:spPr/>
    </dgm:pt>
    <dgm:pt modelId="{63477546-89BD-448E-8E56-402729810723}" type="pres">
      <dgm:prSet presAssocID="{9775D6BB-AE9B-4A9A-96FD-A1B974BB3342}" presName="parentLeftMargin" presStyleLbl="node1" presStyleIdx="0" presStyleCnt="4"/>
      <dgm:spPr/>
    </dgm:pt>
    <dgm:pt modelId="{E20AC281-B7F4-46F5-88E8-8D8B9A62FA9E}" type="pres">
      <dgm:prSet presAssocID="{9775D6BB-AE9B-4A9A-96FD-A1B974BB3342}" presName="parentText" presStyleLbl="node1" presStyleIdx="1" presStyleCnt="4">
        <dgm:presLayoutVars>
          <dgm:chMax val="0"/>
          <dgm:bulletEnabled val="1"/>
        </dgm:presLayoutVars>
      </dgm:prSet>
      <dgm:spPr/>
    </dgm:pt>
    <dgm:pt modelId="{18E502BB-92FF-4E58-89F6-D601E015F126}" type="pres">
      <dgm:prSet presAssocID="{9775D6BB-AE9B-4A9A-96FD-A1B974BB3342}" presName="negativeSpace" presStyleCnt="0"/>
      <dgm:spPr/>
    </dgm:pt>
    <dgm:pt modelId="{9F79EEE7-C5FE-47B7-838C-745B7A92D90B}" type="pres">
      <dgm:prSet presAssocID="{9775D6BB-AE9B-4A9A-96FD-A1B974BB3342}" presName="childText" presStyleLbl="conFgAcc1" presStyleIdx="1" presStyleCnt="4">
        <dgm:presLayoutVars>
          <dgm:bulletEnabled val="1"/>
        </dgm:presLayoutVars>
      </dgm:prSet>
      <dgm:spPr/>
    </dgm:pt>
    <dgm:pt modelId="{4C3DB07D-3EFC-4963-BC87-52EB85DCC311}" type="pres">
      <dgm:prSet presAssocID="{538F5ABF-4636-4C00-A2F5-46FBD778AF4C}" presName="spaceBetweenRectangles" presStyleCnt="0"/>
      <dgm:spPr/>
    </dgm:pt>
    <dgm:pt modelId="{94A93224-D91E-4EE6-9F49-B6D149EF258F}" type="pres">
      <dgm:prSet presAssocID="{93AF27B9-E672-4788-958A-93D908DE6962}" presName="parentLin" presStyleCnt="0"/>
      <dgm:spPr/>
    </dgm:pt>
    <dgm:pt modelId="{47DD65BB-FCB9-4582-99A0-42B21894E62E}" type="pres">
      <dgm:prSet presAssocID="{93AF27B9-E672-4788-958A-93D908DE6962}" presName="parentLeftMargin" presStyleLbl="node1" presStyleIdx="1" presStyleCnt="4"/>
      <dgm:spPr/>
    </dgm:pt>
    <dgm:pt modelId="{5F0D43F3-F76A-4599-B118-F6131539F620}" type="pres">
      <dgm:prSet presAssocID="{93AF27B9-E672-4788-958A-93D908DE6962}" presName="parentText" presStyleLbl="node1" presStyleIdx="2" presStyleCnt="4">
        <dgm:presLayoutVars>
          <dgm:chMax val="0"/>
          <dgm:bulletEnabled val="1"/>
        </dgm:presLayoutVars>
      </dgm:prSet>
      <dgm:spPr/>
    </dgm:pt>
    <dgm:pt modelId="{D9454AF6-B21F-45DB-94DD-705E951C5C59}" type="pres">
      <dgm:prSet presAssocID="{93AF27B9-E672-4788-958A-93D908DE6962}" presName="negativeSpace" presStyleCnt="0"/>
      <dgm:spPr/>
    </dgm:pt>
    <dgm:pt modelId="{A5AD8C81-CDA6-428F-8DDF-F991F0A2252F}" type="pres">
      <dgm:prSet presAssocID="{93AF27B9-E672-4788-958A-93D908DE6962}" presName="childText" presStyleLbl="conFgAcc1" presStyleIdx="2" presStyleCnt="4">
        <dgm:presLayoutVars>
          <dgm:bulletEnabled val="1"/>
        </dgm:presLayoutVars>
      </dgm:prSet>
      <dgm:spPr/>
    </dgm:pt>
    <dgm:pt modelId="{16BDEFF8-085C-4DF7-B286-F0B171A1DB29}" type="pres">
      <dgm:prSet presAssocID="{E6E9B9AB-72CC-42FE-AC0E-37D5A5C3763F}" presName="spaceBetweenRectangles" presStyleCnt="0"/>
      <dgm:spPr/>
    </dgm:pt>
    <dgm:pt modelId="{255EE360-8B14-40D5-BA88-FAF49830264E}" type="pres">
      <dgm:prSet presAssocID="{769E9EE9-43E6-4C50-AE90-426CEF1600A9}" presName="parentLin" presStyleCnt="0"/>
      <dgm:spPr/>
    </dgm:pt>
    <dgm:pt modelId="{89BFF8E7-54B3-473C-9F55-7F61D21BE1AE}" type="pres">
      <dgm:prSet presAssocID="{769E9EE9-43E6-4C50-AE90-426CEF1600A9}" presName="parentLeftMargin" presStyleLbl="node1" presStyleIdx="2" presStyleCnt="4"/>
      <dgm:spPr/>
    </dgm:pt>
    <dgm:pt modelId="{6FC4F5BD-375B-46C3-BBD5-433294B98F31}" type="pres">
      <dgm:prSet presAssocID="{769E9EE9-43E6-4C50-AE90-426CEF1600A9}" presName="parentText" presStyleLbl="node1" presStyleIdx="3" presStyleCnt="4" custLinFactY="28376" custLinFactNeighborX="-8882" custLinFactNeighborY="100000">
        <dgm:presLayoutVars>
          <dgm:chMax val="0"/>
          <dgm:bulletEnabled val="1"/>
        </dgm:presLayoutVars>
      </dgm:prSet>
      <dgm:spPr/>
    </dgm:pt>
    <dgm:pt modelId="{317F32A2-DCED-4C76-B1F9-45A5108EA363}" type="pres">
      <dgm:prSet presAssocID="{769E9EE9-43E6-4C50-AE90-426CEF1600A9}" presName="negativeSpace" presStyleCnt="0"/>
      <dgm:spPr/>
    </dgm:pt>
    <dgm:pt modelId="{EB9C446E-9E51-4909-BD8D-59879CD9659D}" type="pres">
      <dgm:prSet presAssocID="{769E9EE9-43E6-4C50-AE90-426CEF1600A9}" presName="childText" presStyleLbl="conFgAcc1" presStyleIdx="3" presStyleCnt="4">
        <dgm:presLayoutVars>
          <dgm:bulletEnabled val="1"/>
        </dgm:presLayoutVars>
      </dgm:prSet>
      <dgm:spPr/>
    </dgm:pt>
  </dgm:ptLst>
  <dgm:cxnLst>
    <dgm:cxn modelId="{87F59D03-3EEC-4C84-AE66-26CC71B6A995}" type="presOf" srcId="{93AF27B9-E672-4788-958A-93D908DE6962}" destId="{47DD65BB-FCB9-4582-99A0-42B21894E62E}" srcOrd="0" destOrd="0" presId="urn:microsoft.com/office/officeart/2005/8/layout/list1"/>
    <dgm:cxn modelId="{3224A60C-B4B0-44DB-B965-07EEE1440D16}" srcId="{7CD8CB13-35CE-49CF-AFB7-EBE0B8CA86CC}" destId="{93AF27B9-E672-4788-958A-93D908DE6962}" srcOrd="2" destOrd="0" parTransId="{6E157401-C6A9-482A-8CAF-6C1AFDF7C9C5}" sibTransId="{E6E9B9AB-72CC-42FE-AC0E-37D5A5C3763F}"/>
    <dgm:cxn modelId="{FA53B720-2303-416F-8B20-68C39FD33B55}" type="presOf" srcId="{769E9EE9-43E6-4C50-AE90-426CEF1600A9}" destId="{89BFF8E7-54B3-473C-9F55-7F61D21BE1AE}" srcOrd="0" destOrd="0" presId="urn:microsoft.com/office/officeart/2005/8/layout/list1"/>
    <dgm:cxn modelId="{9F73083C-200F-4F03-9C8F-43010F58DF89}" type="presOf" srcId="{9775D6BB-AE9B-4A9A-96FD-A1B974BB3342}" destId="{E20AC281-B7F4-46F5-88E8-8D8B9A62FA9E}" srcOrd="1" destOrd="0" presId="urn:microsoft.com/office/officeart/2005/8/layout/list1"/>
    <dgm:cxn modelId="{6291435F-D8A5-456A-BC10-4478A9FC9DDE}" srcId="{7CD8CB13-35CE-49CF-AFB7-EBE0B8CA86CC}" destId="{9775D6BB-AE9B-4A9A-96FD-A1B974BB3342}" srcOrd="1" destOrd="0" parTransId="{28DC912E-857E-4A07-9C98-C1465FAD1D93}" sibTransId="{538F5ABF-4636-4C00-A2F5-46FBD778AF4C}"/>
    <dgm:cxn modelId="{C6A3E55F-74B2-4270-B2BE-D24C59AAEECF}" type="presOf" srcId="{7CD8CB13-35CE-49CF-AFB7-EBE0B8CA86CC}" destId="{D03E4390-646B-41F3-9FB7-124D0A71B1F7}" srcOrd="0" destOrd="0" presId="urn:microsoft.com/office/officeart/2005/8/layout/list1"/>
    <dgm:cxn modelId="{EDE0E46D-A883-4DA4-9390-183C4D1223C0}" type="presOf" srcId="{6B6906BF-6CDE-44DF-A550-073B2375952D}" destId="{19907AE4-1D43-4C3F-AFFF-44D46D138FF3}" srcOrd="0" destOrd="0" presId="urn:microsoft.com/office/officeart/2005/8/layout/list1"/>
    <dgm:cxn modelId="{9D5A2458-0F6D-4003-8DAC-5FFDE60DA2D1}" srcId="{7CD8CB13-35CE-49CF-AFB7-EBE0B8CA86CC}" destId="{769E9EE9-43E6-4C50-AE90-426CEF1600A9}" srcOrd="3" destOrd="0" parTransId="{4DF8CB5E-4CDF-4968-8AD7-7F2568FC3E00}" sibTransId="{317D5F31-1699-4FD8-B361-09EF0E033705}"/>
    <dgm:cxn modelId="{FFBB6482-C0C5-4B73-B381-2C36CE7BE1D7}" type="presOf" srcId="{769E9EE9-43E6-4C50-AE90-426CEF1600A9}" destId="{6FC4F5BD-375B-46C3-BBD5-433294B98F31}" srcOrd="1" destOrd="0" presId="urn:microsoft.com/office/officeart/2005/8/layout/list1"/>
    <dgm:cxn modelId="{0CE29D9E-3A46-4FE0-9868-B7A8236CB120}" type="presOf" srcId="{6B6906BF-6CDE-44DF-A550-073B2375952D}" destId="{ABB77A2A-A87C-46DB-A9CF-F9071BDDD470}" srcOrd="1" destOrd="0" presId="urn:microsoft.com/office/officeart/2005/8/layout/list1"/>
    <dgm:cxn modelId="{7922B7CB-DAF8-4C2D-8DD8-283073417CE8}" type="presOf" srcId="{93AF27B9-E672-4788-958A-93D908DE6962}" destId="{5F0D43F3-F76A-4599-B118-F6131539F620}" srcOrd="1" destOrd="0" presId="urn:microsoft.com/office/officeart/2005/8/layout/list1"/>
    <dgm:cxn modelId="{8B80DBE8-4F6C-4FE2-A5DF-F67901340DFC}" type="presOf" srcId="{9775D6BB-AE9B-4A9A-96FD-A1B974BB3342}" destId="{63477546-89BD-448E-8E56-402729810723}" srcOrd="0" destOrd="0" presId="urn:microsoft.com/office/officeart/2005/8/layout/list1"/>
    <dgm:cxn modelId="{C8F023F4-057F-457C-AEF3-9864ACCC4FC6}" srcId="{7CD8CB13-35CE-49CF-AFB7-EBE0B8CA86CC}" destId="{6B6906BF-6CDE-44DF-A550-073B2375952D}" srcOrd="0" destOrd="0" parTransId="{EDA6578F-3491-4D77-9ADC-D6ECA7A8FC3D}" sibTransId="{D719B768-E618-4335-93F7-B08031F56BD3}"/>
    <dgm:cxn modelId="{55F7AA02-8521-4C0B-8DBE-D087E979841B}" type="presParOf" srcId="{D03E4390-646B-41F3-9FB7-124D0A71B1F7}" destId="{BAD406BD-E9AC-4D34-AE15-77521A0FDB32}" srcOrd="0" destOrd="0" presId="urn:microsoft.com/office/officeart/2005/8/layout/list1"/>
    <dgm:cxn modelId="{960286E0-1CCA-4016-8990-2DF7CFDBE942}" type="presParOf" srcId="{BAD406BD-E9AC-4D34-AE15-77521A0FDB32}" destId="{19907AE4-1D43-4C3F-AFFF-44D46D138FF3}" srcOrd="0" destOrd="0" presId="urn:microsoft.com/office/officeart/2005/8/layout/list1"/>
    <dgm:cxn modelId="{B01602D9-B37C-40B4-AF07-24BD507D6714}" type="presParOf" srcId="{BAD406BD-E9AC-4D34-AE15-77521A0FDB32}" destId="{ABB77A2A-A87C-46DB-A9CF-F9071BDDD470}" srcOrd="1" destOrd="0" presId="urn:microsoft.com/office/officeart/2005/8/layout/list1"/>
    <dgm:cxn modelId="{83DFA15A-7E35-49D9-93D9-CD093699E766}" type="presParOf" srcId="{D03E4390-646B-41F3-9FB7-124D0A71B1F7}" destId="{6FDA6AB8-62D9-4652-A936-6DCBD1995235}" srcOrd="1" destOrd="0" presId="urn:microsoft.com/office/officeart/2005/8/layout/list1"/>
    <dgm:cxn modelId="{ED96B83E-9DDA-408F-BA5E-2F5E5DDBD354}" type="presParOf" srcId="{D03E4390-646B-41F3-9FB7-124D0A71B1F7}" destId="{A9CB02F5-3C35-465C-8C84-54763932113D}" srcOrd="2" destOrd="0" presId="urn:microsoft.com/office/officeart/2005/8/layout/list1"/>
    <dgm:cxn modelId="{B9E5063D-F6A8-4056-90D6-A89D0652CB35}" type="presParOf" srcId="{D03E4390-646B-41F3-9FB7-124D0A71B1F7}" destId="{DAC8D32F-1428-4637-8FF6-5DFC2DB09C63}" srcOrd="3" destOrd="0" presId="urn:microsoft.com/office/officeart/2005/8/layout/list1"/>
    <dgm:cxn modelId="{6FA8DB8B-5F8D-4256-9817-250D1CED472E}" type="presParOf" srcId="{D03E4390-646B-41F3-9FB7-124D0A71B1F7}" destId="{6FE1DA01-B415-498D-B59A-A5731937C93D}" srcOrd="4" destOrd="0" presId="urn:microsoft.com/office/officeart/2005/8/layout/list1"/>
    <dgm:cxn modelId="{ABBC01A8-D250-4B2A-8311-D49F7ABA757F}" type="presParOf" srcId="{6FE1DA01-B415-498D-B59A-A5731937C93D}" destId="{63477546-89BD-448E-8E56-402729810723}" srcOrd="0" destOrd="0" presId="urn:microsoft.com/office/officeart/2005/8/layout/list1"/>
    <dgm:cxn modelId="{CAAA5044-6257-4F4B-A097-E6B93B8CC977}" type="presParOf" srcId="{6FE1DA01-B415-498D-B59A-A5731937C93D}" destId="{E20AC281-B7F4-46F5-88E8-8D8B9A62FA9E}" srcOrd="1" destOrd="0" presId="urn:microsoft.com/office/officeart/2005/8/layout/list1"/>
    <dgm:cxn modelId="{77449141-BF43-4C9A-9E13-5CCC4219BF9F}" type="presParOf" srcId="{D03E4390-646B-41F3-9FB7-124D0A71B1F7}" destId="{18E502BB-92FF-4E58-89F6-D601E015F126}" srcOrd="5" destOrd="0" presId="urn:microsoft.com/office/officeart/2005/8/layout/list1"/>
    <dgm:cxn modelId="{8AA98473-BEE8-4E3B-99E5-120BDBE1081B}" type="presParOf" srcId="{D03E4390-646B-41F3-9FB7-124D0A71B1F7}" destId="{9F79EEE7-C5FE-47B7-838C-745B7A92D90B}" srcOrd="6" destOrd="0" presId="urn:microsoft.com/office/officeart/2005/8/layout/list1"/>
    <dgm:cxn modelId="{B5D070A3-EA36-425D-9939-5E862FF6B2F4}" type="presParOf" srcId="{D03E4390-646B-41F3-9FB7-124D0A71B1F7}" destId="{4C3DB07D-3EFC-4963-BC87-52EB85DCC311}" srcOrd="7" destOrd="0" presId="urn:microsoft.com/office/officeart/2005/8/layout/list1"/>
    <dgm:cxn modelId="{368ABF2C-D692-4B17-BE2F-2E291537D3C3}" type="presParOf" srcId="{D03E4390-646B-41F3-9FB7-124D0A71B1F7}" destId="{94A93224-D91E-4EE6-9F49-B6D149EF258F}" srcOrd="8" destOrd="0" presId="urn:microsoft.com/office/officeart/2005/8/layout/list1"/>
    <dgm:cxn modelId="{5F70E2C0-D3B9-4A18-8971-61674972E38D}" type="presParOf" srcId="{94A93224-D91E-4EE6-9F49-B6D149EF258F}" destId="{47DD65BB-FCB9-4582-99A0-42B21894E62E}" srcOrd="0" destOrd="0" presId="urn:microsoft.com/office/officeart/2005/8/layout/list1"/>
    <dgm:cxn modelId="{794A4A9E-95D7-4333-9477-79D18AD047A9}" type="presParOf" srcId="{94A93224-D91E-4EE6-9F49-B6D149EF258F}" destId="{5F0D43F3-F76A-4599-B118-F6131539F620}" srcOrd="1" destOrd="0" presId="urn:microsoft.com/office/officeart/2005/8/layout/list1"/>
    <dgm:cxn modelId="{10F56190-13CB-4EF0-AA7C-8D7893ED98B6}" type="presParOf" srcId="{D03E4390-646B-41F3-9FB7-124D0A71B1F7}" destId="{D9454AF6-B21F-45DB-94DD-705E951C5C59}" srcOrd="9" destOrd="0" presId="urn:microsoft.com/office/officeart/2005/8/layout/list1"/>
    <dgm:cxn modelId="{3F414CD3-3CB6-4C5E-A960-0349527F2AC6}" type="presParOf" srcId="{D03E4390-646B-41F3-9FB7-124D0A71B1F7}" destId="{A5AD8C81-CDA6-428F-8DDF-F991F0A2252F}" srcOrd="10" destOrd="0" presId="urn:microsoft.com/office/officeart/2005/8/layout/list1"/>
    <dgm:cxn modelId="{1D1AE296-33E9-453B-BAFB-518AABD62703}" type="presParOf" srcId="{D03E4390-646B-41F3-9FB7-124D0A71B1F7}" destId="{16BDEFF8-085C-4DF7-B286-F0B171A1DB29}" srcOrd="11" destOrd="0" presId="urn:microsoft.com/office/officeart/2005/8/layout/list1"/>
    <dgm:cxn modelId="{A48A65AB-38C5-4013-9094-A3F73060AFB8}" type="presParOf" srcId="{D03E4390-646B-41F3-9FB7-124D0A71B1F7}" destId="{255EE360-8B14-40D5-BA88-FAF49830264E}" srcOrd="12" destOrd="0" presId="urn:microsoft.com/office/officeart/2005/8/layout/list1"/>
    <dgm:cxn modelId="{6AB351EA-D6B1-40C9-94D2-49CB94D2529F}" type="presParOf" srcId="{255EE360-8B14-40D5-BA88-FAF49830264E}" destId="{89BFF8E7-54B3-473C-9F55-7F61D21BE1AE}" srcOrd="0" destOrd="0" presId="urn:microsoft.com/office/officeart/2005/8/layout/list1"/>
    <dgm:cxn modelId="{70F80083-B093-4E5B-BDB6-EBA918CACEA3}" type="presParOf" srcId="{255EE360-8B14-40D5-BA88-FAF49830264E}" destId="{6FC4F5BD-375B-46C3-BBD5-433294B98F31}" srcOrd="1" destOrd="0" presId="urn:microsoft.com/office/officeart/2005/8/layout/list1"/>
    <dgm:cxn modelId="{D838F358-3B61-4752-A17B-DF7D771718A1}" type="presParOf" srcId="{D03E4390-646B-41F3-9FB7-124D0A71B1F7}" destId="{317F32A2-DCED-4C76-B1F9-45A5108EA363}" srcOrd="13" destOrd="0" presId="urn:microsoft.com/office/officeart/2005/8/layout/list1"/>
    <dgm:cxn modelId="{2E1A4F14-B235-46DF-BB7D-FA5465CA65CE}" type="presParOf" srcId="{D03E4390-646B-41F3-9FB7-124D0A71B1F7}" destId="{EB9C446E-9E51-4909-BD8D-59879CD9659D}" srcOrd="14"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6910B6B-571D-4A93-9985-7BF87FAB9A82}" type="doc">
      <dgm:prSet loTypeId="urn:microsoft.com/office/officeart/2008/layout/HalfCircleOrganizationChart" loCatId="hierarchy" qsTypeId="urn:microsoft.com/office/officeart/2005/8/quickstyle/simple1" qsCatId="simple" csTypeId="urn:microsoft.com/office/officeart/2005/8/colors/accent1_2" csCatId="accent1" phldr="1"/>
      <dgm:spPr/>
      <dgm:t>
        <a:bodyPr/>
        <a:lstStyle/>
        <a:p>
          <a:endParaRPr lang="en-IN"/>
        </a:p>
      </dgm:t>
    </dgm:pt>
    <dgm:pt modelId="{6DBBA10F-860A-49B2-AF2B-AB146AB3BEAB}">
      <dgm:prSet phldrT="[Text]" phldr="0"/>
      <dgm:spPr/>
      <dgm:t>
        <a:bodyPr/>
        <a:lstStyle/>
        <a:p>
          <a:r>
            <a:rPr lang="en-US" dirty="0"/>
            <a:t>Performing Repetitive Tasks</a:t>
          </a:r>
          <a:endParaRPr lang="en-IN" dirty="0"/>
        </a:p>
      </dgm:t>
    </dgm:pt>
    <dgm:pt modelId="{C98CC1F8-8D46-446F-BF3C-608F4EB9882A}" type="parTrans" cxnId="{811C1DFF-B74E-4DDF-B0F0-F1B6BF31DBC0}">
      <dgm:prSet/>
      <dgm:spPr/>
      <dgm:t>
        <a:bodyPr/>
        <a:lstStyle/>
        <a:p>
          <a:endParaRPr lang="en-IN"/>
        </a:p>
      </dgm:t>
    </dgm:pt>
    <dgm:pt modelId="{31173869-981C-479C-AF19-78C3BDF32FC8}" type="sibTrans" cxnId="{811C1DFF-B74E-4DDF-B0F0-F1B6BF31DBC0}">
      <dgm:prSet/>
      <dgm:spPr/>
      <dgm:t>
        <a:bodyPr/>
        <a:lstStyle/>
        <a:p>
          <a:endParaRPr lang="en-IN"/>
        </a:p>
      </dgm:t>
    </dgm:pt>
    <dgm:pt modelId="{C44112D9-6560-4F7D-8C3B-AE13CCE2F59E}" type="asst">
      <dgm:prSet phldrT="[Text]" phldr="0"/>
      <dgm:spPr/>
      <dgm:t>
        <a:bodyPr/>
        <a:lstStyle/>
        <a:p>
          <a:r>
            <a:rPr lang="en-US" dirty="0"/>
            <a:t>Use of Copilot Suggestions</a:t>
          </a:r>
          <a:endParaRPr lang="en-IN" dirty="0"/>
        </a:p>
      </dgm:t>
    </dgm:pt>
    <dgm:pt modelId="{DBD35BA2-0B2F-4077-B5FD-D4B861EE2F28}" type="parTrans" cxnId="{95262470-194E-4FEA-89C1-117340573E2D}">
      <dgm:prSet/>
      <dgm:spPr/>
      <dgm:t>
        <a:bodyPr/>
        <a:lstStyle/>
        <a:p>
          <a:endParaRPr lang="en-IN"/>
        </a:p>
      </dgm:t>
    </dgm:pt>
    <dgm:pt modelId="{170957B7-899E-4387-8480-1FC86AD84FD7}" type="sibTrans" cxnId="{95262470-194E-4FEA-89C1-117340573E2D}">
      <dgm:prSet/>
      <dgm:spPr/>
      <dgm:t>
        <a:bodyPr/>
        <a:lstStyle/>
        <a:p>
          <a:endParaRPr lang="en-IN"/>
        </a:p>
      </dgm:t>
    </dgm:pt>
    <dgm:pt modelId="{9203D906-BD6A-487C-9829-55B4DD18B93F}">
      <dgm:prSet phldrT="[Text]" phldr="0"/>
      <dgm:spPr/>
      <dgm:t>
        <a:bodyPr/>
        <a:lstStyle/>
        <a:p>
          <a:r>
            <a:rPr lang="en-US" dirty="0"/>
            <a:t>Formula Generation using Copilot</a:t>
          </a:r>
          <a:endParaRPr lang="en-IN" dirty="0"/>
        </a:p>
      </dgm:t>
    </dgm:pt>
    <dgm:pt modelId="{66317531-1E69-41D1-A07D-A77D77CE969B}" type="parTrans" cxnId="{D881A856-2221-4B75-876B-09CAC638FE90}">
      <dgm:prSet/>
      <dgm:spPr/>
      <dgm:t>
        <a:bodyPr/>
        <a:lstStyle/>
        <a:p>
          <a:endParaRPr lang="en-IN"/>
        </a:p>
      </dgm:t>
    </dgm:pt>
    <dgm:pt modelId="{47A5A522-A310-4D58-B622-59568E6A7C1F}" type="sibTrans" cxnId="{D881A856-2221-4B75-876B-09CAC638FE90}">
      <dgm:prSet/>
      <dgm:spPr/>
      <dgm:t>
        <a:bodyPr/>
        <a:lstStyle/>
        <a:p>
          <a:endParaRPr lang="en-IN"/>
        </a:p>
      </dgm:t>
    </dgm:pt>
    <dgm:pt modelId="{040A8101-273B-4BCE-9C59-3148DCDF6F5F}">
      <dgm:prSet phldrT="[Text]" phldr="0"/>
      <dgm:spPr/>
      <dgm:t>
        <a:bodyPr/>
        <a:lstStyle/>
        <a:p>
          <a:r>
            <a:rPr lang="en-US" dirty="0"/>
            <a:t>Auto Summaries with Copilot</a:t>
          </a:r>
          <a:endParaRPr lang="en-IN" dirty="0"/>
        </a:p>
      </dgm:t>
    </dgm:pt>
    <dgm:pt modelId="{5FDB8100-C3B4-40D1-9304-F4B42F33A06D}" type="parTrans" cxnId="{C432CF83-4FF0-48F4-B0EF-FEDCDA211429}">
      <dgm:prSet/>
      <dgm:spPr/>
      <dgm:t>
        <a:bodyPr/>
        <a:lstStyle/>
        <a:p>
          <a:endParaRPr lang="en-IN"/>
        </a:p>
      </dgm:t>
    </dgm:pt>
    <dgm:pt modelId="{A4528026-0AB2-493D-990A-BD279FA6781A}" type="sibTrans" cxnId="{C432CF83-4FF0-48F4-B0EF-FEDCDA211429}">
      <dgm:prSet/>
      <dgm:spPr/>
      <dgm:t>
        <a:bodyPr/>
        <a:lstStyle/>
        <a:p>
          <a:endParaRPr lang="en-IN"/>
        </a:p>
      </dgm:t>
    </dgm:pt>
    <dgm:pt modelId="{2A473830-BE2A-4065-B9CE-9E5E7D875CF5}">
      <dgm:prSet phldrT="[Text]" phldr="0"/>
      <dgm:spPr/>
      <dgm:t>
        <a:bodyPr/>
        <a:lstStyle/>
        <a:p>
          <a:r>
            <a:rPr lang="en-US" dirty="0"/>
            <a:t>Data Analysis Prompts</a:t>
          </a:r>
          <a:endParaRPr lang="en-IN" dirty="0"/>
        </a:p>
      </dgm:t>
    </dgm:pt>
    <dgm:pt modelId="{F4B20DFB-8988-4033-BFBC-C50A16311DA2}" type="parTrans" cxnId="{D0B91AA8-45D1-4A5D-AFA4-80E8BE7C9A14}">
      <dgm:prSet/>
      <dgm:spPr/>
      <dgm:t>
        <a:bodyPr/>
        <a:lstStyle/>
        <a:p>
          <a:endParaRPr lang="en-IN"/>
        </a:p>
      </dgm:t>
    </dgm:pt>
    <dgm:pt modelId="{9C6C9E9B-DF85-40DB-A52B-F4E4D81D3993}" type="sibTrans" cxnId="{D0B91AA8-45D1-4A5D-AFA4-80E8BE7C9A14}">
      <dgm:prSet/>
      <dgm:spPr/>
      <dgm:t>
        <a:bodyPr/>
        <a:lstStyle/>
        <a:p>
          <a:endParaRPr lang="en-IN"/>
        </a:p>
      </dgm:t>
    </dgm:pt>
    <dgm:pt modelId="{6C0D3245-1B7A-400E-9C9B-AEAAB36D7F76}" type="pres">
      <dgm:prSet presAssocID="{96910B6B-571D-4A93-9985-7BF87FAB9A82}" presName="Name0" presStyleCnt="0">
        <dgm:presLayoutVars>
          <dgm:orgChart val="1"/>
          <dgm:chPref val="1"/>
          <dgm:dir/>
          <dgm:animOne val="branch"/>
          <dgm:animLvl val="lvl"/>
          <dgm:resizeHandles/>
        </dgm:presLayoutVars>
      </dgm:prSet>
      <dgm:spPr/>
    </dgm:pt>
    <dgm:pt modelId="{A89B6EA1-DFCA-462B-86CB-2DDE224A1D99}" type="pres">
      <dgm:prSet presAssocID="{6DBBA10F-860A-49B2-AF2B-AB146AB3BEAB}" presName="hierRoot1" presStyleCnt="0">
        <dgm:presLayoutVars>
          <dgm:hierBranch val="init"/>
        </dgm:presLayoutVars>
      </dgm:prSet>
      <dgm:spPr/>
    </dgm:pt>
    <dgm:pt modelId="{84B793D7-A094-4465-9615-B745A254162D}" type="pres">
      <dgm:prSet presAssocID="{6DBBA10F-860A-49B2-AF2B-AB146AB3BEAB}" presName="rootComposite1" presStyleCnt="0"/>
      <dgm:spPr/>
    </dgm:pt>
    <dgm:pt modelId="{4DB39EBF-E94A-448D-8221-0C4874C061C0}" type="pres">
      <dgm:prSet presAssocID="{6DBBA10F-860A-49B2-AF2B-AB146AB3BEAB}" presName="rootText1" presStyleLbl="alignAcc1" presStyleIdx="0" presStyleCnt="0">
        <dgm:presLayoutVars>
          <dgm:chPref val="3"/>
        </dgm:presLayoutVars>
      </dgm:prSet>
      <dgm:spPr/>
    </dgm:pt>
    <dgm:pt modelId="{4F91A066-2683-44A3-AC79-EFB5886B5D17}" type="pres">
      <dgm:prSet presAssocID="{6DBBA10F-860A-49B2-AF2B-AB146AB3BEAB}" presName="topArc1" presStyleLbl="parChTrans1D1" presStyleIdx="0" presStyleCnt="10"/>
      <dgm:spPr/>
    </dgm:pt>
    <dgm:pt modelId="{AEAF8A87-05D6-49EC-97B0-424EAF715885}" type="pres">
      <dgm:prSet presAssocID="{6DBBA10F-860A-49B2-AF2B-AB146AB3BEAB}" presName="bottomArc1" presStyleLbl="parChTrans1D1" presStyleIdx="1" presStyleCnt="10"/>
      <dgm:spPr/>
    </dgm:pt>
    <dgm:pt modelId="{98301EB9-C366-4B08-873A-C7CB24BEBC1A}" type="pres">
      <dgm:prSet presAssocID="{6DBBA10F-860A-49B2-AF2B-AB146AB3BEAB}" presName="topConnNode1" presStyleLbl="node1" presStyleIdx="0" presStyleCnt="0"/>
      <dgm:spPr/>
    </dgm:pt>
    <dgm:pt modelId="{54F2BC5F-2092-4B91-9E54-DB294BCFFE55}" type="pres">
      <dgm:prSet presAssocID="{6DBBA10F-860A-49B2-AF2B-AB146AB3BEAB}" presName="hierChild2" presStyleCnt="0"/>
      <dgm:spPr/>
    </dgm:pt>
    <dgm:pt modelId="{B42F554E-2209-45EF-8EBF-6F8F61D921C4}" type="pres">
      <dgm:prSet presAssocID="{66317531-1E69-41D1-A07D-A77D77CE969B}" presName="Name28" presStyleLbl="parChTrans1D2" presStyleIdx="0" presStyleCnt="4"/>
      <dgm:spPr/>
    </dgm:pt>
    <dgm:pt modelId="{594B2AF2-7B34-4020-9D92-A186E0976F37}" type="pres">
      <dgm:prSet presAssocID="{9203D906-BD6A-487C-9829-55B4DD18B93F}" presName="hierRoot2" presStyleCnt="0">
        <dgm:presLayoutVars>
          <dgm:hierBranch val="init"/>
        </dgm:presLayoutVars>
      </dgm:prSet>
      <dgm:spPr/>
    </dgm:pt>
    <dgm:pt modelId="{2BFCEF4A-B362-4B25-9150-DF04C1829F8F}" type="pres">
      <dgm:prSet presAssocID="{9203D906-BD6A-487C-9829-55B4DD18B93F}" presName="rootComposite2" presStyleCnt="0"/>
      <dgm:spPr/>
    </dgm:pt>
    <dgm:pt modelId="{24E13501-7FFF-4B5B-B8F0-920946AF7F9B}" type="pres">
      <dgm:prSet presAssocID="{9203D906-BD6A-487C-9829-55B4DD18B93F}" presName="rootText2" presStyleLbl="alignAcc1" presStyleIdx="0" presStyleCnt="0">
        <dgm:presLayoutVars>
          <dgm:chPref val="3"/>
        </dgm:presLayoutVars>
      </dgm:prSet>
      <dgm:spPr/>
    </dgm:pt>
    <dgm:pt modelId="{367FF37F-19A3-4ED8-924F-E4B77D9DCA57}" type="pres">
      <dgm:prSet presAssocID="{9203D906-BD6A-487C-9829-55B4DD18B93F}" presName="topArc2" presStyleLbl="parChTrans1D1" presStyleIdx="2" presStyleCnt="10"/>
      <dgm:spPr/>
    </dgm:pt>
    <dgm:pt modelId="{531B4331-A879-44F2-A128-0BF9A398434B}" type="pres">
      <dgm:prSet presAssocID="{9203D906-BD6A-487C-9829-55B4DD18B93F}" presName="bottomArc2" presStyleLbl="parChTrans1D1" presStyleIdx="3" presStyleCnt="10"/>
      <dgm:spPr/>
    </dgm:pt>
    <dgm:pt modelId="{F7D712FD-A4D5-417A-AB0A-FCFB9C55B23F}" type="pres">
      <dgm:prSet presAssocID="{9203D906-BD6A-487C-9829-55B4DD18B93F}" presName="topConnNode2" presStyleLbl="node2" presStyleIdx="0" presStyleCnt="0"/>
      <dgm:spPr/>
    </dgm:pt>
    <dgm:pt modelId="{8FC354BC-6B70-4C45-825C-3DCB6E504536}" type="pres">
      <dgm:prSet presAssocID="{9203D906-BD6A-487C-9829-55B4DD18B93F}" presName="hierChild4" presStyleCnt="0"/>
      <dgm:spPr/>
    </dgm:pt>
    <dgm:pt modelId="{9261F776-390E-4325-B943-896DF9C678A7}" type="pres">
      <dgm:prSet presAssocID="{9203D906-BD6A-487C-9829-55B4DD18B93F}" presName="hierChild5" presStyleCnt="0"/>
      <dgm:spPr/>
    </dgm:pt>
    <dgm:pt modelId="{145C6386-29F6-4238-8C55-153A199D6206}" type="pres">
      <dgm:prSet presAssocID="{5FDB8100-C3B4-40D1-9304-F4B42F33A06D}" presName="Name28" presStyleLbl="parChTrans1D2" presStyleIdx="1" presStyleCnt="4"/>
      <dgm:spPr/>
    </dgm:pt>
    <dgm:pt modelId="{EB982EEC-AD06-4482-8AD4-665E1940F17B}" type="pres">
      <dgm:prSet presAssocID="{040A8101-273B-4BCE-9C59-3148DCDF6F5F}" presName="hierRoot2" presStyleCnt="0">
        <dgm:presLayoutVars>
          <dgm:hierBranch val="init"/>
        </dgm:presLayoutVars>
      </dgm:prSet>
      <dgm:spPr/>
    </dgm:pt>
    <dgm:pt modelId="{6D445657-C9BE-43E0-BEEC-215BC4C990ED}" type="pres">
      <dgm:prSet presAssocID="{040A8101-273B-4BCE-9C59-3148DCDF6F5F}" presName="rootComposite2" presStyleCnt="0"/>
      <dgm:spPr/>
    </dgm:pt>
    <dgm:pt modelId="{A52F719B-571E-4832-BE18-9D2DD7FC5BCF}" type="pres">
      <dgm:prSet presAssocID="{040A8101-273B-4BCE-9C59-3148DCDF6F5F}" presName="rootText2" presStyleLbl="alignAcc1" presStyleIdx="0" presStyleCnt="0">
        <dgm:presLayoutVars>
          <dgm:chPref val="3"/>
        </dgm:presLayoutVars>
      </dgm:prSet>
      <dgm:spPr/>
    </dgm:pt>
    <dgm:pt modelId="{323078E0-C17B-4EA4-9BEB-D75CDF0A284C}" type="pres">
      <dgm:prSet presAssocID="{040A8101-273B-4BCE-9C59-3148DCDF6F5F}" presName="topArc2" presStyleLbl="parChTrans1D1" presStyleIdx="4" presStyleCnt="10"/>
      <dgm:spPr/>
    </dgm:pt>
    <dgm:pt modelId="{A9D9B90B-B26F-42ED-A26C-C171062AE166}" type="pres">
      <dgm:prSet presAssocID="{040A8101-273B-4BCE-9C59-3148DCDF6F5F}" presName="bottomArc2" presStyleLbl="parChTrans1D1" presStyleIdx="5" presStyleCnt="10"/>
      <dgm:spPr/>
    </dgm:pt>
    <dgm:pt modelId="{0204D577-FDDE-4F21-BCA7-0BB5C3AB671F}" type="pres">
      <dgm:prSet presAssocID="{040A8101-273B-4BCE-9C59-3148DCDF6F5F}" presName="topConnNode2" presStyleLbl="node2" presStyleIdx="0" presStyleCnt="0"/>
      <dgm:spPr/>
    </dgm:pt>
    <dgm:pt modelId="{C024E891-E6B7-4F91-BB6F-210CC41B3025}" type="pres">
      <dgm:prSet presAssocID="{040A8101-273B-4BCE-9C59-3148DCDF6F5F}" presName="hierChild4" presStyleCnt="0"/>
      <dgm:spPr/>
    </dgm:pt>
    <dgm:pt modelId="{F92252F9-3A9B-46DE-8D41-977325B8ADE8}" type="pres">
      <dgm:prSet presAssocID="{040A8101-273B-4BCE-9C59-3148DCDF6F5F}" presName="hierChild5" presStyleCnt="0"/>
      <dgm:spPr/>
    </dgm:pt>
    <dgm:pt modelId="{7B4A0908-F310-4746-AA41-B88B2E299AD3}" type="pres">
      <dgm:prSet presAssocID="{F4B20DFB-8988-4033-BFBC-C50A16311DA2}" presName="Name28" presStyleLbl="parChTrans1D2" presStyleIdx="2" presStyleCnt="4"/>
      <dgm:spPr/>
    </dgm:pt>
    <dgm:pt modelId="{984FF074-DDC8-414E-ABBD-564349084799}" type="pres">
      <dgm:prSet presAssocID="{2A473830-BE2A-4065-B9CE-9E5E7D875CF5}" presName="hierRoot2" presStyleCnt="0">
        <dgm:presLayoutVars>
          <dgm:hierBranch val="init"/>
        </dgm:presLayoutVars>
      </dgm:prSet>
      <dgm:spPr/>
    </dgm:pt>
    <dgm:pt modelId="{3DD1699E-16EF-40EE-8252-DC9D3C76DEC7}" type="pres">
      <dgm:prSet presAssocID="{2A473830-BE2A-4065-B9CE-9E5E7D875CF5}" presName="rootComposite2" presStyleCnt="0"/>
      <dgm:spPr/>
    </dgm:pt>
    <dgm:pt modelId="{73ABEF55-638C-4093-83EE-0E34B638FB58}" type="pres">
      <dgm:prSet presAssocID="{2A473830-BE2A-4065-B9CE-9E5E7D875CF5}" presName="rootText2" presStyleLbl="alignAcc1" presStyleIdx="0" presStyleCnt="0">
        <dgm:presLayoutVars>
          <dgm:chPref val="3"/>
        </dgm:presLayoutVars>
      </dgm:prSet>
      <dgm:spPr/>
    </dgm:pt>
    <dgm:pt modelId="{9385D08D-AA15-42AE-9752-7751E59925C3}" type="pres">
      <dgm:prSet presAssocID="{2A473830-BE2A-4065-B9CE-9E5E7D875CF5}" presName="topArc2" presStyleLbl="parChTrans1D1" presStyleIdx="6" presStyleCnt="10"/>
      <dgm:spPr/>
    </dgm:pt>
    <dgm:pt modelId="{24AC0A0D-3AF9-4725-A5BC-FBC87A1AC923}" type="pres">
      <dgm:prSet presAssocID="{2A473830-BE2A-4065-B9CE-9E5E7D875CF5}" presName="bottomArc2" presStyleLbl="parChTrans1D1" presStyleIdx="7" presStyleCnt="10"/>
      <dgm:spPr/>
    </dgm:pt>
    <dgm:pt modelId="{5169DB6D-EA48-4832-8E86-2DE59FC5CF23}" type="pres">
      <dgm:prSet presAssocID="{2A473830-BE2A-4065-B9CE-9E5E7D875CF5}" presName="topConnNode2" presStyleLbl="node2" presStyleIdx="0" presStyleCnt="0"/>
      <dgm:spPr/>
    </dgm:pt>
    <dgm:pt modelId="{1154D342-AD79-41B2-8CC4-33E1B454EB38}" type="pres">
      <dgm:prSet presAssocID="{2A473830-BE2A-4065-B9CE-9E5E7D875CF5}" presName="hierChild4" presStyleCnt="0"/>
      <dgm:spPr/>
    </dgm:pt>
    <dgm:pt modelId="{3248A0D9-46E6-4033-84CA-1A829DC04FEA}" type="pres">
      <dgm:prSet presAssocID="{2A473830-BE2A-4065-B9CE-9E5E7D875CF5}" presName="hierChild5" presStyleCnt="0"/>
      <dgm:spPr/>
    </dgm:pt>
    <dgm:pt modelId="{4D29266B-FAF5-4914-BBA2-272B17904158}" type="pres">
      <dgm:prSet presAssocID="{6DBBA10F-860A-49B2-AF2B-AB146AB3BEAB}" presName="hierChild3" presStyleCnt="0"/>
      <dgm:spPr/>
    </dgm:pt>
    <dgm:pt modelId="{4EACC58E-FEED-4DA8-BE8B-FB3AAC679151}" type="pres">
      <dgm:prSet presAssocID="{DBD35BA2-0B2F-4077-B5FD-D4B861EE2F28}" presName="Name101" presStyleLbl="parChTrans1D2" presStyleIdx="3" presStyleCnt="4"/>
      <dgm:spPr/>
    </dgm:pt>
    <dgm:pt modelId="{6FAB381B-63B0-4A59-8408-4F3A1057300C}" type="pres">
      <dgm:prSet presAssocID="{C44112D9-6560-4F7D-8C3B-AE13CCE2F59E}" presName="hierRoot3" presStyleCnt="0">
        <dgm:presLayoutVars>
          <dgm:hierBranch val="init"/>
        </dgm:presLayoutVars>
      </dgm:prSet>
      <dgm:spPr/>
    </dgm:pt>
    <dgm:pt modelId="{684D3060-0FEA-4E72-9C42-7237D18C039F}" type="pres">
      <dgm:prSet presAssocID="{C44112D9-6560-4F7D-8C3B-AE13CCE2F59E}" presName="rootComposite3" presStyleCnt="0"/>
      <dgm:spPr/>
    </dgm:pt>
    <dgm:pt modelId="{A7B7C67C-6FCA-41CD-B7D5-F388F43E6AF4}" type="pres">
      <dgm:prSet presAssocID="{C44112D9-6560-4F7D-8C3B-AE13CCE2F59E}" presName="rootText3" presStyleLbl="alignAcc1" presStyleIdx="0" presStyleCnt="0">
        <dgm:presLayoutVars>
          <dgm:chPref val="3"/>
        </dgm:presLayoutVars>
      </dgm:prSet>
      <dgm:spPr/>
    </dgm:pt>
    <dgm:pt modelId="{8D42927F-1B02-4640-9068-7E09B7AAE309}" type="pres">
      <dgm:prSet presAssocID="{C44112D9-6560-4F7D-8C3B-AE13CCE2F59E}" presName="topArc3" presStyleLbl="parChTrans1D1" presStyleIdx="8" presStyleCnt="10"/>
      <dgm:spPr/>
    </dgm:pt>
    <dgm:pt modelId="{FA6FDB8A-E680-4EC3-B795-B4601EE55E62}" type="pres">
      <dgm:prSet presAssocID="{C44112D9-6560-4F7D-8C3B-AE13CCE2F59E}" presName="bottomArc3" presStyleLbl="parChTrans1D1" presStyleIdx="9" presStyleCnt="10"/>
      <dgm:spPr/>
    </dgm:pt>
    <dgm:pt modelId="{B6BB8126-11B6-4412-99F5-D56578E56846}" type="pres">
      <dgm:prSet presAssocID="{C44112D9-6560-4F7D-8C3B-AE13CCE2F59E}" presName="topConnNode3" presStyleLbl="asst1" presStyleIdx="0" presStyleCnt="0"/>
      <dgm:spPr/>
    </dgm:pt>
    <dgm:pt modelId="{C906EF03-0BA0-4DB5-9F03-B0B0D68090F7}" type="pres">
      <dgm:prSet presAssocID="{C44112D9-6560-4F7D-8C3B-AE13CCE2F59E}" presName="hierChild6" presStyleCnt="0"/>
      <dgm:spPr/>
    </dgm:pt>
    <dgm:pt modelId="{5A6C5142-B213-448D-ACD4-1E09AA1B1163}" type="pres">
      <dgm:prSet presAssocID="{C44112D9-6560-4F7D-8C3B-AE13CCE2F59E}" presName="hierChild7" presStyleCnt="0"/>
      <dgm:spPr/>
    </dgm:pt>
  </dgm:ptLst>
  <dgm:cxnLst>
    <dgm:cxn modelId="{A18DA603-78A3-4238-A47C-09DC8DD64249}" type="presOf" srcId="{6DBBA10F-860A-49B2-AF2B-AB146AB3BEAB}" destId="{98301EB9-C366-4B08-873A-C7CB24BEBC1A}" srcOrd="1" destOrd="0" presId="urn:microsoft.com/office/officeart/2008/layout/HalfCircleOrganizationChart"/>
    <dgm:cxn modelId="{9E86602F-1A06-401C-92FE-7216C49CC200}" type="presOf" srcId="{2A473830-BE2A-4065-B9CE-9E5E7D875CF5}" destId="{5169DB6D-EA48-4832-8E86-2DE59FC5CF23}" srcOrd="1" destOrd="0" presId="urn:microsoft.com/office/officeart/2008/layout/HalfCircleOrganizationChart"/>
    <dgm:cxn modelId="{4049575C-CF09-4748-A0AB-B1F18E29CDD1}" type="presOf" srcId="{9203D906-BD6A-487C-9829-55B4DD18B93F}" destId="{24E13501-7FFF-4B5B-B8F0-920946AF7F9B}" srcOrd="0" destOrd="0" presId="urn:microsoft.com/office/officeart/2008/layout/HalfCircleOrganizationChart"/>
    <dgm:cxn modelId="{C5004268-C666-4F69-976A-DE94B6E0F9E4}" type="presOf" srcId="{C44112D9-6560-4F7D-8C3B-AE13CCE2F59E}" destId="{B6BB8126-11B6-4412-99F5-D56578E56846}" srcOrd="1" destOrd="0" presId="urn:microsoft.com/office/officeart/2008/layout/HalfCircleOrganizationChart"/>
    <dgm:cxn modelId="{95262470-194E-4FEA-89C1-117340573E2D}" srcId="{6DBBA10F-860A-49B2-AF2B-AB146AB3BEAB}" destId="{C44112D9-6560-4F7D-8C3B-AE13CCE2F59E}" srcOrd="0" destOrd="0" parTransId="{DBD35BA2-0B2F-4077-B5FD-D4B861EE2F28}" sibTransId="{170957B7-899E-4387-8480-1FC86AD84FD7}"/>
    <dgm:cxn modelId="{D881A856-2221-4B75-876B-09CAC638FE90}" srcId="{6DBBA10F-860A-49B2-AF2B-AB146AB3BEAB}" destId="{9203D906-BD6A-487C-9829-55B4DD18B93F}" srcOrd="1" destOrd="0" parTransId="{66317531-1E69-41D1-A07D-A77D77CE969B}" sibTransId="{47A5A522-A310-4D58-B622-59568E6A7C1F}"/>
    <dgm:cxn modelId="{C432CF83-4FF0-48F4-B0EF-FEDCDA211429}" srcId="{6DBBA10F-860A-49B2-AF2B-AB146AB3BEAB}" destId="{040A8101-273B-4BCE-9C59-3148DCDF6F5F}" srcOrd="2" destOrd="0" parTransId="{5FDB8100-C3B4-40D1-9304-F4B42F33A06D}" sibTransId="{A4528026-0AB2-493D-990A-BD279FA6781A}"/>
    <dgm:cxn modelId="{AF1B1084-D8B6-477A-989C-80D9A9B2C62B}" type="presOf" srcId="{040A8101-273B-4BCE-9C59-3148DCDF6F5F}" destId="{A52F719B-571E-4832-BE18-9D2DD7FC5BCF}" srcOrd="0" destOrd="0" presId="urn:microsoft.com/office/officeart/2008/layout/HalfCircleOrganizationChart"/>
    <dgm:cxn modelId="{EC71859C-A03C-41C1-9D12-1EA8ABA1B0D1}" type="presOf" srcId="{6DBBA10F-860A-49B2-AF2B-AB146AB3BEAB}" destId="{4DB39EBF-E94A-448D-8221-0C4874C061C0}" srcOrd="0" destOrd="0" presId="urn:microsoft.com/office/officeart/2008/layout/HalfCircleOrganizationChart"/>
    <dgm:cxn modelId="{C021E1A3-7AE9-4257-B01D-8F84697D77FB}" type="presOf" srcId="{C44112D9-6560-4F7D-8C3B-AE13CCE2F59E}" destId="{A7B7C67C-6FCA-41CD-B7D5-F388F43E6AF4}" srcOrd="0" destOrd="0" presId="urn:microsoft.com/office/officeart/2008/layout/HalfCircleOrganizationChart"/>
    <dgm:cxn modelId="{B03628A6-F5B9-4D5E-927C-6A01D615A974}" type="presOf" srcId="{9203D906-BD6A-487C-9829-55B4DD18B93F}" destId="{F7D712FD-A4D5-417A-AB0A-FCFB9C55B23F}" srcOrd="1" destOrd="0" presId="urn:microsoft.com/office/officeart/2008/layout/HalfCircleOrganizationChart"/>
    <dgm:cxn modelId="{D0B91AA8-45D1-4A5D-AFA4-80E8BE7C9A14}" srcId="{6DBBA10F-860A-49B2-AF2B-AB146AB3BEAB}" destId="{2A473830-BE2A-4065-B9CE-9E5E7D875CF5}" srcOrd="3" destOrd="0" parTransId="{F4B20DFB-8988-4033-BFBC-C50A16311DA2}" sibTransId="{9C6C9E9B-DF85-40DB-A52B-F4E4D81D3993}"/>
    <dgm:cxn modelId="{7A2791B4-8EBC-491C-AD63-8105084F72A4}" type="presOf" srcId="{040A8101-273B-4BCE-9C59-3148DCDF6F5F}" destId="{0204D577-FDDE-4F21-BCA7-0BB5C3AB671F}" srcOrd="1" destOrd="0" presId="urn:microsoft.com/office/officeart/2008/layout/HalfCircleOrganizationChart"/>
    <dgm:cxn modelId="{13AD9EC3-4FB1-4C48-92B5-7DB37BDABC65}" type="presOf" srcId="{66317531-1E69-41D1-A07D-A77D77CE969B}" destId="{B42F554E-2209-45EF-8EBF-6F8F61D921C4}" srcOrd="0" destOrd="0" presId="urn:microsoft.com/office/officeart/2008/layout/HalfCircleOrganizationChart"/>
    <dgm:cxn modelId="{6227D5C9-B418-4A1C-AADE-68869C452CC6}" type="presOf" srcId="{2A473830-BE2A-4065-B9CE-9E5E7D875CF5}" destId="{73ABEF55-638C-4093-83EE-0E34B638FB58}" srcOrd="0" destOrd="0" presId="urn:microsoft.com/office/officeart/2008/layout/HalfCircleOrganizationChart"/>
    <dgm:cxn modelId="{9672DEC9-3102-44BA-83B1-892009E3AA28}" type="presOf" srcId="{5FDB8100-C3B4-40D1-9304-F4B42F33A06D}" destId="{145C6386-29F6-4238-8C55-153A199D6206}" srcOrd="0" destOrd="0" presId="urn:microsoft.com/office/officeart/2008/layout/HalfCircleOrganizationChart"/>
    <dgm:cxn modelId="{37C160DF-FC2A-4BD1-B2B7-32702F3BCAA1}" type="presOf" srcId="{DBD35BA2-0B2F-4077-B5FD-D4B861EE2F28}" destId="{4EACC58E-FEED-4DA8-BE8B-FB3AAC679151}" srcOrd="0" destOrd="0" presId="urn:microsoft.com/office/officeart/2008/layout/HalfCircleOrganizationChart"/>
    <dgm:cxn modelId="{122558E5-FCE6-4EDF-891D-C9914AADCCAF}" type="presOf" srcId="{F4B20DFB-8988-4033-BFBC-C50A16311DA2}" destId="{7B4A0908-F310-4746-AA41-B88B2E299AD3}" srcOrd="0" destOrd="0" presId="urn:microsoft.com/office/officeart/2008/layout/HalfCircleOrganizationChart"/>
    <dgm:cxn modelId="{9FE494FE-765C-4F2E-BDB1-11A47A79CE51}" type="presOf" srcId="{96910B6B-571D-4A93-9985-7BF87FAB9A82}" destId="{6C0D3245-1B7A-400E-9C9B-AEAAB36D7F76}" srcOrd="0" destOrd="0" presId="urn:microsoft.com/office/officeart/2008/layout/HalfCircleOrganizationChart"/>
    <dgm:cxn modelId="{811C1DFF-B74E-4DDF-B0F0-F1B6BF31DBC0}" srcId="{96910B6B-571D-4A93-9985-7BF87FAB9A82}" destId="{6DBBA10F-860A-49B2-AF2B-AB146AB3BEAB}" srcOrd="0" destOrd="0" parTransId="{C98CC1F8-8D46-446F-BF3C-608F4EB9882A}" sibTransId="{31173869-981C-479C-AF19-78C3BDF32FC8}"/>
    <dgm:cxn modelId="{591E9DCB-8BFD-4FD3-9696-DC280AFBF3AD}" type="presParOf" srcId="{6C0D3245-1B7A-400E-9C9B-AEAAB36D7F76}" destId="{A89B6EA1-DFCA-462B-86CB-2DDE224A1D99}" srcOrd="0" destOrd="0" presId="urn:microsoft.com/office/officeart/2008/layout/HalfCircleOrganizationChart"/>
    <dgm:cxn modelId="{EDB4D092-E3C0-4E01-9991-DA85488762B7}" type="presParOf" srcId="{A89B6EA1-DFCA-462B-86CB-2DDE224A1D99}" destId="{84B793D7-A094-4465-9615-B745A254162D}" srcOrd="0" destOrd="0" presId="urn:microsoft.com/office/officeart/2008/layout/HalfCircleOrganizationChart"/>
    <dgm:cxn modelId="{810C4DFD-B45E-45C6-9A96-E255323C3DAA}" type="presParOf" srcId="{84B793D7-A094-4465-9615-B745A254162D}" destId="{4DB39EBF-E94A-448D-8221-0C4874C061C0}" srcOrd="0" destOrd="0" presId="urn:microsoft.com/office/officeart/2008/layout/HalfCircleOrganizationChart"/>
    <dgm:cxn modelId="{89F628D2-534C-40BA-B452-8002755F8A4F}" type="presParOf" srcId="{84B793D7-A094-4465-9615-B745A254162D}" destId="{4F91A066-2683-44A3-AC79-EFB5886B5D17}" srcOrd="1" destOrd="0" presId="urn:microsoft.com/office/officeart/2008/layout/HalfCircleOrganizationChart"/>
    <dgm:cxn modelId="{FD58ED12-4753-4F9D-883E-4DAA1BFA29C7}" type="presParOf" srcId="{84B793D7-A094-4465-9615-B745A254162D}" destId="{AEAF8A87-05D6-49EC-97B0-424EAF715885}" srcOrd="2" destOrd="0" presId="urn:microsoft.com/office/officeart/2008/layout/HalfCircleOrganizationChart"/>
    <dgm:cxn modelId="{703D3572-2FDD-4BD2-A53C-640703FD989E}" type="presParOf" srcId="{84B793D7-A094-4465-9615-B745A254162D}" destId="{98301EB9-C366-4B08-873A-C7CB24BEBC1A}" srcOrd="3" destOrd="0" presId="urn:microsoft.com/office/officeart/2008/layout/HalfCircleOrganizationChart"/>
    <dgm:cxn modelId="{83B2A708-9A2D-41F1-8B29-9D90CC0A0994}" type="presParOf" srcId="{A89B6EA1-DFCA-462B-86CB-2DDE224A1D99}" destId="{54F2BC5F-2092-4B91-9E54-DB294BCFFE55}" srcOrd="1" destOrd="0" presId="urn:microsoft.com/office/officeart/2008/layout/HalfCircleOrganizationChart"/>
    <dgm:cxn modelId="{EB203DE9-3F3D-4CDF-8214-0A5CFF947DE8}" type="presParOf" srcId="{54F2BC5F-2092-4B91-9E54-DB294BCFFE55}" destId="{B42F554E-2209-45EF-8EBF-6F8F61D921C4}" srcOrd="0" destOrd="0" presId="urn:microsoft.com/office/officeart/2008/layout/HalfCircleOrganizationChart"/>
    <dgm:cxn modelId="{E6D34DAA-88D0-4E32-8D57-2D0AA6585AB9}" type="presParOf" srcId="{54F2BC5F-2092-4B91-9E54-DB294BCFFE55}" destId="{594B2AF2-7B34-4020-9D92-A186E0976F37}" srcOrd="1" destOrd="0" presId="urn:microsoft.com/office/officeart/2008/layout/HalfCircleOrganizationChart"/>
    <dgm:cxn modelId="{F3AA44B3-9B49-41EB-A9ED-21F8D6D0C615}" type="presParOf" srcId="{594B2AF2-7B34-4020-9D92-A186E0976F37}" destId="{2BFCEF4A-B362-4B25-9150-DF04C1829F8F}" srcOrd="0" destOrd="0" presId="urn:microsoft.com/office/officeart/2008/layout/HalfCircleOrganizationChart"/>
    <dgm:cxn modelId="{0F8FB452-3D17-4C1A-90D0-024DDC52E935}" type="presParOf" srcId="{2BFCEF4A-B362-4B25-9150-DF04C1829F8F}" destId="{24E13501-7FFF-4B5B-B8F0-920946AF7F9B}" srcOrd="0" destOrd="0" presId="urn:microsoft.com/office/officeart/2008/layout/HalfCircleOrganizationChart"/>
    <dgm:cxn modelId="{87CA1A56-6AFF-4526-B6C5-3D87D04C87C0}" type="presParOf" srcId="{2BFCEF4A-B362-4B25-9150-DF04C1829F8F}" destId="{367FF37F-19A3-4ED8-924F-E4B77D9DCA57}" srcOrd="1" destOrd="0" presId="urn:microsoft.com/office/officeart/2008/layout/HalfCircleOrganizationChart"/>
    <dgm:cxn modelId="{9C6A8C78-347A-408B-9D4C-97B30757C18B}" type="presParOf" srcId="{2BFCEF4A-B362-4B25-9150-DF04C1829F8F}" destId="{531B4331-A879-44F2-A128-0BF9A398434B}" srcOrd="2" destOrd="0" presId="urn:microsoft.com/office/officeart/2008/layout/HalfCircleOrganizationChart"/>
    <dgm:cxn modelId="{E7C64080-C58A-412E-9A86-2A496ABC988A}" type="presParOf" srcId="{2BFCEF4A-B362-4B25-9150-DF04C1829F8F}" destId="{F7D712FD-A4D5-417A-AB0A-FCFB9C55B23F}" srcOrd="3" destOrd="0" presId="urn:microsoft.com/office/officeart/2008/layout/HalfCircleOrganizationChart"/>
    <dgm:cxn modelId="{CB3F1E00-FEF9-4E94-AB63-B703448CBD39}" type="presParOf" srcId="{594B2AF2-7B34-4020-9D92-A186E0976F37}" destId="{8FC354BC-6B70-4C45-825C-3DCB6E504536}" srcOrd="1" destOrd="0" presId="urn:microsoft.com/office/officeart/2008/layout/HalfCircleOrganizationChart"/>
    <dgm:cxn modelId="{42BC452C-DD24-4C69-9F03-806D6C46571E}" type="presParOf" srcId="{594B2AF2-7B34-4020-9D92-A186E0976F37}" destId="{9261F776-390E-4325-B943-896DF9C678A7}" srcOrd="2" destOrd="0" presId="urn:microsoft.com/office/officeart/2008/layout/HalfCircleOrganizationChart"/>
    <dgm:cxn modelId="{D9FDC43B-C2F3-4A77-B338-A1D5C2E33961}" type="presParOf" srcId="{54F2BC5F-2092-4B91-9E54-DB294BCFFE55}" destId="{145C6386-29F6-4238-8C55-153A199D6206}" srcOrd="2" destOrd="0" presId="urn:microsoft.com/office/officeart/2008/layout/HalfCircleOrganizationChart"/>
    <dgm:cxn modelId="{18715023-E1C6-41B0-8C70-1DBE94F6ABE8}" type="presParOf" srcId="{54F2BC5F-2092-4B91-9E54-DB294BCFFE55}" destId="{EB982EEC-AD06-4482-8AD4-665E1940F17B}" srcOrd="3" destOrd="0" presId="urn:microsoft.com/office/officeart/2008/layout/HalfCircleOrganizationChart"/>
    <dgm:cxn modelId="{D0575CA1-7B67-44EA-9737-67381E44CBCE}" type="presParOf" srcId="{EB982EEC-AD06-4482-8AD4-665E1940F17B}" destId="{6D445657-C9BE-43E0-BEEC-215BC4C990ED}" srcOrd="0" destOrd="0" presId="urn:microsoft.com/office/officeart/2008/layout/HalfCircleOrganizationChart"/>
    <dgm:cxn modelId="{799B201D-2774-474A-9327-BD1D8DC4C694}" type="presParOf" srcId="{6D445657-C9BE-43E0-BEEC-215BC4C990ED}" destId="{A52F719B-571E-4832-BE18-9D2DD7FC5BCF}" srcOrd="0" destOrd="0" presId="urn:microsoft.com/office/officeart/2008/layout/HalfCircleOrganizationChart"/>
    <dgm:cxn modelId="{8BE42BDF-FBB0-4A97-BA97-EE80C4F0476F}" type="presParOf" srcId="{6D445657-C9BE-43E0-BEEC-215BC4C990ED}" destId="{323078E0-C17B-4EA4-9BEB-D75CDF0A284C}" srcOrd="1" destOrd="0" presId="urn:microsoft.com/office/officeart/2008/layout/HalfCircleOrganizationChart"/>
    <dgm:cxn modelId="{00BC91C4-8C96-4404-B455-4BAB03D565D9}" type="presParOf" srcId="{6D445657-C9BE-43E0-BEEC-215BC4C990ED}" destId="{A9D9B90B-B26F-42ED-A26C-C171062AE166}" srcOrd="2" destOrd="0" presId="urn:microsoft.com/office/officeart/2008/layout/HalfCircleOrganizationChart"/>
    <dgm:cxn modelId="{FF7D32F0-DD6F-41E9-BB5A-0C2FF9A38262}" type="presParOf" srcId="{6D445657-C9BE-43E0-BEEC-215BC4C990ED}" destId="{0204D577-FDDE-4F21-BCA7-0BB5C3AB671F}" srcOrd="3" destOrd="0" presId="urn:microsoft.com/office/officeart/2008/layout/HalfCircleOrganizationChart"/>
    <dgm:cxn modelId="{8D0BDD71-15EF-4E40-9258-81DB21DCD224}" type="presParOf" srcId="{EB982EEC-AD06-4482-8AD4-665E1940F17B}" destId="{C024E891-E6B7-4F91-BB6F-210CC41B3025}" srcOrd="1" destOrd="0" presId="urn:microsoft.com/office/officeart/2008/layout/HalfCircleOrganizationChart"/>
    <dgm:cxn modelId="{79E2086E-2966-4F4C-8266-E8E585D54050}" type="presParOf" srcId="{EB982EEC-AD06-4482-8AD4-665E1940F17B}" destId="{F92252F9-3A9B-46DE-8D41-977325B8ADE8}" srcOrd="2" destOrd="0" presId="urn:microsoft.com/office/officeart/2008/layout/HalfCircleOrganizationChart"/>
    <dgm:cxn modelId="{76A867DE-1C41-481F-A3AE-0447EF33594A}" type="presParOf" srcId="{54F2BC5F-2092-4B91-9E54-DB294BCFFE55}" destId="{7B4A0908-F310-4746-AA41-B88B2E299AD3}" srcOrd="4" destOrd="0" presId="urn:microsoft.com/office/officeart/2008/layout/HalfCircleOrganizationChart"/>
    <dgm:cxn modelId="{C07F410C-ECBF-48AD-A111-814E5A47E359}" type="presParOf" srcId="{54F2BC5F-2092-4B91-9E54-DB294BCFFE55}" destId="{984FF074-DDC8-414E-ABBD-564349084799}" srcOrd="5" destOrd="0" presId="urn:microsoft.com/office/officeart/2008/layout/HalfCircleOrganizationChart"/>
    <dgm:cxn modelId="{7077C88F-C015-4570-A2AA-F520DF611F65}" type="presParOf" srcId="{984FF074-DDC8-414E-ABBD-564349084799}" destId="{3DD1699E-16EF-40EE-8252-DC9D3C76DEC7}" srcOrd="0" destOrd="0" presId="urn:microsoft.com/office/officeart/2008/layout/HalfCircleOrganizationChart"/>
    <dgm:cxn modelId="{A4B4B043-AB49-4BD2-9CF7-6EA6AD9D3657}" type="presParOf" srcId="{3DD1699E-16EF-40EE-8252-DC9D3C76DEC7}" destId="{73ABEF55-638C-4093-83EE-0E34B638FB58}" srcOrd="0" destOrd="0" presId="urn:microsoft.com/office/officeart/2008/layout/HalfCircleOrganizationChart"/>
    <dgm:cxn modelId="{01E4F0C6-3E3E-497C-BBB1-CC97C2F0B6CC}" type="presParOf" srcId="{3DD1699E-16EF-40EE-8252-DC9D3C76DEC7}" destId="{9385D08D-AA15-42AE-9752-7751E59925C3}" srcOrd="1" destOrd="0" presId="urn:microsoft.com/office/officeart/2008/layout/HalfCircleOrganizationChart"/>
    <dgm:cxn modelId="{B8C37F49-AE7B-48F5-9986-333C8AFBD70B}" type="presParOf" srcId="{3DD1699E-16EF-40EE-8252-DC9D3C76DEC7}" destId="{24AC0A0D-3AF9-4725-A5BC-FBC87A1AC923}" srcOrd="2" destOrd="0" presId="urn:microsoft.com/office/officeart/2008/layout/HalfCircleOrganizationChart"/>
    <dgm:cxn modelId="{831DB852-8811-4DFE-8905-372352FBED0C}" type="presParOf" srcId="{3DD1699E-16EF-40EE-8252-DC9D3C76DEC7}" destId="{5169DB6D-EA48-4832-8E86-2DE59FC5CF23}" srcOrd="3" destOrd="0" presId="urn:microsoft.com/office/officeart/2008/layout/HalfCircleOrganizationChart"/>
    <dgm:cxn modelId="{DA3BF6B3-D8D9-485B-A106-F6F6DAACFF10}" type="presParOf" srcId="{984FF074-DDC8-414E-ABBD-564349084799}" destId="{1154D342-AD79-41B2-8CC4-33E1B454EB38}" srcOrd="1" destOrd="0" presId="urn:microsoft.com/office/officeart/2008/layout/HalfCircleOrganizationChart"/>
    <dgm:cxn modelId="{AB35C42A-48C9-4491-ABDF-55BEABEE73D8}" type="presParOf" srcId="{984FF074-DDC8-414E-ABBD-564349084799}" destId="{3248A0D9-46E6-4033-84CA-1A829DC04FEA}" srcOrd="2" destOrd="0" presId="urn:microsoft.com/office/officeart/2008/layout/HalfCircleOrganizationChart"/>
    <dgm:cxn modelId="{EA902E36-406A-46C8-A8B9-4731572C53CC}" type="presParOf" srcId="{A89B6EA1-DFCA-462B-86CB-2DDE224A1D99}" destId="{4D29266B-FAF5-4914-BBA2-272B17904158}" srcOrd="2" destOrd="0" presId="urn:microsoft.com/office/officeart/2008/layout/HalfCircleOrganizationChart"/>
    <dgm:cxn modelId="{FE2D7D59-FCB4-4D96-90C6-F5E2C424976A}" type="presParOf" srcId="{4D29266B-FAF5-4914-BBA2-272B17904158}" destId="{4EACC58E-FEED-4DA8-BE8B-FB3AAC679151}" srcOrd="0" destOrd="0" presId="urn:microsoft.com/office/officeart/2008/layout/HalfCircleOrganizationChart"/>
    <dgm:cxn modelId="{C9CB192C-12DC-4DF9-98B9-9698DEF3607C}" type="presParOf" srcId="{4D29266B-FAF5-4914-BBA2-272B17904158}" destId="{6FAB381B-63B0-4A59-8408-4F3A1057300C}" srcOrd="1" destOrd="0" presId="urn:microsoft.com/office/officeart/2008/layout/HalfCircleOrganizationChart"/>
    <dgm:cxn modelId="{035C67A9-2E76-44D2-B165-3DF322C79A59}" type="presParOf" srcId="{6FAB381B-63B0-4A59-8408-4F3A1057300C}" destId="{684D3060-0FEA-4E72-9C42-7237D18C039F}" srcOrd="0" destOrd="0" presId="urn:microsoft.com/office/officeart/2008/layout/HalfCircleOrganizationChart"/>
    <dgm:cxn modelId="{6EF2644B-66E1-4895-A5A3-9CAA1A5564B6}" type="presParOf" srcId="{684D3060-0FEA-4E72-9C42-7237D18C039F}" destId="{A7B7C67C-6FCA-41CD-B7D5-F388F43E6AF4}" srcOrd="0" destOrd="0" presId="urn:microsoft.com/office/officeart/2008/layout/HalfCircleOrganizationChart"/>
    <dgm:cxn modelId="{C9E2398E-C322-4B19-B072-4C575AA0F7F7}" type="presParOf" srcId="{684D3060-0FEA-4E72-9C42-7237D18C039F}" destId="{8D42927F-1B02-4640-9068-7E09B7AAE309}" srcOrd="1" destOrd="0" presId="urn:microsoft.com/office/officeart/2008/layout/HalfCircleOrganizationChart"/>
    <dgm:cxn modelId="{2FFD66A4-D266-4E63-8382-0CC0677BCC6B}" type="presParOf" srcId="{684D3060-0FEA-4E72-9C42-7237D18C039F}" destId="{FA6FDB8A-E680-4EC3-B795-B4601EE55E62}" srcOrd="2" destOrd="0" presId="urn:microsoft.com/office/officeart/2008/layout/HalfCircleOrganizationChart"/>
    <dgm:cxn modelId="{CDECB715-6E22-4028-8F5D-28F3B792C0A2}" type="presParOf" srcId="{684D3060-0FEA-4E72-9C42-7237D18C039F}" destId="{B6BB8126-11B6-4412-99F5-D56578E56846}" srcOrd="3" destOrd="0" presId="urn:microsoft.com/office/officeart/2008/layout/HalfCircleOrganizationChart"/>
    <dgm:cxn modelId="{A04297A3-CADA-4B87-A68E-C3FD7A8C60A3}" type="presParOf" srcId="{6FAB381B-63B0-4A59-8408-4F3A1057300C}" destId="{C906EF03-0BA0-4DB5-9F03-B0B0D68090F7}" srcOrd="1" destOrd="0" presId="urn:microsoft.com/office/officeart/2008/layout/HalfCircleOrganizationChart"/>
    <dgm:cxn modelId="{E39B1522-9D33-49B6-A083-7D2DD4C24BD3}" type="presParOf" srcId="{6FAB381B-63B0-4A59-8408-4F3A1057300C}" destId="{5A6C5142-B213-448D-ACD4-1E09AA1B1163}" srcOrd="2" destOrd="0" presId="urn:microsoft.com/office/officeart/2008/layout/HalfCircleOrganizationChar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D419F03-C5BB-48D5-9ACF-54B1312A810D}"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IN"/>
        </a:p>
      </dgm:t>
    </dgm:pt>
    <dgm:pt modelId="{1599EBE9-727F-4A7D-BCD3-4DC9B0E1A1A9}">
      <dgm:prSet phldrT="[Text]" phldr="0" custT="1"/>
      <dgm:spPr/>
      <dgm:t>
        <a:bodyPr/>
        <a:lstStyle/>
        <a:p>
          <a:r>
            <a:rPr lang="en-US" sz="1800" dirty="0">
              <a:latin typeface="Arial" panose="020B0604020202020204" pitchFamily="34" charset="0"/>
              <a:cs typeface="Arial" panose="020B0604020202020204" pitchFamily="34" charset="0"/>
            </a:rPr>
            <a:t>Copilot Tasks</a:t>
          </a:r>
          <a:endParaRPr lang="en-IN" sz="1800" dirty="0">
            <a:latin typeface="Arial" panose="020B0604020202020204" pitchFamily="34" charset="0"/>
            <a:cs typeface="Arial" panose="020B0604020202020204" pitchFamily="34" charset="0"/>
          </a:endParaRPr>
        </a:p>
      </dgm:t>
    </dgm:pt>
    <dgm:pt modelId="{DF5DADF4-8002-4E4E-A6AC-50844FF27103}" type="parTrans" cxnId="{18859ED7-63F0-4622-91A6-E3CBDBC41438}">
      <dgm:prSet/>
      <dgm:spPr/>
      <dgm:t>
        <a:bodyPr/>
        <a:lstStyle/>
        <a:p>
          <a:endParaRPr lang="en-IN"/>
        </a:p>
      </dgm:t>
    </dgm:pt>
    <dgm:pt modelId="{B7324323-148F-4E68-8AD4-850CB7DEF202}" type="sibTrans" cxnId="{18859ED7-63F0-4622-91A6-E3CBDBC41438}">
      <dgm:prSet/>
      <dgm:spPr/>
      <dgm:t>
        <a:bodyPr/>
        <a:lstStyle/>
        <a:p>
          <a:endParaRPr lang="en-IN"/>
        </a:p>
      </dgm:t>
    </dgm:pt>
    <dgm:pt modelId="{BF72E386-9E9A-4CA6-A541-F8235BA8CB64}">
      <dgm:prSet phldrT="[Text]" phldr="0" custT="1"/>
      <dgm:spPr/>
      <dgm:t>
        <a:bodyPr/>
        <a:lstStyle/>
        <a:p>
          <a:r>
            <a:rPr lang="en-US" sz="1800" dirty="0">
              <a:latin typeface="Arial" panose="020B0604020202020204" pitchFamily="34" charset="0"/>
              <a:cs typeface="Arial" panose="020B0604020202020204" pitchFamily="34" charset="0"/>
            </a:rPr>
            <a:t>Calculate Attendance Percentage</a:t>
          </a:r>
          <a:endParaRPr lang="en-IN" sz="1800" dirty="0">
            <a:latin typeface="Arial" panose="020B0604020202020204" pitchFamily="34" charset="0"/>
            <a:cs typeface="Arial" panose="020B0604020202020204" pitchFamily="34" charset="0"/>
          </a:endParaRPr>
        </a:p>
      </dgm:t>
    </dgm:pt>
    <dgm:pt modelId="{A127449D-E7E4-43CB-A888-C2D9AD84FB4F}" type="parTrans" cxnId="{283BA847-8920-43DB-834E-13DC0FADA2F0}">
      <dgm:prSet/>
      <dgm:spPr/>
      <dgm:t>
        <a:bodyPr/>
        <a:lstStyle/>
        <a:p>
          <a:endParaRPr lang="en-IN"/>
        </a:p>
      </dgm:t>
    </dgm:pt>
    <dgm:pt modelId="{C639ABBA-AA21-45A8-A078-0C929D839ADD}" type="sibTrans" cxnId="{283BA847-8920-43DB-834E-13DC0FADA2F0}">
      <dgm:prSet/>
      <dgm:spPr/>
      <dgm:t>
        <a:bodyPr/>
        <a:lstStyle/>
        <a:p>
          <a:endParaRPr lang="en-IN"/>
        </a:p>
      </dgm:t>
    </dgm:pt>
    <dgm:pt modelId="{BEC46566-22DD-4EA9-9CD4-56341FA5ABAE}">
      <dgm:prSet phldrT="[Text]" phldr="0" custT="1"/>
      <dgm:spPr/>
      <dgm:t>
        <a:bodyPr/>
        <a:lstStyle/>
        <a:p>
          <a:pPr marL="0" lvl="0" indent="0" algn="ctr" defTabSz="800100">
            <a:lnSpc>
              <a:spcPct val="90000"/>
            </a:lnSpc>
            <a:spcBef>
              <a:spcPct val="0"/>
            </a:spcBef>
            <a:spcAft>
              <a:spcPct val="35000"/>
            </a:spcAft>
            <a:buNone/>
          </a:pPr>
          <a:r>
            <a:rPr lang="en-US" sz="1800"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Data Analyis using Pivot Table and Charts</a:t>
          </a:r>
          <a:endParaRPr lang="en-IN" sz="1800" kern="1200" dirty="0">
            <a:solidFill>
              <a:prstClr val="black">
                <a:hueOff val="0"/>
                <a:satOff val="0"/>
                <a:lumOff val="0"/>
                <a:alphaOff val="0"/>
              </a:prstClr>
            </a:solidFill>
            <a:latin typeface="Arial" panose="020B0604020202020204" pitchFamily="34" charset="0"/>
            <a:ea typeface="+mn-ea"/>
            <a:cs typeface="Arial" panose="020B0604020202020204" pitchFamily="34" charset="0"/>
          </a:endParaRPr>
        </a:p>
      </dgm:t>
    </dgm:pt>
    <dgm:pt modelId="{81E317F9-B887-4AF5-96D4-93655DF0C712}" type="parTrans" cxnId="{0603D152-6DBD-49EF-80EA-C3507A2086E9}">
      <dgm:prSet/>
      <dgm:spPr/>
      <dgm:t>
        <a:bodyPr/>
        <a:lstStyle/>
        <a:p>
          <a:endParaRPr lang="en-IN"/>
        </a:p>
      </dgm:t>
    </dgm:pt>
    <dgm:pt modelId="{F2497C60-98DE-4BED-A646-796365D907D8}" type="sibTrans" cxnId="{0603D152-6DBD-49EF-80EA-C3507A2086E9}">
      <dgm:prSet/>
      <dgm:spPr/>
      <dgm:t>
        <a:bodyPr/>
        <a:lstStyle/>
        <a:p>
          <a:endParaRPr lang="en-IN"/>
        </a:p>
      </dgm:t>
    </dgm:pt>
    <dgm:pt modelId="{F694DAA3-BA09-42F0-ADE0-6DF6CB702CB2}">
      <dgm:prSet phldrT="[Text]" phldr="0" custT="1"/>
      <dgm:spPr/>
      <dgm:t>
        <a:bodyPr/>
        <a:lstStyle/>
        <a:p>
          <a:pPr marL="0" lvl="0" indent="0" algn="ctr" defTabSz="800100">
            <a:lnSpc>
              <a:spcPct val="90000"/>
            </a:lnSpc>
            <a:spcBef>
              <a:spcPct val="0"/>
            </a:spcBef>
            <a:spcAft>
              <a:spcPct val="35000"/>
            </a:spcAft>
            <a:buNone/>
          </a:pPr>
          <a:r>
            <a:rPr lang="en-US" sz="1800"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Suggest Improvements</a:t>
          </a:r>
          <a:endParaRPr lang="en-IN" sz="1800" kern="1200" dirty="0">
            <a:solidFill>
              <a:prstClr val="black">
                <a:hueOff val="0"/>
                <a:satOff val="0"/>
                <a:lumOff val="0"/>
                <a:alphaOff val="0"/>
              </a:prstClr>
            </a:solidFill>
            <a:latin typeface="Arial" panose="020B0604020202020204" pitchFamily="34" charset="0"/>
            <a:ea typeface="+mn-ea"/>
            <a:cs typeface="Arial" panose="020B0604020202020204" pitchFamily="34" charset="0"/>
          </a:endParaRPr>
        </a:p>
      </dgm:t>
    </dgm:pt>
    <dgm:pt modelId="{85BF5CD3-78A7-4DAE-85EC-D9F2876CB753}" type="parTrans" cxnId="{B8C34B7A-EBDE-42CA-91AA-86F3246BF7BB}">
      <dgm:prSet/>
      <dgm:spPr/>
      <dgm:t>
        <a:bodyPr/>
        <a:lstStyle/>
        <a:p>
          <a:endParaRPr lang="en-IN"/>
        </a:p>
      </dgm:t>
    </dgm:pt>
    <dgm:pt modelId="{4E4875A6-1933-4CD8-8AB2-12468B3DDA5F}" type="sibTrans" cxnId="{B8C34B7A-EBDE-42CA-91AA-86F3246BF7BB}">
      <dgm:prSet/>
      <dgm:spPr/>
      <dgm:t>
        <a:bodyPr/>
        <a:lstStyle/>
        <a:p>
          <a:endParaRPr lang="en-IN"/>
        </a:p>
      </dgm:t>
    </dgm:pt>
    <dgm:pt modelId="{F2866E53-A8F1-4295-A7C9-11D6BAE1A15B}">
      <dgm:prSet phldrT="[Text]" phldr="0" custT="1"/>
      <dgm:spPr/>
      <dgm:t>
        <a:bodyPr/>
        <a:lstStyle/>
        <a:p>
          <a:pPr marL="0" lvl="0" indent="0" algn="ctr" defTabSz="800100">
            <a:lnSpc>
              <a:spcPct val="90000"/>
            </a:lnSpc>
            <a:spcBef>
              <a:spcPct val="0"/>
            </a:spcBef>
            <a:spcAft>
              <a:spcPct val="35000"/>
            </a:spcAft>
            <a:buNone/>
          </a:pPr>
          <a:r>
            <a:rPr lang="en-US" sz="1800"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Identify Low Performing Students</a:t>
          </a:r>
          <a:endParaRPr lang="en-IN" sz="1800" kern="1200" dirty="0">
            <a:solidFill>
              <a:prstClr val="black">
                <a:hueOff val="0"/>
                <a:satOff val="0"/>
                <a:lumOff val="0"/>
                <a:alphaOff val="0"/>
              </a:prstClr>
            </a:solidFill>
            <a:latin typeface="Arial" panose="020B0604020202020204" pitchFamily="34" charset="0"/>
            <a:ea typeface="+mn-ea"/>
            <a:cs typeface="Arial" panose="020B0604020202020204" pitchFamily="34" charset="0"/>
          </a:endParaRPr>
        </a:p>
      </dgm:t>
    </dgm:pt>
    <dgm:pt modelId="{F25019CF-E8E1-43DB-B561-1F0779EA2A55}" type="parTrans" cxnId="{9C0AEA74-21D1-423A-A034-F8E290FAD11A}">
      <dgm:prSet/>
      <dgm:spPr/>
      <dgm:t>
        <a:bodyPr/>
        <a:lstStyle/>
        <a:p>
          <a:endParaRPr lang="en-IN"/>
        </a:p>
      </dgm:t>
    </dgm:pt>
    <dgm:pt modelId="{740E2B32-B4AE-4E4B-AB1D-32FE7214F478}" type="sibTrans" cxnId="{9C0AEA74-21D1-423A-A034-F8E290FAD11A}">
      <dgm:prSet/>
      <dgm:spPr/>
      <dgm:t>
        <a:bodyPr/>
        <a:lstStyle/>
        <a:p>
          <a:endParaRPr lang="en-IN"/>
        </a:p>
      </dgm:t>
    </dgm:pt>
    <dgm:pt modelId="{4E8DE999-BA56-43EF-B90B-DAC92BA03AC1}">
      <dgm:prSet phldrT="[Text]" phldr="0" custT="1"/>
      <dgm:spPr/>
      <dgm:t>
        <a:bodyPr/>
        <a:lstStyle/>
        <a:p>
          <a:r>
            <a:rPr lang="en-US" sz="1800" dirty="0">
              <a:latin typeface="Arial" panose="020B0604020202020204" pitchFamily="34" charset="0"/>
              <a:cs typeface="Arial" panose="020B0604020202020204" pitchFamily="34" charset="0"/>
            </a:rPr>
            <a:t>Generate Report Text</a:t>
          </a:r>
          <a:endParaRPr lang="en-IN" sz="1800" dirty="0">
            <a:latin typeface="Arial" panose="020B0604020202020204" pitchFamily="34" charset="0"/>
            <a:cs typeface="Arial" panose="020B0604020202020204" pitchFamily="34" charset="0"/>
          </a:endParaRPr>
        </a:p>
      </dgm:t>
    </dgm:pt>
    <dgm:pt modelId="{F611F092-C087-4F54-904A-2B589AFA380B}" type="parTrans" cxnId="{50F40C1B-C165-4404-AC67-98348C2077BD}">
      <dgm:prSet/>
      <dgm:spPr/>
      <dgm:t>
        <a:bodyPr/>
        <a:lstStyle/>
        <a:p>
          <a:endParaRPr lang="en-IN"/>
        </a:p>
      </dgm:t>
    </dgm:pt>
    <dgm:pt modelId="{CBD78024-D3B4-4C3E-A64F-542C2FB78C87}" type="sibTrans" cxnId="{50F40C1B-C165-4404-AC67-98348C2077BD}">
      <dgm:prSet/>
      <dgm:spPr/>
      <dgm:t>
        <a:bodyPr/>
        <a:lstStyle/>
        <a:p>
          <a:endParaRPr lang="en-IN"/>
        </a:p>
      </dgm:t>
    </dgm:pt>
    <dgm:pt modelId="{23FAFE9D-2265-404E-A228-487D7D365EEE}" type="pres">
      <dgm:prSet presAssocID="{7D419F03-C5BB-48D5-9ACF-54B1312A810D}" presName="hierChild1" presStyleCnt="0">
        <dgm:presLayoutVars>
          <dgm:chPref val="1"/>
          <dgm:dir/>
          <dgm:animOne val="branch"/>
          <dgm:animLvl val="lvl"/>
          <dgm:resizeHandles/>
        </dgm:presLayoutVars>
      </dgm:prSet>
      <dgm:spPr/>
    </dgm:pt>
    <dgm:pt modelId="{9EC1FCC4-05CB-4438-98A9-B3234515D4AF}" type="pres">
      <dgm:prSet presAssocID="{1599EBE9-727F-4A7D-BCD3-4DC9B0E1A1A9}" presName="hierRoot1" presStyleCnt="0"/>
      <dgm:spPr/>
    </dgm:pt>
    <dgm:pt modelId="{9C531F3E-486E-4911-9048-081D158FB727}" type="pres">
      <dgm:prSet presAssocID="{1599EBE9-727F-4A7D-BCD3-4DC9B0E1A1A9}" presName="composite" presStyleCnt="0"/>
      <dgm:spPr/>
    </dgm:pt>
    <dgm:pt modelId="{33CF3E9A-2878-47A1-8426-623D38970524}" type="pres">
      <dgm:prSet presAssocID="{1599EBE9-727F-4A7D-BCD3-4DC9B0E1A1A9}" presName="background" presStyleLbl="node0" presStyleIdx="0" presStyleCnt="1"/>
      <dgm:spPr/>
    </dgm:pt>
    <dgm:pt modelId="{59C3FB82-F989-4DA1-ACB5-8D68525CAAB7}" type="pres">
      <dgm:prSet presAssocID="{1599EBE9-727F-4A7D-BCD3-4DC9B0E1A1A9}" presName="text" presStyleLbl="fgAcc0" presStyleIdx="0" presStyleCnt="1">
        <dgm:presLayoutVars>
          <dgm:chPref val="3"/>
        </dgm:presLayoutVars>
      </dgm:prSet>
      <dgm:spPr/>
    </dgm:pt>
    <dgm:pt modelId="{2B936E76-885D-493D-95B8-DC637163C22C}" type="pres">
      <dgm:prSet presAssocID="{1599EBE9-727F-4A7D-BCD3-4DC9B0E1A1A9}" presName="hierChild2" presStyleCnt="0"/>
      <dgm:spPr/>
    </dgm:pt>
    <dgm:pt modelId="{E48BF0DD-B29D-49D3-B8B4-A3785DD44954}" type="pres">
      <dgm:prSet presAssocID="{A127449D-E7E4-43CB-A888-C2D9AD84FB4F}" presName="Name10" presStyleLbl="parChTrans1D2" presStyleIdx="0" presStyleCnt="2"/>
      <dgm:spPr/>
    </dgm:pt>
    <dgm:pt modelId="{E01F5AAA-0089-4627-839D-A0B93EE2F9AF}" type="pres">
      <dgm:prSet presAssocID="{BF72E386-9E9A-4CA6-A541-F8235BA8CB64}" presName="hierRoot2" presStyleCnt="0"/>
      <dgm:spPr/>
    </dgm:pt>
    <dgm:pt modelId="{8DB6250F-B02D-4858-BF5B-E75E86524F4F}" type="pres">
      <dgm:prSet presAssocID="{BF72E386-9E9A-4CA6-A541-F8235BA8CB64}" presName="composite2" presStyleCnt="0"/>
      <dgm:spPr/>
    </dgm:pt>
    <dgm:pt modelId="{90EDCD2A-09D7-4764-960D-B4D5E200A029}" type="pres">
      <dgm:prSet presAssocID="{BF72E386-9E9A-4CA6-A541-F8235BA8CB64}" presName="background2" presStyleLbl="node2" presStyleIdx="0" presStyleCnt="2"/>
      <dgm:spPr/>
    </dgm:pt>
    <dgm:pt modelId="{70F258CC-3D7B-4C41-BF94-F7E93525299D}" type="pres">
      <dgm:prSet presAssocID="{BF72E386-9E9A-4CA6-A541-F8235BA8CB64}" presName="text2" presStyleLbl="fgAcc2" presStyleIdx="0" presStyleCnt="2">
        <dgm:presLayoutVars>
          <dgm:chPref val="3"/>
        </dgm:presLayoutVars>
      </dgm:prSet>
      <dgm:spPr/>
    </dgm:pt>
    <dgm:pt modelId="{E82B0AC1-CE5F-4AF3-8A11-37DC641AC44D}" type="pres">
      <dgm:prSet presAssocID="{BF72E386-9E9A-4CA6-A541-F8235BA8CB64}" presName="hierChild3" presStyleCnt="0"/>
      <dgm:spPr/>
    </dgm:pt>
    <dgm:pt modelId="{17092FB6-0FBD-4A81-9BD1-856D19802869}" type="pres">
      <dgm:prSet presAssocID="{81E317F9-B887-4AF5-96D4-93655DF0C712}" presName="Name17" presStyleLbl="parChTrans1D3" presStyleIdx="0" presStyleCnt="3"/>
      <dgm:spPr/>
    </dgm:pt>
    <dgm:pt modelId="{6DFC593D-FBC3-40B1-AAFB-07260B133F12}" type="pres">
      <dgm:prSet presAssocID="{BEC46566-22DD-4EA9-9CD4-56341FA5ABAE}" presName="hierRoot3" presStyleCnt="0"/>
      <dgm:spPr/>
    </dgm:pt>
    <dgm:pt modelId="{71BFED16-6B1B-4338-B735-42040DF23E55}" type="pres">
      <dgm:prSet presAssocID="{BEC46566-22DD-4EA9-9CD4-56341FA5ABAE}" presName="composite3" presStyleCnt="0"/>
      <dgm:spPr/>
    </dgm:pt>
    <dgm:pt modelId="{617E8A56-7C0E-49A9-948F-D7ECCB773694}" type="pres">
      <dgm:prSet presAssocID="{BEC46566-22DD-4EA9-9CD4-56341FA5ABAE}" presName="background3" presStyleLbl="node3" presStyleIdx="0" presStyleCnt="3"/>
      <dgm:spPr/>
    </dgm:pt>
    <dgm:pt modelId="{5CFF16FB-CF59-4CC8-B1EB-420ED7DF3968}" type="pres">
      <dgm:prSet presAssocID="{BEC46566-22DD-4EA9-9CD4-56341FA5ABAE}" presName="text3" presStyleLbl="fgAcc3" presStyleIdx="0" presStyleCnt="3">
        <dgm:presLayoutVars>
          <dgm:chPref val="3"/>
        </dgm:presLayoutVars>
      </dgm:prSet>
      <dgm:spPr/>
    </dgm:pt>
    <dgm:pt modelId="{70478C63-36D9-4759-A4E0-7CD719F6DA79}" type="pres">
      <dgm:prSet presAssocID="{BEC46566-22DD-4EA9-9CD4-56341FA5ABAE}" presName="hierChild4" presStyleCnt="0"/>
      <dgm:spPr/>
    </dgm:pt>
    <dgm:pt modelId="{FEA37EC7-5922-478F-8603-6B086B29E33F}" type="pres">
      <dgm:prSet presAssocID="{85BF5CD3-78A7-4DAE-85EC-D9F2876CB753}" presName="Name17" presStyleLbl="parChTrans1D3" presStyleIdx="1" presStyleCnt="3"/>
      <dgm:spPr/>
    </dgm:pt>
    <dgm:pt modelId="{D335E8B1-02AD-4C72-A411-2DBAD54CFDD4}" type="pres">
      <dgm:prSet presAssocID="{F694DAA3-BA09-42F0-ADE0-6DF6CB702CB2}" presName="hierRoot3" presStyleCnt="0"/>
      <dgm:spPr/>
    </dgm:pt>
    <dgm:pt modelId="{87A91BFD-0C68-4B5E-879C-E675195CEC21}" type="pres">
      <dgm:prSet presAssocID="{F694DAA3-BA09-42F0-ADE0-6DF6CB702CB2}" presName="composite3" presStyleCnt="0"/>
      <dgm:spPr/>
    </dgm:pt>
    <dgm:pt modelId="{9A28CECA-8C47-40D2-AEE1-242E5FD60DDE}" type="pres">
      <dgm:prSet presAssocID="{F694DAA3-BA09-42F0-ADE0-6DF6CB702CB2}" presName="background3" presStyleLbl="node3" presStyleIdx="1" presStyleCnt="3"/>
      <dgm:spPr/>
    </dgm:pt>
    <dgm:pt modelId="{D5CE3B8B-FE33-47A6-89FF-96398F9BD1F4}" type="pres">
      <dgm:prSet presAssocID="{F694DAA3-BA09-42F0-ADE0-6DF6CB702CB2}" presName="text3" presStyleLbl="fgAcc3" presStyleIdx="1" presStyleCnt="3" custLinFactNeighborX="-4030" custLinFactNeighborY="20">
        <dgm:presLayoutVars>
          <dgm:chPref val="3"/>
        </dgm:presLayoutVars>
      </dgm:prSet>
      <dgm:spPr/>
    </dgm:pt>
    <dgm:pt modelId="{F54BBB4C-8227-4AAC-A7A8-5473CDE3F299}" type="pres">
      <dgm:prSet presAssocID="{F694DAA3-BA09-42F0-ADE0-6DF6CB702CB2}" presName="hierChild4" presStyleCnt="0"/>
      <dgm:spPr/>
    </dgm:pt>
    <dgm:pt modelId="{7AB20055-3AF0-4394-91F2-BF5BDA8B056E}" type="pres">
      <dgm:prSet presAssocID="{F25019CF-E8E1-43DB-B561-1F0779EA2A55}" presName="Name10" presStyleLbl="parChTrans1D2" presStyleIdx="1" presStyleCnt="2"/>
      <dgm:spPr/>
    </dgm:pt>
    <dgm:pt modelId="{6CDDBDA3-8A94-4211-B693-D78804DCCA29}" type="pres">
      <dgm:prSet presAssocID="{F2866E53-A8F1-4295-A7C9-11D6BAE1A15B}" presName="hierRoot2" presStyleCnt="0"/>
      <dgm:spPr/>
    </dgm:pt>
    <dgm:pt modelId="{C9682EB9-8080-4861-B19F-856DC94D0998}" type="pres">
      <dgm:prSet presAssocID="{F2866E53-A8F1-4295-A7C9-11D6BAE1A15B}" presName="composite2" presStyleCnt="0"/>
      <dgm:spPr/>
    </dgm:pt>
    <dgm:pt modelId="{97CA36DD-E314-4FA5-B864-766C6C21ADBD}" type="pres">
      <dgm:prSet presAssocID="{F2866E53-A8F1-4295-A7C9-11D6BAE1A15B}" presName="background2" presStyleLbl="node2" presStyleIdx="1" presStyleCnt="2"/>
      <dgm:spPr/>
    </dgm:pt>
    <dgm:pt modelId="{278A2145-4381-46D9-AF8C-CB9462D806C8}" type="pres">
      <dgm:prSet presAssocID="{F2866E53-A8F1-4295-A7C9-11D6BAE1A15B}" presName="text2" presStyleLbl="fgAcc2" presStyleIdx="1" presStyleCnt="2">
        <dgm:presLayoutVars>
          <dgm:chPref val="3"/>
        </dgm:presLayoutVars>
      </dgm:prSet>
      <dgm:spPr/>
    </dgm:pt>
    <dgm:pt modelId="{E1BF71D5-977A-4F92-9BCE-9AAEA6556618}" type="pres">
      <dgm:prSet presAssocID="{F2866E53-A8F1-4295-A7C9-11D6BAE1A15B}" presName="hierChild3" presStyleCnt="0"/>
      <dgm:spPr/>
    </dgm:pt>
    <dgm:pt modelId="{02988716-A7AE-45D6-9A69-2CF3CDA73D8F}" type="pres">
      <dgm:prSet presAssocID="{F611F092-C087-4F54-904A-2B589AFA380B}" presName="Name17" presStyleLbl="parChTrans1D3" presStyleIdx="2" presStyleCnt="3"/>
      <dgm:spPr/>
    </dgm:pt>
    <dgm:pt modelId="{B9493A66-01C8-46CB-8F45-6A314E717CB4}" type="pres">
      <dgm:prSet presAssocID="{4E8DE999-BA56-43EF-B90B-DAC92BA03AC1}" presName="hierRoot3" presStyleCnt="0"/>
      <dgm:spPr/>
    </dgm:pt>
    <dgm:pt modelId="{34755828-69FA-44F5-9DF7-E7A009B02573}" type="pres">
      <dgm:prSet presAssocID="{4E8DE999-BA56-43EF-B90B-DAC92BA03AC1}" presName="composite3" presStyleCnt="0"/>
      <dgm:spPr/>
    </dgm:pt>
    <dgm:pt modelId="{3A3C8152-CC57-4FC6-8C3D-B62D348B8855}" type="pres">
      <dgm:prSet presAssocID="{4E8DE999-BA56-43EF-B90B-DAC92BA03AC1}" presName="background3" presStyleLbl="node3" presStyleIdx="2" presStyleCnt="3"/>
      <dgm:spPr/>
    </dgm:pt>
    <dgm:pt modelId="{19C7024B-D2C9-45B6-BBC0-506E28850B4D}" type="pres">
      <dgm:prSet presAssocID="{4E8DE999-BA56-43EF-B90B-DAC92BA03AC1}" presName="text3" presStyleLbl="fgAcc3" presStyleIdx="2" presStyleCnt="3">
        <dgm:presLayoutVars>
          <dgm:chPref val="3"/>
        </dgm:presLayoutVars>
      </dgm:prSet>
      <dgm:spPr/>
    </dgm:pt>
    <dgm:pt modelId="{304EED8B-A186-40AC-B76C-57AE3E058FD3}" type="pres">
      <dgm:prSet presAssocID="{4E8DE999-BA56-43EF-B90B-DAC92BA03AC1}" presName="hierChild4" presStyleCnt="0"/>
      <dgm:spPr/>
    </dgm:pt>
  </dgm:ptLst>
  <dgm:cxnLst>
    <dgm:cxn modelId="{A6236809-0029-4BCF-9A6E-980B939EA0B2}" type="presOf" srcId="{81E317F9-B887-4AF5-96D4-93655DF0C712}" destId="{17092FB6-0FBD-4A81-9BD1-856D19802869}" srcOrd="0" destOrd="0" presId="urn:microsoft.com/office/officeart/2005/8/layout/hierarchy1"/>
    <dgm:cxn modelId="{12AC8213-141E-4CE1-8030-36ABFB93DBAC}" type="presOf" srcId="{F25019CF-E8E1-43DB-B561-1F0779EA2A55}" destId="{7AB20055-3AF0-4394-91F2-BF5BDA8B056E}" srcOrd="0" destOrd="0" presId="urn:microsoft.com/office/officeart/2005/8/layout/hierarchy1"/>
    <dgm:cxn modelId="{50F40C1B-C165-4404-AC67-98348C2077BD}" srcId="{F2866E53-A8F1-4295-A7C9-11D6BAE1A15B}" destId="{4E8DE999-BA56-43EF-B90B-DAC92BA03AC1}" srcOrd="0" destOrd="0" parTransId="{F611F092-C087-4F54-904A-2B589AFA380B}" sibTransId="{CBD78024-D3B4-4C3E-A64F-542C2FB78C87}"/>
    <dgm:cxn modelId="{1A1D3D30-0C5A-4274-B319-6363949D7F44}" type="presOf" srcId="{BEC46566-22DD-4EA9-9CD4-56341FA5ABAE}" destId="{5CFF16FB-CF59-4CC8-B1EB-420ED7DF3968}" srcOrd="0" destOrd="0" presId="urn:microsoft.com/office/officeart/2005/8/layout/hierarchy1"/>
    <dgm:cxn modelId="{EF63AF43-6084-4A53-8D1B-917223997BF2}" type="presOf" srcId="{F694DAA3-BA09-42F0-ADE0-6DF6CB702CB2}" destId="{D5CE3B8B-FE33-47A6-89FF-96398F9BD1F4}" srcOrd="0" destOrd="0" presId="urn:microsoft.com/office/officeart/2005/8/layout/hierarchy1"/>
    <dgm:cxn modelId="{283BA847-8920-43DB-834E-13DC0FADA2F0}" srcId="{1599EBE9-727F-4A7D-BCD3-4DC9B0E1A1A9}" destId="{BF72E386-9E9A-4CA6-A541-F8235BA8CB64}" srcOrd="0" destOrd="0" parTransId="{A127449D-E7E4-43CB-A888-C2D9AD84FB4F}" sibTransId="{C639ABBA-AA21-45A8-A078-0C929D839ADD}"/>
    <dgm:cxn modelId="{3231F267-E859-4B2F-8DF7-56DC49FBC059}" type="presOf" srcId="{F611F092-C087-4F54-904A-2B589AFA380B}" destId="{02988716-A7AE-45D6-9A69-2CF3CDA73D8F}" srcOrd="0" destOrd="0" presId="urn:microsoft.com/office/officeart/2005/8/layout/hierarchy1"/>
    <dgm:cxn modelId="{DB25996E-2F92-4AD4-9306-01D52101D29D}" type="presOf" srcId="{1599EBE9-727F-4A7D-BCD3-4DC9B0E1A1A9}" destId="{59C3FB82-F989-4DA1-ACB5-8D68525CAAB7}" srcOrd="0" destOrd="0" presId="urn:microsoft.com/office/officeart/2005/8/layout/hierarchy1"/>
    <dgm:cxn modelId="{0603D152-6DBD-49EF-80EA-C3507A2086E9}" srcId="{BF72E386-9E9A-4CA6-A541-F8235BA8CB64}" destId="{BEC46566-22DD-4EA9-9CD4-56341FA5ABAE}" srcOrd="0" destOrd="0" parTransId="{81E317F9-B887-4AF5-96D4-93655DF0C712}" sibTransId="{F2497C60-98DE-4BED-A646-796365D907D8}"/>
    <dgm:cxn modelId="{D1163874-B231-469E-991E-28F250625100}" type="presOf" srcId="{BF72E386-9E9A-4CA6-A541-F8235BA8CB64}" destId="{70F258CC-3D7B-4C41-BF94-F7E93525299D}" srcOrd="0" destOrd="0" presId="urn:microsoft.com/office/officeart/2005/8/layout/hierarchy1"/>
    <dgm:cxn modelId="{9C0AEA74-21D1-423A-A034-F8E290FAD11A}" srcId="{1599EBE9-727F-4A7D-BCD3-4DC9B0E1A1A9}" destId="{F2866E53-A8F1-4295-A7C9-11D6BAE1A15B}" srcOrd="1" destOrd="0" parTransId="{F25019CF-E8E1-43DB-B561-1F0779EA2A55}" sibTransId="{740E2B32-B4AE-4E4B-AB1D-32FE7214F478}"/>
    <dgm:cxn modelId="{B8C34B7A-EBDE-42CA-91AA-86F3246BF7BB}" srcId="{BF72E386-9E9A-4CA6-A541-F8235BA8CB64}" destId="{F694DAA3-BA09-42F0-ADE0-6DF6CB702CB2}" srcOrd="1" destOrd="0" parTransId="{85BF5CD3-78A7-4DAE-85EC-D9F2876CB753}" sibTransId="{4E4875A6-1933-4CD8-8AB2-12468B3DDA5F}"/>
    <dgm:cxn modelId="{06359A5A-CDCD-4342-9456-E53A8028C611}" type="presOf" srcId="{A127449D-E7E4-43CB-A888-C2D9AD84FB4F}" destId="{E48BF0DD-B29D-49D3-B8B4-A3785DD44954}" srcOrd="0" destOrd="0" presId="urn:microsoft.com/office/officeart/2005/8/layout/hierarchy1"/>
    <dgm:cxn modelId="{B1C76483-2E34-4777-A9C3-0B328CEA85A9}" type="presOf" srcId="{85BF5CD3-78A7-4DAE-85EC-D9F2876CB753}" destId="{FEA37EC7-5922-478F-8603-6B086B29E33F}" srcOrd="0" destOrd="0" presId="urn:microsoft.com/office/officeart/2005/8/layout/hierarchy1"/>
    <dgm:cxn modelId="{7E96968C-A337-4FA5-8D35-B8903797580C}" type="presOf" srcId="{7D419F03-C5BB-48D5-9ACF-54B1312A810D}" destId="{23FAFE9D-2265-404E-A228-487D7D365EEE}" srcOrd="0" destOrd="0" presId="urn:microsoft.com/office/officeart/2005/8/layout/hierarchy1"/>
    <dgm:cxn modelId="{A6389495-24B2-4C66-B7F3-70C6BE49E027}" type="presOf" srcId="{4E8DE999-BA56-43EF-B90B-DAC92BA03AC1}" destId="{19C7024B-D2C9-45B6-BBC0-506E28850B4D}" srcOrd="0" destOrd="0" presId="urn:microsoft.com/office/officeart/2005/8/layout/hierarchy1"/>
    <dgm:cxn modelId="{18859ED7-63F0-4622-91A6-E3CBDBC41438}" srcId="{7D419F03-C5BB-48D5-9ACF-54B1312A810D}" destId="{1599EBE9-727F-4A7D-BCD3-4DC9B0E1A1A9}" srcOrd="0" destOrd="0" parTransId="{DF5DADF4-8002-4E4E-A6AC-50844FF27103}" sibTransId="{B7324323-148F-4E68-8AD4-850CB7DEF202}"/>
    <dgm:cxn modelId="{3DC9D0EB-689E-48A7-856B-015E3E3A5BE0}" type="presOf" srcId="{F2866E53-A8F1-4295-A7C9-11D6BAE1A15B}" destId="{278A2145-4381-46D9-AF8C-CB9462D806C8}" srcOrd="0" destOrd="0" presId="urn:microsoft.com/office/officeart/2005/8/layout/hierarchy1"/>
    <dgm:cxn modelId="{21918EFE-A146-4010-8880-D6FEE3B32FDC}" type="presParOf" srcId="{23FAFE9D-2265-404E-A228-487D7D365EEE}" destId="{9EC1FCC4-05CB-4438-98A9-B3234515D4AF}" srcOrd="0" destOrd="0" presId="urn:microsoft.com/office/officeart/2005/8/layout/hierarchy1"/>
    <dgm:cxn modelId="{018A3143-9E6A-4170-B420-BE8E63E640C4}" type="presParOf" srcId="{9EC1FCC4-05CB-4438-98A9-B3234515D4AF}" destId="{9C531F3E-486E-4911-9048-081D158FB727}" srcOrd="0" destOrd="0" presId="urn:microsoft.com/office/officeart/2005/8/layout/hierarchy1"/>
    <dgm:cxn modelId="{D29B8934-C896-4691-B3C4-E476E2AB40CB}" type="presParOf" srcId="{9C531F3E-486E-4911-9048-081D158FB727}" destId="{33CF3E9A-2878-47A1-8426-623D38970524}" srcOrd="0" destOrd="0" presId="urn:microsoft.com/office/officeart/2005/8/layout/hierarchy1"/>
    <dgm:cxn modelId="{26862AFC-36C7-49C0-92BD-F66E13C74CD1}" type="presParOf" srcId="{9C531F3E-486E-4911-9048-081D158FB727}" destId="{59C3FB82-F989-4DA1-ACB5-8D68525CAAB7}" srcOrd="1" destOrd="0" presId="urn:microsoft.com/office/officeart/2005/8/layout/hierarchy1"/>
    <dgm:cxn modelId="{F9911072-C081-4787-B795-786A32F90F51}" type="presParOf" srcId="{9EC1FCC4-05CB-4438-98A9-B3234515D4AF}" destId="{2B936E76-885D-493D-95B8-DC637163C22C}" srcOrd="1" destOrd="0" presId="urn:microsoft.com/office/officeart/2005/8/layout/hierarchy1"/>
    <dgm:cxn modelId="{D136F6A6-532F-4D4B-9F7B-0B6EBF0904A8}" type="presParOf" srcId="{2B936E76-885D-493D-95B8-DC637163C22C}" destId="{E48BF0DD-B29D-49D3-B8B4-A3785DD44954}" srcOrd="0" destOrd="0" presId="urn:microsoft.com/office/officeart/2005/8/layout/hierarchy1"/>
    <dgm:cxn modelId="{33B3845F-54EA-43F5-BA20-662CE780CD75}" type="presParOf" srcId="{2B936E76-885D-493D-95B8-DC637163C22C}" destId="{E01F5AAA-0089-4627-839D-A0B93EE2F9AF}" srcOrd="1" destOrd="0" presId="urn:microsoft.com/office/officeart/2005/8/layout/hierarchy1"/>
    <dgm:cxn modelId="{345933D4-C73D-4899-BC87-8D097A2E6B9C}" type="presParOf" srcId="{E01F5AAA-0089-4627-839D-A0B93EE2F9AF}" destId="{8DB6250F-B02D-4858-BF5B-E75E86524F4F}" srcOrd="0" destOrd="0" presId="urn:microsoft.com/office/officeart/2005/8/layout/hierarchy1"/>
    <dgm:cxn modelId="{F1C8F2C0-D22E-4F7B-AB3D-DC5696508225}" type="presParOf" srcId="{8DB6250F-B02D-4858-BF5B-E75E86524F4F}" destId="{90EDCD2A-09D7-4764-960D-B4D5E200A029}" srcOrd="0" destOrd="0" presId="urn:microsoft.com/office/officeart/2005/8/layout/hierarchy1"/>
    <dgm:cxn modelId="{03511C0F-520E-4648-AB60-E79301D7A7F8}" type="presParOf" srcId="{8DB6250F-B02D-4858-BF5B-E75E86524F4F}" destId="{70F258CC-3D7B-4C41-BF94-F7E93525299D}" srcOrd="1" destOrd="0" presId="urn:microsoft.com/office/officeart/2005/8/layout/hierarchy1"/>
    <dgm:cxn modelId="{599911C2-5306-4D3F-8770-74210BF4328D}" type="presParOf" srcId="{E01F5AAA-0089-4627-839D-A0B93EE2F9AF}" destId="{E82B0AC1-CE5F-4AF3-8A11-37DC641AC44D}" srcOrd="1" destOrd="0" presId="urn:microsoft.com/office/officeart/2005/8/layout/hierarchy1"/>
    <dgm:cxn modelId="{28D2DA23-DF55-48C7-9800-8C96532AE5E2}" type="presParOf" srcId="{E82B0AC1-CE5F-4AF3-8A11-37DC641AC44D}" destId="{17092FB6-0FBD-4A81-9BD1-856D19802869}" srcOrd="0" destOrd="0" presId="urn:microsoft.com/office/officeart/2005/8/layout/hierarchy1"/>
    <dgm:cxn modelId="{ADBAB369-86A6-4603-A192-32E43212876F}" type="presParOf" srcId="{E82B0AC1-CE5F-4AF3-8A11-37DC641AC44D}" destId="{6DFC593D-FBC3-40B1-AAFB-07260B133F12}" srcOrd="1" destOrd="0" presId="urn:microsoft.com/office/officeart/2005/8/layout/hierarchy1"/>
    <dgm:cxn modelId="{6628078F-08FE-453B-A8D1-7B3F7B2E7608}" type="presParOf" srcId="{6DFC593D-FBC3-40B1-AAFB-07260B133F12}" destId="{71BFED16-6B1B-4338-B735-42040DF23E55}" srcOrd="0" destOrd="0" presId="urn:microsoft.com/office/officeart/2005/8/layout/hierarchy1"/>
    <dgm:cxn modelId="{774F6CDA-E014-4979-8542-56440D712B0A}" type="presParOf" srcId="{71BFED16-6B1B-4338-B735-42040DF23E55}" destId="{617E8A56-7C0E-49A9-948F-D7ECCB773694}" srcOrd="0" destOrd="0" presId="urn:microsoft.com/office/officeart/2005/8/layout/hierarchy1"/>
    <dgm:cxn modelId="{6BD3E037-902A-4233-B542-114C90049815}" type="presParOf" srcId="{71BFED16-6B1B-4338-B735-42040DF23E55}" destId="{5CFF16FB-CF59-4CC8-B1EB-420ED7DF3968}" srcOrd="1" destOrd="0" presId="urn:microsoft.com/office/officeart/2005/8/layout/hierarchy1"/>
    <dgm:cxn modelId="{44B22BA1-1B8A-4003-A5C4-762895973242}" type="presParOf" srcId="{6DFC593D-FBC3-40B1-AAFB-07260B133F12}" destId="{70478C63-36D9-4759-A4E0-7CD719F6DA79}" srcOrd="1" destOrd="0" presId="urn:microsoft.com/office/officeart/2005/8/layout/hierarchy1"/>
    <dgm:cxn modelId="{D4062768-54A9-4968-9D15-2A0CCC6C9795}" type="presParOf" srcId="{E82B0AC1-CE5F-4AF3-8A11-37DC641AC44D}" destId="{FEA37EC7-5922-478F-8603-6B086B29E33F}" srcOrd="2" destOrd="0" presId="urn:microsoft.com/office/officeart/2005/8/layout/hierarchy1"/>
    <dgm:cxn modelId="{D2989B43-65B5-444B-910F-B85345FB6E0D}" type="presParOf" srcId="{E82B0AC1-CE5F-4AF3-8A11-37DC641AC44D}" destId="{D335E8B1-02AD-4C72-A411-2DBAD54CFDD4}" srcOrd="3" destOrd="0" presId="urn:microsoft.com/office/officeart/2005/8/layout/hierarchy1"/>
    <dgm:cxn modelId="{40D947BF-9886-4794-BD59-189207011266}" type="presParOf" srcId="{D335E8B1-02AD-4C72-A411-2DBAD54CFDD4}" destId="{87A91BFD-0C68-4B5E-879C-E675195CEC21}" srcOrd="0" destOrd="0" presId="urn:microsoft.com/office/officeart/2005/8/layout/hierarchy1"/>
    <dgm:cxn modelId="{58008341-A10B-4322-81BD-2D3B3003B86F}" type="presParOf" srcId="{87A91BFD-0C68-4B5E-879C-E675195CEC21}" destId="{9A28CECA-8C47-40D2-AEE1-242E5FD60DDE}" srcOrd="0" destOrd="0" presId="urn:microsoft.com/office/officeart/2005/8/layout/hierarchy1"/>
    <dgm:cxn modelId="{AE9B5DE9-669B-4D06-9847-6D08ECAEB102}" type="presParOf" srcId="{87A91BFD-0C68-4B5E-879C-E675195CEC21}" destId="{D5CE3B8B-FE33-47A6-89FF-96398F9BD1F4}" srcOrd="1" destOrd="0" presId="urn:microsoft.com/office/officeart/2005/8/layout/hierarchy1"/>
    <dgm:cxn modelId="{B4BEF2ED-987F-4A3D-83C5-56FFFDD175E2}" type="presParOf" srcId="{D335E8B1-02AD-4C72-A411-2DBAD54CFDD4}" destId="{F54BBB4C-8227-4AAC-A7A8-5473CDE3F299}" srcOrd="1" destOrd="0" presId="urn:microsoft.com/office/officeart/2005/8/layout/hierarchy1"/>
    <dgm:cxn modelId="{65FABB88-6FE9-4484-98EF-E0832B0DBAE4}" type="presParOf" srcId="{2B936E76-885D-493D-95B8-DC637163C22C}" destId="{7AB20055-3AF0-4394-91F2-BF5BDA8B056E}" srcOrd="2" destOrd="0" presId="urn:microsoft.com/office/officeart/2005/8/layout/hierarchy1"/>
    <dgm:cxn modelId="{5A3D7F54-9F01-4284-9C6E-220E9E277510}" type="presParOf" srcId="{2B936E76-885D-493D-95B8-DC637163C22C}" destId="{6CDDBDA3-8A94-4211-B693-D78804DCCA29}" srcOrd="3" destOrd="0" presId="urn:microsoft.com/office/officeart/2005/8/layout/hierarchy1"/>
    <dgm:cxn modelId="{76928ED4-D9AD-43A4-B1AE-262AB5A67885}" type="presParOf" srcId="{6CDDBDA3-8A94-4211-B693-D78804DCCA29}" destId="{C9682EB9-8080-4861-B19F-856DC94D0998}" srcOrd="0" destOrd="0" presId="urn:microsoft.com/office/officeart/2005/8/layout/hierarchy1"/>
    <dgm:cxn modelId="{11CCEAF6-63D1-4A0E-8891-7FF24B37BAEC}" type="presParOf" srcId="{C9682EB9-8080-4861-B19F-856DC94D0998}" destId="{97CA36DD-E314-4FA5-B864-766C6C21ADBD}" srcOrd="0" destOrd="0" presId="urn:microsoft.com/office/officeart/2005/8/layout/hierarchy1"/>
    <dgm:cxn modelId="{5358863B-41E4-4836-A0C2-6350E9DACEB4}" type="presParOf" srcId="{C9682EB9-8080-4861-B19F-856DC94D0998}" destId="{278A2145-4381-46D9-AF8C-CB9462D806C8}" srcOrd="1" destOrd="0" presId="urn:microsoft.com/office/officeart/2005/8/layout/hierarchy1"/>
    <dgm:cxn modelId="{D73C3F08-9DED-47B2-8327-14D1BDD04ADC}" type="presParOf" srcId="{6CDDBDA3-8A94-4211-B693-D78804DCCA29}" destId="{E1BF71D5-977A-4F92-9BCE-9AAEA6556618}" srcOrd="1" destOrd="0" presId="urn:microsoft.com/office/officeart/2005/8/layout/hierarchy1"/>
    <dgm:cxn modelId="{B2EF6029-BAFD-4724-BE8A-423741898C96}" type="presParOf" srcId="{E1BF71D5-977A-4F92-9BCE-9AAEA6556618}" destId="{02988716-A7AE-45D6-9A69-2CF3CDA73D8F}" srcOrd="0" destOrd="0" presId="urn:microsoft.com/office/officeart/2005/8/layout/hierarchy1"/>
    <dgm:cxn modelId="{C4FD52AF-1A30-4516-8E2D-3FC056AB3405}" type="presParOf" srcId="{E1BF71D5-977A-4F92-9BCE-9AAEA6556618}" destId="{B9493A66-01C8-46CB-8F45-6A314E717CB4}" srcOrd="1" destOrd="0" presId="urn:microsoft.com/office/officeart/2005/8/layout/hierarchy1"/>
    <dgm:cxn modelId="{B0862379-0DFC-4724-A436-AC136BE77259}" type="presParOf" srcId="{B9493A66-01C8-46CB-8F45-6A314E717CB4}" destId="{34755828-69FA-44F5-9DF7-E7A009B02573}" srcOrd="0" destOrd="0" presId="urn:microsoft.com/office/officeart/2005/8/layout/hierarchy1"/>
    <dgm:cxn modelId="{1A95D94B-28E6-4D94-8A4E-59B8C097C984}" type="presParOf" srcId="{34755828-69FA-44F5-9DF7-E7A009B02573}" destId="{3A3C8152-CC57-4FC6-8C3D-B62D348B8855}" srcOrd="0" destOrd="0" presId="urn:microsoft.com/office/officeart/2005/8/layout/hierarchy1"/>
    <dgm:cxn modelId="{20A065B3-9CC6-4891-8F87-E82A6321A228}" type="presParOf" srcId="{34755828-69FA-44F5-9DF7-E7A009B02573}" destId="{19C7024B-D2C9-45B6-BBC0-506E28850B4D}" srcOrd="1" destOrd="0" presId="urn:microsoft.com/office/officeart/2005/8/layout/hierarchy1"/>
    <dgm:cxn modelId="{9D9C77E6-C6DA-4B07-A1CA-70A8015A85E8}" type="presParOf" srcId="{B9493A66-01C8-46CB-8F45-6A314E717CB4}" destId="{304EED8B-A186-40AC-B76C-57AE3E058FD3}"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CAA62E6-DDDB-4842-A6B9-05C834604944}" type="doc">
      <dgm:prSet loTypeId="urn:microsoft.com/office/officeart/2005/8/layout/default" loCatId="list" qsTypeId="urn:microsoft.com/office/officeart/2005/8/quickstyle/3d2" qsCatId="3D" csTypeId="urn:microsoft.com/office/officeart/2005/8/colors/colorful1" csCatId="colorful" phldr="1"/>
      <dgm:spPr/>
      <dgm:t>
        <a:bodyPr/>
        <a:lstStyle/>
        <a:p>
          <a:endParaRPr lang="en-IN"/>
        </a:p>
      </dgm:t>
    </dgm:pt>
    <dgm:pt modelId="{D1A230EF-A2F4-403E-966E-CA5C1D7880CD}">
      <dgm:prSet phldrT="[Text]" phldr="0"/>
      <dgm:spPr/>
      <dgm:t>
        <a:bodyPr/>
        <a:lstStyle/>
        <a:p>
          <a:r>
            <a:rPr lang="en-US" dirty="0"/>
            <a:t>Enter Structured Data Weekly</a:t>
          </a:r>
          <a:endParaRPr lang="en-IN" dirty="0"/>
        </a:p>
      </dgm:t>
    </dgm:pt>
    <dgm:pt modelId="{A61637ED-F0E6-47A5-AC1D-CA13D001531A}" type="parTrans" cxnId="{C21B666C-19D2-4FBE-A796-72364124638D}">
      <dgm:prSet/>
      <dgm:spPr/>
      <dgm:t>
        <a:bodyPr/>
        <a:lstStyle/>
        <a:p>
          <a:endParaRPr lang="en-IN"/>
        </a:p>
      </dgm:t>
    </dgm:pt>
    <dgm:pt modelId="{8E9ED0C8-EBCB-4975-BB98-8C3D2DD92FBC}" type="sibTrans" cxnId="{C21B666C-19D2-4FBE-A796-72364124638D}">
      <dgm:prSet/>
      <dgm:spPr/>
      <dgm:t>
        <a:bodyPr/>
        <a:lstStyle/>
        <a:p>
          <a:endParaRPr lang="en-IN"/>
        </a:p>
      </dgm:t>
    </dgm:pt>
    <dgm:pt modelId="{7B1A1CAC-3725-402F-89CB-EA14AFD5EDFF}">
      <dgm:prSet phldrT="[Text]" phldr="0"/>
      <dgm:spPr/>
      <dgm:t>
        <a:bodyPr/>
        <a:lstStyle/>
        <a:p>
          <a:r>
            <a:rPr lang="en-US" dirty="0"/>
            <a:t>Calculations using Copilot generated formulas</a:t>
          </a:r>
          <a:endParaRPr lang="en-IN" dirty="0"/>
        </a:p>
      </dgm:t>
    </dgm:pt>
    <dgm:pt modelId="{4C2A165F-9B4D-4B79-96CF-5E08272B1457}" type="parTrans" cxnId="{1029F71C-D87B-443B-88C2-65B70269CFD8}">
      <dgm:prSet/>
      <dgm:spPr/>
      <dgm:t>
        <a:bodyPr/>
        <a:lstStyle/>
        <a:p>
          <a:endParaRPr lang="en-IN"/>
        </a:p>
      </dgm:t>
    </dgm:pt>
    <dgm:pt modelId="{EAE4B055-FF60-445B-B234-8B9FAB3C76CB}" type="sibTrans" cxnId="{1029F71C-D87B-443B-88C2-65B70269CFD8}">
      <dgm:prSet/>
      <dgm:spPr/>
      <dgm:t>
        <a:bodyPr/>
        <a:lstStyle/>
        <a:p>
          <a:endParaRPr lang="en-IN"/>
        </a:p>
      </dgm:t>
    </dgm:pt>
    <dgm:pt modelId="{8D793C79-FB29-4C8A-9F79-D18595D21355}">
      <dgm:prSet phldrT="[Text]" phldr="0"/>
      <dgm:spPr/>
      <dgm:t>
        <a:bodyPr/>
        <a:lstStyle/>
        <a:p>
          <a:r>
            <a:rPr lang="en-US" dirty="0"/>
            <a:t>Generate Pivots and Charts</a:t>
          </a:r>
          <a:endParaRPr lang="en-IN" dirty="0"/>
        </a:p>
      </dgm:t>
    </dgm:pt>
    <dgm:pt modelId="{B596AB63-279F-4EA1-B973-90A5D88531CA}" type="parTrans" cxnId="{C2589A97-5735-4A83-B0E4-0A37B230F2B9}">
      <dgm:prSet/>
      <dgm:spPr/>
      <dgm:t>
        <a:bodyPr/>
        <a:lstStyle/>
        <a:p>
          <a:endParaRPr lang="en-IN"/>
        </a:p>
      </dgm:t>
    </dgm:pt>
    <dgm:pt modelId="{E1160FBA-C975-4C22-897E-95432B59BD2E}" type="sibTrans" cxnId="{C2589A97-5735-4A83-B0E4-0A37B230F2B9}">
      <dgm:prSet/>
      <dgm:spPr/>
      <dgm:t>
        <a:bodyPr/>
        <a:lstStyle/>
        <a:p>
          <a:endParaRPr lang="en-IN"/>
        </a:p>
      </dgm:t>
    </dgm:pt>
    <dgm:pt modelId="{B21D2721-E7AF-46A5-BC3A-A6F01B811349}">
      <dgm:prSet phldrT="[Text]" phldr="0"/>
      <dgm:spPr/>
      <dgm:t>
        <a:bodyPr/>
        <a:lstStyle/>
        <a:p>
          <a:r>
            <a:rPr lang="en-US" dirty="0"/>
            <a:t>Automatic Report and Insights</a:t>
          </a:r>
          <a:endParaRPr lang="en-IN" dirty="0"/>
        </a:p>
      </dgm:t>
    </dgm:pt>
    <dgm:pt modelId="{ED2C1DD9-01D8-4539-AB16-E13FAA1C3F94}" type="parTrans" cxnId="{244DB2BD-D29A-47F2-B9D8-ED2C06EF791B}">
      <dgm:prSet/>
      <dgm:spPr/>
      <dgm:t>
        <a:bodyPr/>
        <a:lstStyle/>
        <a:p>
          <a:endParaRPr lang="en-IN"/>
        </a:p>
      </dgm:t>
    </dgm:pt>
    <dgm:pt modelId="{270D8126-4C00-4535-8E7D-AD839088BBC3}" type="sibTrans" cxnId="{244DB2BD-D29A-47F2-B9D8-ED2C06EF791B}">
      <dgm:prSet/>
      <dgm:spPr/>
      <dgm:t>
        <a:bodyPr/>
        <a:lstStyle/>
        <a:p>
          <a:endParaRPr lang="en-IN"/>
        </a:p>
      </dgm:t>
    </dgm:pt>
    <dgm:pt modelId="{FB551914-49BB-46AF-A5B8-1877D689D08D}" type="pres">
      <dgm:prSet presAssocID="{7CAA62E6-DDDB-4842-A6B9-05C834604944}" presName="diagram" presStyleCnt="0">
        <dgm:presLayoutVars>
          <dgm:dir/>
          <dgm:resizeHandles val="exact"/>
        </dgm:presLayoutVars>
      </dgm:prSet>
      <dgm:spPr/>
    </dgm:pt>
    <dgm:pt modelId="{E6E03EA4-2C6E-449A-9938-B3610229375F}" type="pres">
      <dgm:prSet presAssocID="{D1A230EF-A2F4-403E-966E-CA5C1D7880CD}" presName="node" presStyleLbl="node1" presStyleIdx="0" presStyleCnt="4">
        <dgm:presLayoutVars>
          <dgm:bulletEnabled val="1"/>
        </dgm:presLayoutVars>
      </dgm:prSet>
      <dgm:spPr/>
    </dgm:pt>
    <dgm:pt modelId="{F0D44AED-2702-4C39-8686-423B26DBB21A}" type="pres">
      <dgm:prSet presAssocID="{8E9ED0C8-EBCB-4975-BB98-8C3D2DD92FBC}" presName="sibTrans" presStyleCnt="0"/>
      <dgm:spPr/>
    </dgm:pt>
    <dgm:pt modelId="{BAE70BA8-3750-4C69-B489-515E95726752}" type="pres">
      <dgm:prSet presAssocID="{7B1A1CAC-3725-402F-89CB-EA14AFD5EDFF}" presName="node" presStyleLbl="node1" presStyleIdx="1" presStyleCnt="4">
        <dgm:presLayoutVars>
          <dgm:bulletEnabled val="1"/>
        </dgm:presLayoutVars>
      </dgm:prSet>
      <dgm:spPr/>
    </dgm:pt>
    <dgm:pt modelId="{3EB59C8E-7A5A-41FE-A7D3-6FAE079BF37B}" type="pres">
      <dgm:prSet presAssocID="{EAE4B055-FF60-445B-B234-8B9FAB3C76CB}" presName="sibTrans" presStyleCnt="0"/>
      <dgm:spPr/>
    </dgm:pt>
    <dgm:pt modelId="{28B18B3A-9A22-4028-A296-D8421552C7D6}" type="pres">
      <dgm:prSet presAssocID="{8D793C79-FB29-4C8A-9F79-D18595D21355}" presName="node" presStyleLbl="node1" presStyleIdx="2" presStyleCnt="4">
        <dgm:presLayoutVars>
          <dgm:bulletEnabled val="1"/>
        </dgm:presLayoutVars>
      </dgm:prSet>
      <dgm:spPr/>
    </dgm:pt>
    <dgm:pt modelId="{EA8D9401-52CC-4D12-9EAB-6F074416571C}" type="pres">
      <dgm:prSet presAssocID="{E1160FBA-C975-4C22-897E-95432B59BD2E}" presName="sibTrans" presStyleCnt="0"/>
      <dgm:spPr/>
    </dgm:pt>
    <dgm:pt modelId="{43E8AEFA-9175-43A8-AC52-4079387B6CC9}" type="pres">
      <dgm:prSet presAssocID="{B21D2721-E7AF-46A5-BC3A-A6F01B811349}" presName="node" presStyleLbl="node1" presStyleIdx="3" presStyleCnt="4">
        <dgm:presLayoutVars>
          <dgm:bulletEnabled val="1"/>
        </dgm:presLayoutVars>
      </dgm:prSet>
      <dgm:spPr/>
    </dgm:pt>
  </dgm:ptLst>
  <dgm:cxnLst>
    <dgm:cxn modelId="{94748701-C1D0-4317-9123-5DC97559EB9F}" type="presOf" srcId="{7B1A1CAC-3725-402F-89CB-EA14AFD5EDFF}" destId="{BAE70BA8-3750-4C69-B489-515E95726752}" srcOrd="0" destOrd="0" presId="urn:microsoft.com/office/officeart/2005/8/layout/default"/>
    <dgm:cxn modelId="{1029F71C-D87B-443B-88C2-65B70269CFD8}" srcId="{7CAA62E6-DDDB-4842-A6B9-05C834604944}" destId="{7B1A1CAC-3725-402F-89CB-EA14AFD5EDFF}" srcOrd="1" destOrd="0" parTransId="{4C2A165F-9B4D-4B79-96CF-5E08272B1457}" sibTransId="{EAE4B055-FF60-445B-B234-8B9FAB3C76CB}"/>
    <dgm:cxn modelId="{1966633F-465F-4D79-8BAB-FC6147DED2E6}" type="presOf" srcId="{B21D2721-E7AF-46A5-BC3A-A6F01B811349}" destId="{43E8AEFA-9175-43A8-AC52-4079387B6CC9}" srcOrd="0" destOrd="0" presId="urn:microsoft.com/office/officeart/2005/8/layout/default"/>
    <dgm:cxn modelId="{260B4443-0CC2-4039-85E6-CA7FFC64EBB6}" type="presOf" srcId="{D1A230EF-A2F4-403E-966E-CA5C1D7880CD}" destId="{E6E03EA4-2C6E-449A-9938-B3610229375F}" srcOrd="0" destOrd="0" presId="urn:microsoft.com/office/officeart/2005/8/layout/default"/>
    <dgm:cxn modelId="{C21B666C-19D2-4FBE-A796-72364124638D}" srcId="{7CAA62E6-DDDB-4842-A6B9-05C834604944}" destId="{D1A230EF-A2F4-403E-966E-CA5C1D7880CD}" srcOrd="0" destOrd="0" parTransId="{A61637ED-F0E6-47A5-AC1D-CA13D001531A}" sibTransId="{8E9ED0C8-EBCB-4975-BB98-8C3D2DD92FBC}"/>
    <dgm:cxn modelId="{817C1A7D-640C-444C-A246-58AA71A6FC36}" type="presOf" srcId="{7CAA62E6-DDDB-4842-A6B9-05C834604944}" destId="{FB551914-49BB-46AF-A5B8-1877D689D08D}" srcOrd="0" destOrd="0" presId="urn:microsoft.com/office/officeart/2005/8/layout/default"/>
    <dgm:cxn modelId="{C2589A97-5735-4A83-B0E4-0A37B230F2B9}" srcId="{7CAA62E6-DDDB-4842-A6B9-05C834604944}" destId="{8D793C79-FB29-4C8A-9F79-D18595D21355}" srcOrd="2" destOrd="0" parTransId="{B596AB63-279F-4EA1-B973-90A5D88531CA}" sibTransId="{E1160FBA-C975-4C22-897E-95432B59BD2E}"/>
    <dgm:cxn modelId="{244DB2BD-D29A-47F2-B9D8-ED2C06EF791B}" srcId="{7CAA62E6-DDDB-4842-A6B9-05C834604944}" destId="{B21D2721-E7AF-46A5-BC3A-A6F01B811349}" srcOrd="3" destOrd="0" parTransId="{ED2C1DD9-01D8-4539-AB16-E13FAA1C3F94}" sibTransId="{270D8126-4C00-4535-8E7D-AD839088BBC3}"/>
    <dgm:cxn modelId="{FEB5EDDC-8451-4894-BE3B-088A31483B1F}" type="presOf" srcId="{8D793C79-FB29-4C8A-9F79-D18595D21355}" destId="{28B18B3A-9A22-4028-A296-D8421552C7D6}" srcOrd="0" destOrd="0" presId="urn:microsoft.com/office/officeart/2005/8/layout/default"/>
    <dgm:cxn modelId="{7F8E5D33-20AC-47A2-8C37-A170479FB917}" type="presParOf" srcId="{FB551914-49BB-46AF-A5B8-1877D689D08D}" destId="{E6E03EA4-2C6E-449A-9938-B3610229375F}" srcOrd="0" destOrd="0" presId="urn:microsoft.com/office/officeart/2005/8/layout/default"/>
    <dgm:cxn modelId="{0F41E64D-1A72-4D56-A699-C4AAE3C458CA}" type="presParOf" srcId="{FB551914-49BB-46AF-A5B8-1877D689D08D}" destId="{F0D44AED-2702-4C39-8686-423B26DBB21A}" srcOrd="1" destOrd="0" presId="urn:microsoft.com/office/officeart/2005/8/layout/default"/>
    <dgm:cxn modelId="{668B34F9-F84B-40FC-A0B0-3715B2CA00B0}" type="presParOf" srcId="{FB551914-49BB-46AF-A5B8-1877D689D08D}" destId="{BAE70BA8-3750-4C69-B489-515E95726752}" srcOrd="2" destOrd="0" presId="urn:microsoft.com/office/officeart/2005/8/layout/default"/>
    <dgm:cxn modelId="{FA82A4E2-B41A-4EAD-BC88-7C7720A7AF79}" type="presParOf" srcId="{FB551914-49BB-46AF-A5B8-1877D689D08D}" destId="{3EB59C8E-7A5A-41FE-A7D3-6FAE079BF37B}" srcOrd="3" destOrd="0" presId="urn:microsoft.com/office/officeart/2005/8/layout/default"/>
    <dgm:cxn modelId="{6F3A3925-A9C3-45C1-B119-888B6E5CB44A}" type="presParOf" srcId="{FB551914-49BB-46AF-A5B8-1877D689D08D}" destId="{28B18B3A-9A22-4028-A296-D8421552C7D6}" srcOrd="4" destOrd="0" presId="urn:microsoft.com/office/officeart/2005/8/layout/default"/>
    <dgm:cxn modelId="{B80A716B-07DC-43CC-A960-7198735A5469}" type="presParOf" srcId="{FB551914-49BB-46AF-A5B8-1877D689D08D}" destId="{EA8D9401-52CC-4D12-9EAB-6F074416571C}" srcOrd="5" destOrd="0" presId="urn:microsoft.com/office/officeart/2005/8/layout/default"/>
    <dgm:cxn modelId="{2C3FDD0E-BB82-4253-9015-58C762B0C930}" type="presParOf" srcId="{FB551914-49BB-46AF-A5B8-1877D689D08D}" destId="{43E8AEFA-9175-43A8-AC52-4079387B6CC9}"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3A5FA-CA41-407A-A240-710F904645FD}">
      <dsp:nvSpPr>
        <dsp:cNvPr id="0" name=""/>
        <dsp:cNvSpPr/>
      </dsp:nvSpPr>
      <dsp:spPr>
        <a:xfrm>
          <a:off x="0" y="539860"/>
          <a:ext cx="2539999" cy="152400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SzPts val="1000"/>
            <a:buFont typeface="Symbol" panose="05050102010706020507" pitchFamily="18" charset="2"/>
            <a:buNone/>
          </a:pPr>
          <a:r>
            <a:rPr lang="en-IN" sz="3100" kern="1200" dirty="0">
              <a:latin typeface="Arial" panose="020B0604020202020204" pitchFamily="34" charset="0"/>
              <a:ea typeface="Aptos" panose="020B0004020202020204" pitchFamily="34" charset="0"/>
              <a:cs typeface="Arial" panose="020B0604020202020204" pitchFamily="34" charset="0"/>
            </a:rPr>
            <a:t>Analyse data automatically</a:t>
          </a:r>
          <a:endParaRPr lang="en-IN" sz="3100" kern="1200" dirty="0"/>
        </a:p>
      </dsp:txBody>
      <dsp:txXfrm>
        <a:off x="0" y="539860"/>
        <a:ext cx="2539999" cy="1524000"/>
      </dsp:txXfrm>
    </dsp:sp>
    <dsp:sp modelId="{4818BC20-E4AE-4DB7-BA91-08606A1A04C5}">
      <dsp:nvSpPr>
        <dsp:cNvPr id="0" name=""/>
        <dsp:cNvSpPr/>
      </dsp:nvSpPr>
      <dsp:spPr>
        <a:xfrm>
          <a:off x="2794000" y="539860"/>
          <a:ext cx="2539999" cy="152400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SzPts val="1000"/>
            <a:buFont typeface="Symbol" panose="05050102010706020507" pitchFamily="18" charset="2"/>
            <a:buNone/>
          </a:pPr>
          <a:r>
            <a:rPr lang="en-IN" sz="3100" kern="1200" dirty="0">
              <a:latin typeface="Arial" panose="020B0604020202020204" pitchFamily="34" charset="0"/>
              <a:ea typeface="Aptos" panose="020B0004020202020204" pitchFamily="34" charset="0"/>
              <a:cs typeface="Arial" panose="020B0604020202020204" pitchFamily="34" charset="0"/>
            </a:rPr>
            <a:t>Generate summaries</a:t>
          </a:r>
          <a:endParaRPr lang="en-IN" sz="3100" kern="1200" dirty="0"/>
        </a:p>
      </dsp:txBody>
      <dsp:txXfrm>
        <a:off x="2794000" y="539860"/>
        <a:ext cx="2539999" cy="1524000"/>
      </dsp:txXfrm>
    </dsp:sp>
    <dsp:sp modelId="{D1AC873A-A6EB-4F8E-85C0-D8142C25266A}">
      <dsp:nvSpPr>
        <dsp:cNvPr id="0" name=""/>
        <dsp:cNvSpPr/>
      </dsp:nvSpPr>
      <dsp:spPr>
        <a:xfrm>
          <a:off x="5587999" y="539860"/>
          <a:ext cx="2539999" cy="152400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SzPts val="1000"/>
            <a:buFont typeface="Symbol" panose="05050102010706020507" pitchFamily="18" charset="2"/>
            <a:buNone/>
          </a:pPr>
          <a:r>
            <a:rPr lang="en-IN" sz="3100" kern="1200" dirty="0">
              <a:latin typeface="Arial" panose="020B0604020202020204" pitchFamily="34" charset="0"/>
              <a:ea typeface="Aptos" panose="020B0004020202020204" pitchFamily="34" charset="0"/>
              <a:cs typeface="Arial" panose="020B0604020202020204" pitchFamily="34" charset="0"/>
            </a:rPr>
            <a:t>Create formulas</a:t>
          </a:r>
          <a:endParaRPr lang="en-IN" sz="3100" kern="1200" dirty="0"/>
        </a:p>
      </dsp:txBody>
      <dsp:txXfrm>
        <a:off x="5587999" y="539860"/>
        <a:ext cx="2539999" cy="1524000"/>
      </dsp:txXfrm>
    </dsp:sp>
    <dsp:sp modelId="{E17F32BA-E1A8-4E46-B834-28D66207E649}">
      <dsp:nvSpPr>
        <dsp:cNvPr id="0" name=""/>
        <dsp:cNvSpPr/>
      </dsp:nvSpPr>
      <dsp:spPr>
        <a:xfrm>
          <a:off x="0" y="2317860"/>
          <a:ext cx="2539999" cy="152400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SzPts val="1000"/>
            <a:buFont typeface="Symbol" panose="05050102010706020507" pitchFamily="18" charset="2"/>
            <a:buNone/>
          </a:pPr>
          <a:r>
            <a:rPr lang="en-IN" sz="3100" kern="1200" dirty="0">
              <a:latin typeface="Arial" panose="020B0604020202020204" pitchFamily="34" charset="0"/>
              <a:ea typeface="Aptos" panose="020B0004020202020204" pitchFamily="34" charset="0"/>
              <a:cs typeface="Arial" panose="020B0604020202020204" pitchFamily="34" charset="0"/>
            </a:rPr>
            <a:t>Analyse Data</a:t>
          </a:r>
          <a:endParaRPr lang="en-IN" sz="3100" kern="1200" dirty="0"/>
        </a:p>
      </dsp:txBody>
      <dsp:txXfrm>
        <a:off x="0" y="2317860"/>
        <a:ext cx="2539999" cy="1524000"/>
      </dsp:txXfrm>
    </dsp:sp>
    <dsp:sp modelId="{F2275D02-C6B6-4162-9F0B-04FEBD1A8EBF}">
      <dsp:nvSpPr>
        <dsp:cNvPr id="0" name=""/>
        <dsp:cNvSpPr/>
      </dsp:nvSpPr>
      <dsp:spPr>
        <a:xfrm>
          <a:off x="2794000" y="2317860"/>
          <a:ext cx="2539999" cy="152400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IN" sz="3100" kern="1200" dirty="0">
              <a:latin typeface="Arial" panose="020B0604020202020204" pitchFamily="34" charset="0"/>
              <a:cs typeface="Arial" panose="020B0604020202020204" pitchFamily="34" charset="0"/>
            </a:rPr>
            <a:t>Create Charts</a:t>
          </a:r>
          <a:endParaRPr lang="en-IN" sz="3100" kern="1200" dirty="0"/>
        </a:p>
      </dsp:txBody>
      <dsp:txXfrm>
        <a:off x="2794000" y="2317860"/>
        <a:ext cx="2539999" cy="1524000"/>
      </dsp:txXfrm>
    </dsp:sp>
    <dsp:sp modelId="{7F280CA5-A8F4-41F0-B1B5-8C08AD8BA234}">
      <dsp:nvSpPr>
        <dsp:cNvPr id="0" name=""/>
        <dsp:cNvSpPr/>
      </dsp:nvSpPr>
      <dsp:spPr>
        <a:xfrm>
          <a:off x="5587999" y="2317860"/>
          <a:ext cx="2539999" cy="152400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Automate Taks</a:t>
          </a:r>
          <a:endParaRPr lang="en-IN" sz="3100" kern="1200" dirty="0"/>
        </a:p>
      </dsp:txBody>
      <dsp:txXfrm>
        <a:off x="5587999" y="2317860"/>
        <a:ext cx="2539999" cy="1524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CB02F5-3C35-465C-8C84-54763932113D}">
      <dsp:nvSpPr>
        <dsp:cNvPr id="0" name=""/>
        <dsp:cNvSpPr/>
      </dsp:nvSpPr>
      <dsp:spPr>
        <a:xfrm>
          <a:off x="0" y="202715"/>
          <a:ext cx="5819273" cy="6804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BB77A2A-A87C-46DB-A9CF-F9071BDDD470}">
      <dsp:nvSpPr>
        <dsp:cNvPr id="0" name=""/>
        <dsp:cNvSpPr/>
      </dsp:nvSpPr>
      <dsp:spPr>
        <a:xfrm>
          <a:off x="290963" y="6230"/>
          <a:ext cx="4073491" cy="7970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3968" tIns="0" rIns="153968" bIns="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Track Attendance</a:t>
          </a:r>
          <a:endParaRPr lang="en-IN" sz="1800" kern="1200" dirty="0">
            <a:latin typeface="Arial" panose="020B0604020202020204" pitchFamily="34" charset="0"/>
            <a:cs typeface="Arial" panose="020B0604020202020204" pitchFamily="34" charset="0"/>
          </a:endParaRPr>
        </a:p>
      </dsp:txBody>
      <dsp:txXfrm>
        <a:off x="329871" y="45138"/>
        <a:ext cx="3995675" cy="719224"/>
      </dsp:txXfrm>
    </dsp:sp>
    <dsp:sp modelId="{9F79EEE7-C5FE-47B7-838C-745B7A92D90B}">
      <dsp:nvSpPr>
        <dsp:cNvPr id="0" name=""/>
        <dsp:cNvSpPr/>
      </dsp:nvSpPr>
      <dsp:spPr>
        <a:xfrm>
          <a:off x="0" y="1629470"/>
          <a:ext cx="5819273" cy="6804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20AC281-B7F4-46F5-88E8-8D8B9A62FA9E}">
      <dsp:nvSpPr>
        <dsp:cNvPr id="0" name=""/>
        <dsp:cNvSpPr/>
      </dsp:nvSpPr>
      <dsp:spPr>
        <a:xfrm>
          <a:off x="290963" y="1230950"/>
          <a:ext cx="4073491" cy="7970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3968" tIns="0" rIns="153968" bIns="0" numCol="1" spcCol="1270" anchor="ctr" anchorCtr="0">
          <a:noAutofit/>
        </a:bodyPr>
        <a:lstStyle/>
        <a:p>
          <a:pPr marL="0" lvl="0" indent="0" algn="l" defTabSz="800100">
            <a:lnSpc>
              <a:spcPct val="90000"/>
            </a:lnSpc>
            <a:spcBef>
              <a:spcPct val="0"/>
            </a:spcBef>
            <a:spcAft>
              <a:spcPct val="35000"/>
            </a:spcAft>
            <a:buNone/>
          </a:pPr>
          <a:r>
            <a:rPr lang="en-US" sz="1800" kern="1200" dirty="0">
              <a:solidFill>
                <a:prstClr val="white"/>
              </a:solidFill>
              <a:latin typeface="Arial" panose="020B0604020202020204" pitchFamily="34" charset="0"/>
              <a:ea typeface="+mn-ea"/>
              <a:cs typeface="Arial" panose="020B0604020202020204" pitchFamily="34" charset="0"/>
            </a:rPr>
            <a:t>Maintain Inventory</a:t>
          </a:r>
          <a:endParaRPr lang="en-IN" sz="1800" kern="1200" dirty="0">
            <a:solidFill>
              <a:prstClr val="white"/>
            </a:solidFill>
            <a:latin typeface="Arial" panose="020B0604020202020204" pitchFamily="34" charset="0"/>
            <a:ea typeface="+mn-ea"/>
            <a:cs typeface="Arial" panose="020B0604020202020204" pitchFamily="34" charset="0"/>
          </a:endParaRPr>
        </a:p>
      </dsp:txBody>
      <dsp:txXfrm>
        <a:off x="329871" y="1269858"/>
        <a:ext cx="3995675" cy="719224"/>
      </dsp:txXfrm>
    </dsp:sp>
    <dsp:sp modelId="{A5AD8C81-CDA6-428F-8DDF-F991F0A2252F}">
      <dsp:nvSpPr>
        <dsp:cNvPr id="0" name=""/>
        <dsp:cNvSpPr/>
      </dsp:nvSpPr>
      <dsp:spPr>
        <a:xfrm>
          <a:off x="0" y="2854191"/>
          <a:ext cx="5819273" cy="6804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F0D43F3-F76A-4599-B118-F6131539F620}">
      <dsp:nvSpPr>
        <dsp:cNvPr id="0" name=""/>
        <dsp:cNvSpPr/>
      </dsp:nvSpPr>
      <dsp:spPr>
        <a:xfrm>
          <a:off x="290963" y="2455671"/>
          <a:ext cx="4073491" cy="7970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3968" tIns="0" rIns="153968" bIns="0" numCol="1" spcCol="1270" anchor="ctr" anchorCtr="0">
          <a:noAutofit/>
        </a:bodyPr>
        <a:lstStyle/>
        <a:p>
          <a:pPr marL="0" lvl="0" indent="0" algn="l" defTabSz="800100">
            <a:lnSpc>
              <a:spcPct val="90000"/>
            </a:lnSpc>
            <a:spcBef>
              <a:spcPct val="0"/>
            </a:spcBef>
            <a:spcAft>
              <a:spcPct val="35000"/>
            </a:spcAft>
            <a:buNone/>
          </a:pPr>
          <a:r>
            <a:rPr lang="en-US" sz="1800" kern="1200" dirty="0">
              <a:solidFill>
                <a:prstClr val="white"/>
              </a:solidFill>
              <a:latin typeface="Arial" panose="020B0604020202020204" pitchFamily="34" charset="0"/>
              <a:ea typeface="+mn-ea"/>
              <a:cs typeface="Arial" panose="020B0604020202020204" pitchFamily="34" charset="0"/>
            </a:rPr>
            <a:t>Monitor Performance</a:t>
          </a:r>
          <a:endParaRPr lang="en-IN" sz="1800" kern="1200" dirty="0">
            <a:solidFill>
              <a:prstClr val="white"/>
            </a:solidFill>
            <a:latin typeface="Arial" panose="020B0604020202020204" pitchFamily="34" charset="0"/>
            <a:ea typeface="+mn-ea"/>
            <a:cs typeface="Arial" panose="020B0604020202020204" pitchFamily="34" charset="0"/>
          </a:endParaRPr>
        </a:p>
      </dsp:txBody>
      <dsp:txXfrm>
        <a:off x="329871" y="2494579"/>
        <a:ext cx="3995675" cy="719224"/>
      </dsp:txXfrm>
    </dsp:sp>
    <dsp:sp modelId="{EB9C446E-9E51-4909-BD8D-59879CD9659D}">
      <dsp:nvSpPr>
        <dsp:cNvPr id="0" name=""/>
        <dsp:cNvSpPr/>
      </dsp:nvSpPr>
      <dsp:spPr>
        <a:xfrm>
          <a:off x="0" y="4078911"/>
          <a:ext cx="5819273" cy="6804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FC4F5BD-375B-46C3-BBD5-433294B98F31}">
      <dsp:nvSpPr>
        <dsp:cNvPr id="0" name=""/>
        <dsp:cNvSpPr/>
      </dsp:nvSpPr>
      <dsp:spPr>
        <a:xfrm>
          <a:off x="265120" y="3968502"/>
          <a:ext cx="4073491" cy="7970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3968" tIns="0" rIns="153968" bIns="0" numCol="1" spcCol="1270" anchor="ctr" anchorCtr="0">
          <a:noAutofit/>
        </a:bodyPr>
        <a:lstStyle/>
        <a:p>
          <a:pPr marL="0" lvl="0" indent="0" algn="l" defTabSz="800100">
            <a:lnSpc>
              <a:spcPct val="90000"/>
            </a:lnSpc>
            <a:spcBef>
              <a:spcPct val="0"/>
            </a:spcBef>
            <a:spcAft>
              <a:spcPct val="35000"/>
            </a:spcAft>
            <a:buNone/>
          </a:pPr>
          <a:r>
            <a:rPr lang="en-US" sz="1800" kern="1200" dirty="0">
              <a:solidFill>
                <a:prstClr val="white"/>
              </a:solidFill>
              <a:latin typeface="Arial" panose="020B0604020202020204" pitchFamily="34" charset="0"/>
              <a:ea typeface="+mn-ea"/>
              <a:cs typeface="Arial" panose="020B0604020202020204" pitchFamily="34" charset="0"/>
            </a:rPr>
            <a:t>Generate Insights</a:t>
          </a:r>
          <a:endParaRPr lang="en-IN" sz="1800" kern="1200" dirty="0">
            <a:solidFill>
              <a:prstClr val="white"/>
            </a:solidFill>
            <a:latin typeface="Arial" panose="020B0604020202020204" pitchFamily="34" charset="0"/>
            <a:ea typeface="+mn-ea"/>
            <a:cs typeface="Arial" panose="020B0604020202020204" pitchFamily="34" charset="0"/>
          </a:endParaRPr>
        </a:p>
      </dsp:txBody>
      <dsp:txXfrm>
        <a:off x="304028" y="4007410"/>
        <a:ext cx="3995675" cy="71922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ACC58E-FEED-4DA8-BE8B-FB3AAC679151}">
      <dsp:nvSpPr>
        <dsp:cNvPr id="0" name=""/>
        <dsp:cNvSpPr/>
      </dsp:nvSpPr>
      <dsp:spPr>
        <a:xfrm>
          <a:off x="3077840" y="1616240"/>
          <a:ext cx="986159" cy="712886"/>
        </a:xfrm>
        <a:custGeom>
          <a:avLst/>
          <a:gdLst/>
          <a:ahLst/>
          <a:cxnLst/>
          <a:rect l="0" t="0" r="0" b="0"/>
          <a:pathLst>
            <a:path>
              <a:moveTo>
                <a:pt x="986159" y="0"/>
              </a:moveTo>
              <a:lnTo>
                <a:pt x="986159" y="712886"/>
              </a:lnTo>
              <a:lnTo>
                <a:pt x="0" y="712886"/>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B4A0908-F310-4746-AA41-B88B2E299AD3}">
      <dsp:nvSpPr>
        <dsp:cNvPr id="0" name=""/>
        <dsp:cNvSpPr/>
      </dsp:nvSpPr>
      <dsp:spPr>
        <a:xfrm>
          <a:off x="4064000" y="1616240"/>
          <a:ext cx="2875309" cy="2186185"/>
        </a:xfrm>
        <a:custGeom>
          <a:avLst/>
          <a:gdLst/>
          <a:ahLst/>
          <a:cxnLst/>
          <a:rect l="0" t="0" r="0" b="0"/>
          <a:pathLst>
            <a:path>
              <a:moveTo>
                <a:pt x="0" y="0"/>
              </a:moveTo>
              <a:lnTo>
                <a:pt x="0" y="1936675"/>
              </a:lnTo>
              <a:lnTo>
                <a:pt x="2875309" y="1936675"/>
              </a:lnTo>
              <a:lnTo>
                <a:pt x="2875309" y="2186185"/>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45C6386-29F6-4238-8C55-153A199D6206}">
      <dsp:nvSpPr>
        <dsp:cNvPr id="0" name=""/>
        <dsp:cNvSpPr/>
      </dsp:nvSpPr>
      <dsp:spPr>
        <a:xfrm>
          <a:off x="4018279" y="1616240"/>
          <a:ext cx="91440" cy="2186185"/>
        </a:xfrm>
        <a:custGeom>
          <a:avLst/>
          <a:gdLst/>
          <a:ahLst/>
          <a:cxnLst/>
          <a:rect l="0" t="0" r="0" b="0"/>
          <a:pathLst>
            <a:path>
              <a:moveTo>
                <a:pt x="45720" y="0"/>
              </a:moveTo>
              <a:lnTo>
                <a:pt x="45720" y="2186185"/>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2F554E-2209-45EF-8EBF-6F8F61D921C4}">
      <dsp:nvSpPr>
        <dsp:cNvPr id="0" name=""/>
        <dsp:cNvSpPr/>
      </dsp:nvSpPr>
      <dsp:spPr>
        <a:xfrm>
          <a:off x="1188690" y="1616240"/>
          <a:ext cx="2875309" cy="2186185"/>
        </a:xfrm>
        <a:custGeom>
          <a:avLst/>
          <a:gdLst/>
          <a:ahLst/>
          <a:cxnLst/>
          <a:rect l="0" t="0" r="0" b="0"/>
          <a:pathLst>
            <a:path>
              <a:moveTo>
                <a:pt x="2875309" y="0"/>
              </a:moveTo>
              <a:lnTo>
                <a:pt x="2875309" y="1936675"/>
              </a:lnTo>
              <a:lnTo>
                <a:pt x="0" y="1936675"/>
              </a:lnTo>
              <a:lnTo>
                <a:pt x="0" y="2186185"/>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91A066-2683-44A3-AC79-EFB5886B5D17}">
      <dsp:nvSpPr>
        <dsp:cNvPr id="0" name=""/>
        <dsp:cNvSpPr/>
      </dsp:nvSpPr>
      <dsp:spPr>
        <a:xfrm>
          <a:off x="3469927" y="428096"/>
          <a:ext cx="1188144" cy="1188144"/>
        </a:xfrm>
        <a:prstGeom prst="arc">
          <a:avLst>
            <a:gd name="adj1" fmla="val 13200000"/>
            <a:gd name="adj2" fmla="val 19200000"/>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AF8A87-05D6-49EC-97B0-424EAF715885}">
      <dsp:nvSpPr>
        <dsp:cNvPr id="0" name=""/>
        <dsp:cNvSpPr/>
      </dsp:nvSpPr>
      <dsp:spPr>
        <a:xfrm>
          <a:off x="3469927" y="428096"/>
          <a:ext cx="1188144" cy="1188144"/>
        </a:xfrm>
        <a:prstGeom prst="arc">
          <a:avLst>
            <a:gd name="adj1" fmla="val 2400000"/>
            <a:gd name="adj2" fmla="val 8400000"/>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DB39EBF-E94A-448D-8221-0C4874C061C0}">
      <dsp:nvSpPr>
        <dsp:cNvPr id="0" name=""/>
        <dsp:cNvSpPr/>
      </dsp:nvSpPr>
      <dsp:spPr>
        <a:xfrm>
          <a:off x="2875855" y="641962"/>
          <a:ext cx="2376289" cy="760412"/>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Performing Repetitive Tasks</a:t>
          </a:r>
          <a:endParaRPr lang="en-IN" sz="2100" kern="1200" dirty="0"/>
        </a:p>
      </dsp:txBody>
      <dsp:txXfrm>
        <a:off x="2875855" y="641962"/>
        <a:ext cx="2376289" cy="760412"/>
      </dsp:txXfrm>
    </dsp:sp>
    <dsp:sp modelId="{367FF37F-19A3-4ED8-924F-E4B77D9DCA57}">
      <dsp:nvSpPr>
        <dsp:cNvPr id="0" name=""/>
        <dsp:cNvSpPr/>
      </dsp:nvSpPr>
      <dsp:spPr>
        <a:xfrm>
          <a:off x="594617" y="3802426"/>
          <a:ext cx="1188144" cy="1188144"/>
        </a:xfrm>
        <a:prstGeom prst="arc">
          <a:avLst>
            <a:gd name="adj1" fmla="val 13200000"/>
            <a:gd name="adj2" fmla="val 19200000"/>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31B4331-A879-44F2-A128-0BF9A398434B}">
      <dsp:nvSpPr>
        <dsp:cNvPr id="0" name=""/>
        <dsp:cNvSpPr/>
      </dsp:nvSpPr>
      <dsp:spPr>
        <a:xfrm>
          <a:off x="594617" y="3802426"/>
          <a:ext cx="1188144" cy="1188144"/>
        </a:xfrm>
        <a:prstGeom prst="arc">
          <a:avLst>
            <a:gd name="adj1" fmla="val 2400000"/>
            <a:gd name="adj2" fmla="val 8400000"/>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E13501-7FFF-4B5B-B8F0-920946AF7F9B}">
      <dsp:nvSpPr>
        <dsp:cNvPr id="0" name=""/>
        <dsp:cNvSpPr/>
      </dsp:nvSpPr>
      <dsp:spPr>
        <a:xfrm>
          <a:off x="545" y="4016292"/>
          <a:ext cx="2376289" cy="760412"/>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Formula Generation using Copilot</a:t>
          </a:r>
          <a:endParaRPr lang="en-IN" sz="2100" kern="1200" dirty="0"/>
        </a:p>
      </dsp:txBody>
      <dsp:txXfrm>
        <a:off x="545" y="4016292"/>
        <a:ext cx="2376289" cy="760412"/>
      </dsp:txXfrm>
    </dsp:sp>
    <dsp:sp modelId="{323078E0-C17B-4EA4-9BEB-D75CDF0A284C}">
      <dsp:nvSpPr>
        <dsp:cNvPr id="0" name=""/>
        <dsp:cNvSpPr/>
      </dsp:nvSpPr>
      <dsp:spPr>
        <a:xfrm>
          <a:off x="3469927" y="3802426"/>
          <a:ext cx="1188144" cy="1188144"/>
        </a:xfrm>
        <a:prstGeom prst="arc">
          <a:avLst>
            <a:gd name="adj1" fmla="val 13200000"/>
            <a:gd name="adj2" fmla="val 19200000"/>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9D9B90B-B26F-42ED-A26C-C171062AE166}">
      <dsp:nvSpPr>
        <dsp:cNvPr id="0" name=""/>
        <dsp:cNvSpPr/>
      </dsp:nvSpPr>
      <dsp:spPr>
        <a:xfrm>
          <a:off x="3469927" y="3802426"/>
          <a:ext cx="1188144" cy="1188144"/>
        </a:xfrm>
        <a:prstGeom prst="arc">
          <a:avLst>
            <a:gd name="adj1" fmla="val 2400000"/>
            <a:gd name="adj2" fmla="val 8400000"/>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52F719B-571E-4832-BE18-9D2DD7FC5BCF}">
      <dsp:nvSpPr>
        <dsp:cNvPr id="0" name=""/>
        <dsp:cNvSpPr/>
      </dsp:nvSpPr>
      <dsp:spPr>
        <a:xfrm>
          <a:off x="2875855" y="4016292"/>
          <a:ext cx="2376289" cy="760412"/>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Auto Summaries with Copilot</a:t>
          </a:r>
          <a:endParaRPr lang="en-IN" sz="2100" kern="1200" dirty="0"/>
        </a:p>
      </dsp:txBody>
      <dsp:txXfrm>
        <a:off x="2875855" y="4016292"/>
        <a:ext cx="2376289" cy="760412"/>
      </dsp:txXfrm>
    </dsp:sp>
    <dsp:sp modelId="{9385D08D-AA15-42AE-9752-7751E59925C3}">
      <dsp:nvSpPr>
        <dsp:cNvPr id="0" name=""/>
        <dsp:cNvSpPr/>
      </dsp:nvSpPr>
      <dsp:spPr>
        <a:xfrm>
          <a:off x="6345237" y="3802426"/>
          <a:ext cx="1188144" cy="1188144"/>
        </a:xfrm>
        <a:prstGeom prst="arc">
          <a:avLst>
            <a:gd name="adj1" fmla="val 13200000"/>
            <a:gd name="adj2" fmla="val 19200000"/>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AC0A0D-3AF9-4725-A5BC-FBC87A1AC923}">
      <dsp:nvSpPr>
        <dsp:cNvPr id="0" name=""/>
        <dsp:cNvSpPr/>
      </dsp:nvSpPr>
      <dsp:spPr>
        <a:xfrm>
          <a:off x="6345237" y="3802426"/>
          <a:ext cx="1188144" cy="1188144"/>
        </a:xfrm>
        <a:prstGeom prst="arc">
          <a:avLst>
            <a:gd name="adj1" fmla="val 2400000"/>
            <a:gd name="adj2" fmla="val 8400000"/>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3ABEF55-638C-4093-83EE-0E34B638FB58}">
      <dsp:nvSpPr>
        <dsp:cNvPr id="0" name=""/>
        <dsp:cNvSpPr/>
      </dsp:nvSpPr>
      <dsp:spPr>
        <a:xfrm>
          <a:off x="5751165" y="4016292"/>
          <a:ext cx="2376289" cy="760412"/>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Data Analysis Prompts</a:t>
          </a:r>
          <a:endParaRPr lang="en-IN" sz="2100" kern="1200" dirty="0"/>
        </a:p>
      </dsp:txBody>
      <dsp:txXfrm>
        <a:off x="5751165" y="4016292"/>
        <a:ext cx="2376289" cy="760412"/>
      </dsp:txXfrm>
    </dsp:sp>
    <dsp:sp modelId="{8D42927F-1B02-4640-9068-7E09B7AAE309}">
      <dsp:nvSpPr>
        <dsp:cNvPr id="0" name=""/>
        <dsp:cNvSpPr/>
      </dsp:nvSpPr>
      <dsp:spPr>
        <a:xfrm>
          <a:off x="2032272" y="2115261"/>
          <a:ext cx="1188144" cy="1188144"/>
        </a:xfrm>
        <a:prstGeom prst="arc">
          <a:avLst>
            <a:gd name="adj1" fmla="val 13200000"/>
            <a:gd name="adj2" fmla="val 19200000"/>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A6FDB8A-E680-4EC3-B795-B4601EE55E62}">
      <dsp:nvSpPr>
        <dsp:cNvPr id="0" name=""/>
        <dsp:cNvSpPr/>
      </dsp:nvSpPr>
      <dsp:spPr>
        <a:xfrm>
          <a:off x="2032272" y="2115261"/>
          <a:ext cx="1188144" cy="1188144"/>
        </a:xfrm>
        <a:prstGeom prst="arc">
          <a:avLst>
            <a:gd name="adj1" fmla="val 2400000"/>
            <a:gd name="adj2" fmla="val 8400000"/>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7B7C67C-6FCA-41CD-B7D5-F388F43E6AF4}">
      <dsp:nvSpPr>
        <dsp:cNvPr id="0" name=""/>
        <dsp:cNvSpPr/>
      </dsp:nvSpPr>
      <dsp:spPr>
        <a:xfrm>
          <a:off x="1438200" y="2329127"/>
          <a:ext cx="2376289" cy="760412"/>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Use of Copilot Suggestions</a:t>
          </a:r>
          <a:endParaRPr lang="en-IN" sz="2100" kern="1200" dirty="0"/>
        </a:p>
      </dsp:txBody>
      <dsp:txXfrm>
        <a:off x="1438200" y="2329127"/>
        <a:ext cx="2376289" cy="76041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988716-A7AE-45D6-9A69-2CF3CDA73D8F}">
      <dsp:nvSpPr>
        <dsp:cNvPr id="0" name=""/>
        <dsp:cNvSpPr/>
      </dsp:nvSpPr>
      <dsp:spPr>
        <a:xfrm>
          <a:off x="6890316" y="3262124"/>
          <a:ext cx="91440" cy="607316"/>
        </a:xfrm>
        <a:custGeom>
          <a:avLst/>
          <a:gdLst/>
          <a:ahLst/>
          <a:cxnLst/>
          <a:rect l="0" t="0" r="0" b="0"/>
          <a:pathLst>
            <a:path>
              <a:moveTo>
                <a:pt x="45720" y="0"/>
              </a:moveTo>
              <a:lnTo>
                <a:pt x="45720" y="607316"/>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AB20055-3AF0-4394-91F2-BF5BDA8B056E}">
      <dsp:nvSpPr>
        <dsp:cNvPr id="0" name=""/>
        <dsp:cNvSpPr/>
      </dsp:nvSpPr>
      <dsp:spPr>
        <a:xfrm>
          <a:off x="5021858" y="1328805"/>
          <a:ext cx="1914177" cy="607316"/>
        </a:xfrm>
        <a:custGeom>
          <a:avLst/>
          <a:gdLst/>
          <a:ahLst/>
          <a:cxnLst/>
          <a:rect l="0" t="0" r="0" b="0"/>
          <a:pathLst>
            <a:path>
              <a:moveTo>
                <a:pt x="0" y="0"/>
              </a:moveTo>
              <a:lnTo>
                <a:pt x="0" y="413868"/>
              </a:lnTo>
              <a:lnTo>
                <a:pt x="1914177" y="413868"/>
              </a:lnTo>
              <a:lnTo>
                <a:pt x="1914177" y="607316"/>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EA37EC7-5922-478F-8603-6B086B29E33F}">
      <dsp:nvSpPr>
        <dsp:cNvPr id="0" name=""/>
        <dsp:cNvSpPr/>
      </dsp:nvSpPr>
      <dsp:spPr>
        <a:xfrm>
          <a:off x="3107681" y="3262124"/>
          <a:ext cx="1191963" cy="607581"/>
        </a:xfrm>
        <a:custGeom>
          <a:avLst/>
          <a:gdLst/>
          <a:ahLst/>
          <a:cxnLst/>
          <a:rect l="0" t="0" r="0" b="0"/>
          <a:pathLst>
            <a:path>
              <a:moveTo>
                <a:pt x="0" y="0"/>
              </a:moveTo>
              <a:lnTo>
                <a:pt x="0" y="414133"/>
              </a:lnTo>
              <a:lnTo>
                <a:pt x="1191963" y="414133"/>
              </a:lnTo>
              <a:lnTo>
                <a:pt x="1191963" y="607581"/>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7092FB6-0FBD-4A81-9BD1-856D19802869}">
      <dsp:nvSpPr>
        <dsp:cNvPr id="0" name=""/>
        <dsp:cNvSpPr/>
      </dsp:nvSpPr>
      <dsp:spPr>
        <a:xfrm>
          <a:off x="1831563" y="3262124"/>
          <a:ext cx="1276118" cy="607316"/>
        </a:xfrm>
        <a:custGeom>
          <a:avLst/>
          <a:gdLst/>
          <a:ahLst/>
          <a:cxnLst/>
          <a:rect l="0" t="0" r="0" b="0"/>
          <a:pathLst>
            <a:path>
              <a:moveTo>
                <a:pt x="1276118" y="0"/>
              </a:moveTo>
              <a:lnTo>
                <a:pt x="1276118" y="413868"/>
              </a:lnTo>
              <a:lnTo>
                <a:pt x="0" y="413868"/>
              </a:lnTo>
              <a:lnTo>
                <a:pt x="0" y="607316"/>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48BF0DD-B29D-49D3-B8B4-A3785DD44954}">
      <dsp:nvSpPr>
        <dsp:cNvPr id="0" name=""/>
        <dsp:cNvSpPr/>
      </dsp:nvSpPr>
      <dsp:spPr>
        <a:xfrm>
          <a:off x="3107681" y="1328805"/>
          <a:ext cx="1914177" cy="607316"/>
        </a:xfrm>
        <a:custGeom>
          <a:avLst/>
          <a:gdLst/>
          <a:ahLst/>
          <a:cxnLst/>
          <a:rect l="0" t="0" r="0" b="0"/>
          <a:pathLst>
            <a:path>
              <a:moveTo>
                <a:pt x="1914177" y="0"/>
              </a:moveTo>
              <a:lnTo>
                <a:pt x="1914177" y="413868"/>
              </a:lnTo>
              <a:lnTo>
                <a:pt x="0" y="413868"/>
              </a:lnTo>
              <a:lnTo>
                <a:pt x="0" y="607316"/>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CF3E9A-2878-47A1-8426-623D38970524}">
      <dsp:nvSpPr>
        <dsp:cNvPr id="0" name=""/>
        <dsp:cNvSpPr/>
      </dsp:nvSpPr>
      <dsp:spPr>
        <a:xfrm>
          <a:off x="3977762" y="2802"/>
          <a:ext cx="2088193" cy="132600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C3FB82-F989-4DA1-ACB5-8D68525CAAB7}">
      <dsp:nvSpPr>
        <dsp:cNvPr id="0" name=""/>
        <dsp:cNvSpPr/>
      </dsp:nvSpPr>
      <dsp:spPr>
        <a:xfrm>
          <a:off x="4209783" y="223223"/>
          <a:ext cx="2088193" cy="132600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Copilot Tasks</a:t>
          </a:r>
          <a:endParaRPr lang="en-IN" sz="1800" kern="1200" dirty="0">
            <a:latin typeface="Arial" panose="020B0604020202020204" pitchFamily="34" charset="0"/>
            <a:cs typeface="Arial" panose="020B0604020202020204" pitchFamily="34" charset="0"/>
          </a:endParaRPr>
        </a:p>
      </dsp:txBody>
      <dsp:txXfrm>
        <a:off x="4248620" y="262060"/>
        <a:ext cx="2010519" cy="1248328"/>
      </dsp:txXfrm>
    </dsp:sp>
    <dsp:sp modelId="{90EDCD2A-09D7-4764-960D-B4D5E200A029}">
      <dsp:nvSpPr>
        <dsp:cNvPr id="0" name=""/>
        <dsp:cNvSpPr/>
      </dsp:nvSpPr>
      <dsp:spPr>
        <a:xfrm>
          <a:off x="2063584" y="1936121"/>
          <a:ext cx="2088193" cy="132600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F258CC-3D7B-4C41-BF94-F7E93525299D}">
      <dsp:nvSpPr>
        <dsp:cNvPr id="0" name=""/>
        <dsp:cNvSpPr/>
      </dsp:nvSpPr>
      <dsp:spPr>
        <a:xfrm>
          <a:off x="2295606" y="2156542"/>
          <a:ext cx="2088193" cy="132600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Calculate Attendance Percentage</a:t>
          </a:r>
          <a:endParaRPr lang="en-IN" sz="1800" kern="1200" dirty="0">
            <a:latin typeface="Arial" panose="020B0604020202020204" pitchFamily="34" charset="0"/>
            <a:cs typeface="Arial" panose="020B0604020202020204" pitchFamily="34" charset="0"/>
          </a:endParaRPr>
        </a:p>
      </dsp:txBody>
      <dsp:txXfrm>
        <a:off x="2334443" y="2195379"/>
        <a:ext cx="2010519" cy="1248328"/>
      </dsp:txXfrm>
    </dsp:sp>
    <dsp:sp modelId="{617E8A56-7C0E-49A9-948F-D7ECCB773694}">
      <dsp:nvSpPr>
        <dsp:cNvPr id="0" name=""/>
        <dsp:cNvSpPr/>
      </dsp:nvSpPr>
      <dsp:spPr>
        <a:xfrm>
          <a:off x="787466" y="3869440"/>
          <a:ext cx="2088193" cy="132600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FF16FB-CF59-4CC8-B1EB-420ED7DF3968}">
      <dsp:nvSpPr>
        <dsp:cNvPr id="0" name=""/>
        <dsp:cNvSpPr/>
      </dsp:nvSpPr>
      <dsp:spPr>
        <a:xfrm>
          <a:off x="1019488" y="4089861"/>
          <a:ext cx="2088193" cy="132600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Data Analyis using Pivot Table and Charts</a:t>
          </a:r>
          <a:endParaRPr lang="en-IN" sz="1800" kern="1200" dirty="0">
            <a:solidFill>
              <a:prstClr val="black">
                <a:hueOff val="0"/>
                <a:satOff val="0"/>
                <a:lumOff val="0"/>
                <a:alphaOff val="0"/>
              </a:prstClr>
            </a:solidFill>
            <a:latin typeface="Arial" panose="020B0604020202020204" pitchFamily="34" charset="0"/>
            <a:ea typeface="+mn-ea"/>
            <a:cs typeface="Arial" panose="020B0604020202020204" pitchFamily="34" charset="0"/>
          </a:endParaRPr>
        </a:p>
      </dsp:txBody>
      <dsp:txXfrm>
        <a:off x="1058325" y="4128698"/>
        <a:ext cx="2010519" cy="1248328"/>
      </dsp:txXfrm>
    </dsp:sp>
    <dsp:sp modelId="{9A28CECA-8C47-40D2-AEE1-242E5FD60DDE}">
      <dsp:nvSpPr>
        <dsp:cNvPr id="0" name=""/>
        <dsp:cNvSpPr/>
      </dsp:nvSpPr>
      <dsp:spPr>
        <a:xfrm>
          <a:off x="3255548" y="3869706"/>
          <a:ext cx="2088193" cy="132600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CE3B8B-FE33-47A6-89FF-96398F9BD1F4}">
      <dsp:nvSpPr>
        <dsp:cNvPr id="0" name=""/>
        <dsp:cNvSpPr/>
      </dsp:nvSpPr>
      <dsp:spPr>
        <a:xfrm>
          <a:off x="3487570" y="4090126"/>
          <a:ext cx="2088193" cy="132600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Suggest Improvements</a:t>
          </a:r>
          <a:endParaRPr lang="en-IN" sz="1800" kern="1200" dirty="0">
            <a:solidFill>
              <a:prstClr val="black">
                <a:hueOff val="0"/>
                <a:satOff val="0"/>
                <a:lumOff val="0"/>
                <a:alphaOff val="0"/>
              </a:prstClr>
            </a:solidFill>
            <a:latin typeface="Arial" panose="020B0604020202020204" pitchFamily="34" charset="0"/>
            <a:ea typeface="+mn-ea"/>
            <a:cs typeface="Arial" panose="020B0604020202020204" pitchFamily="34" charset="0"/>
          </a:endParaRPr>
        </a:p>
      </dsp:txBody>
      <dsp:txXfrm>
        <a:off x="3526407" y="4128963"/>
        <a:ext cx="2010519" cy="1248328"/>
      </dsp:txXfrm>
    </dsp:sp>
    <dsp:sp modelId="{97CA36DD-E314-4FA5-B864-766C6C21ADBD}">
      <dsp:nvSpPr>
        <dsp:cNvPr id="0" name=""/>
        <dsp:cNvSpPr/>
      </dsp:nvSpPr>
      <dsp:spPr>
        <a:xfrm>
          <a:off x="5891939" y="1936121"/>
          <a:ext cx="2088193" cy="132600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8A2145-4381-46D9-AF8C-CB9462D806C8}">
      <dsp:nvSpPr>
        <dsp:cNvPr id="0" name=""/>
        <dsp:cNvSpPr/>
      </dsp:nvSpPr>
      <dsp:spPr>
        <a:xfrm>
          <a:off x="6123960" y="2156542"/>
          <a:ext cx="2088193" cy="132600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Identify Low Performing Students</a:t>
          </a:r>
          <a:endParaRPr lang="en-IN" sz="1800" kern="1200" dirty="0">
            <a:solidFill>
              <a:prstClr val="black">
                <a:hueOff val="0"/>
                <a:satOff val="0"/>
                <a:lumOff val="0"/>
                <a:alphaOff val="0"/>
              </a:prstClr>
            </a:solidFill>
            <a:latin typeface="Arial" panose="020B0604020202020204" pitchFamily="34" charset="0"/>
            <a:ea typeface="+mn-ea"/>
            <a:cs typeface="Arial" panose="020B0604020202020204" pitchFamily="34" charset="0"/>
          </a:endParaRPr>
        </a:p>
      </dsp:txBody>
      <dsp:txXfrm>
        <a:off x="6162797" y="2195379"/>
        <a:ext cx="2010519" cy="1248328"/>
      </dsp:txXfrm>
    </dsp:sp>
    <dsp:sp modelId="{3A3C8152-CC57-4FC6-8C3D-B62D348B8855}">
      <dsp:nvSpPr>
        <dsp:cNvPr id="0" name=""/>
        <dsp:cNvSpPr/>
      </dsp:nvSpPr>
      <dsp:spPr>
        <a:xfrm>
          <a:off x="5891939" y="3869440"/>
          <a:ext cx="2088193" cy="132600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C7024B-D2C9-45B6-BBC0-506E28850B4D}">
      <dsp:nvSpPr>
        <dsp:cNvPr id="0" name=""/>
        <dsp:cNvSpPr/>
      </dsp:nvSpPr>
      <dsp:spPr>
        <a:xfrm>
          <a:off x="6123960" y="4089861"/>
          <a:ext cx="2088193" cy="132600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Generate Report Text</a:t>
          </a:r>
          <a:endParaRPr lang="en-IN" sz="1800" kern="1200" dirty="0">
            <a:latin typeface="Arial" panose="020B0604020202020204" pitchFamily="34" charset="0"/>
            <a:cs typeface="Arial" panose="020B0604020202020204" pitchFamily="34" charset="0"/>
          </a:endParaRPr>
        </a:p>
      </dsp:txBody>
      <dsp:txXfrm>
        <a:off x="6162797" y="4128698"/>
        <a:ext cx="2010519" cy="124832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E03EA4-2C6E-449A-9938-B3610229375F}">
      <dsp:nvSpPr>
        <dsp:cNvPr id="0" name=""/>
        <dsp:cNvSpPr/>
      </dsp:nvSpPr>
      <dsp:spPr>
        <a:xfrm>
          <a:off x="638709" y="482"/>
          <a:ext cx="3591935" cy="2155161"/>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Enter Structured Data Weekly</a:t>
          </a:r>
          <a:endParaRPr lang="en-IN" sz="3300" kern="1200" dirty="0"/>
        </a:p>
      </dsp:txBody>
      <dsp:txXfrm>
        <a:off x="638709" y="482"/>
        <a:ext cx="3591935" cy="2155161"/>
      </dsp:txXfrm>
    </dsp:sp>
    <dsp:sp modelId="{BAE70BA8-3750-4C69-B489-515E95726752}">
      <dsp:nvSpPr>
        <dsp:cNvPr id="0" name=""/>
        <dsp:cNvSpPr/>
      </dsp:nvSpPr>
      <dsp:spPr>
        <a:xfrm>
          <a:off x="4589838" y="482"/>
          <a:ext cx="3591935" cy="2155161"/>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Calculations using Copilot generated formulas</a:t>
          </a:r>
          <a:endParaRPr lang="en-IN" sz="3300" kern="1200" dirty="0"/>
        </a:p>
      </dsp:txBody>
      <dsp:txXfrm>
        <a:off x="4589838" y="482"/>
        <a:ext cx="3591935" cy="2155161"/>
      </dsp:txXfrm>
    </dsp:sp>
    <dsp:sp modelId="{28B18B3A-9A22-4028-A296-D8421552C7D6}">
      <dsp:nvSpPr>
        <dsp:cNvPr id="0" name=""/>
        <dsp:cNvSpPr/>
      </dsp:nvSpPr>
      <dsp:spPr>
        <a:xfrm>
          <a:off x="638709" y="2514836"/>
          <a:ext cx="3591935" cy="2155161"/>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Generate Pivots and Charts</a:t>
          </a:r>
          <a:endParaRPr lang="en-IN" sz="3300" kern="1200" dirty="0"/>
        </a:p>
      </dsp:txBody>
      <dsp:txXfrm>
        <a:off x="638709" y="2514836"/>
        <a:ext cx="3591935" cy="2155161"/>
      </dsp:txXfrm>
    </dsp:sp>
    <dsp:sp modelId="{43E8AEFA-9175-43A8-AC52-4079387B6CC9}">
      <dsp:nvSpPr>
        <dsp:cNvPr id="0" name=""/>
        <dsp:cNvSpPr/>
      </dsp:nvSpPr>
      <dsp:spPr>
        <a:xfrm>
          <a:off x="4589838" y="2514836"/>
          <a:ext cx="3591935" cy="2155161"/>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Automatic Report and Insights</a:t>
          </a:r>
          <a:endParaRPr lang="en-IN" sz="3300" kern="1200" dirty="0"/>
        </a:p>
      </dsp:txBody>
      <dsp:txXfrm>
        <a:off x="4589838" y="2514836"/>
        <a:ext cx="3591935" cy="2155161"/>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HalfCircleOrganizationChart">
  <dgm:title val=""/>
  <dgm:desc val=""/>
  <dgm:catLst>
    <dgm:cat type="hierarchy" pri="1500"/>
  </dgm:catLst>
  <dgm:samp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Name0">
    <dgm:varLst>
      <dgm:orgChart val="1"/>
      <dgm:chPref val="1"/>
      <dgm:dir/>
      <dgm:animOne val="branch"/>
      <dgm:animLvl val="lvl"/>
      <dgm:resizeHandles/>
    </dgm:varLst>
    <dgm:choose name="Name1">
      <dgm:if name="Name2" func="var" arg="dir" op="equ" val="norm">
        <dgm:alg type="hierChild">
          <dgm:param type="linDir" val="fromL"/>
        </dgm:alg>
      </dgm:if>
      <dgm:else name="Name3">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2" refType="w" fact="10"/>
      <dgm:constr type="h" for="des" forName="rootComposite2"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forEach name="Name4" axis="ch">
      <dgm:forEach name="Name5" axis="self" ptType="node">
        <dgm:layoutNode name="hierRoot1">
          <dgm:varLst>
            <dgm:hierBranch val="init"/>
          </dgm:varLst>
          <dgm:choose name="Name6">
            <dgm:if name="Name7" func="var" arg="hierBranch" op="equ" val="l">
              <dgm:alg type="hierRoot">
                <dgm:param type="hierAlign" val="tR"/>
              </dgm:alg>
              <dgm:constrLst>
                <dgm:constr type="alignOff" val="0.65"/>
              </dgm:constrLst>
            </dgm:if>
            <dgm:if name="Name8" func="var" arg="hierBranch" op="equ" val="r">
              <dgm:alg type="hierRoot">
                <dgm:param type="hierAlign" val="tL"/>
              </dgm:alg>
              <dgm:constrLst>
                <dgm:constr type="alignOff" val="0.65"/>
              </dgm:constrLst>
            </dgm:if>
            <dgm:if name="Name9" func="var" arg="hierBranch" op="equ" val="hang">
              <dgm:alg type="hierRoot"/>
              <dgm:constrLst>
                <dgm:constr type="alignOff" val="0.65"/>
              </dgm:constrLst>
            </dgm:if>
            <dgm:else name="Name10">
              <dgm:alg type="hierRoot"/>
              <dgm:constrLst>
                <dgm:constr type="alignOff"/>
                <dgm:constr type="bendDist" for="des" ptType="parTrans" refType="sp" fact="0.5"/>
              </dgm:constrLst>
            </dgm:else>
          </dgm:choose>
          <dgm:shape xmlns:r="http://schemas.openxmlformats.org/officeDocument/2006/relationships" r:blip="">
            <dgm:adjLst/>
          </dgm:shape>
          <dgm:presOf/>
          <dgm:layoutNode name="rootComposite1">
            <dgm:alg type="composite"/>
            <dgm:shape xmlns:r="http://schemas.openxmlformats.org/officeDocument/2006/relationships" r:blip="">
              <dgm:adjLst/>
            </dgm:shape>
            <dgm:presOf axis="self" ptType="node" cnt="1"/>
            <dgm:choose name="Name11">
              <dgm:if name="Name12" func="var" arg="hierBranch" op="equ" val="init">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3" func="var" arg="hierBranch" op="equ" val="l">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4" func="var" arg="hierBranch" op="equ" val="r">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else name="Name15">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else>
            </dgm:choose>
            <dgm:layoutNode name="rootText1"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1" styleLbl="parChTrans1D1" moveWith="rootText1">
              <dgm:alg type="sp"/>
              <dgm:shape xmlns:r="http://schemas.openxmlformats.org/officeDocument/2006/relationships" type="arc" r:blip="" zOrderOff="-2">
                <dgm:adjLst>
                  <dgm:adj idx="1" val="-140"/>
                  <dgm:adj idx="2" val="-40"/>
                </dgm:adjLst>
              </dgm:shape>
              <dgm:presOf/>
            </dgm:layoutNode>
            <dgm:layoutNode name="bottomArc1" styleLbl="parChTrans1D1" moveWith="rootText1">
              <dgm:alg type="sp"/>
              <dgm:shape xmlns:r="http://schemas.openxmlformats.org/officeDocument/2006/relationships" type="arc" r:blip="" zOrderOff="-2">
                <dgm:adjLst>
                  <dgm:adj idx="1" val="40"/>
                  <dgm:adj idx="2" val="140"/>
                </dgm:adjLst>
              </dgm:shape>
              <dgm:presOf/>
            </dgm:layoutNode>
            <dgm:layoutNode name="topConnNode1" moveWith="rootText1">
              <dgm:alg type="sp"/>
              <dgm:shape xmlns:r="http://schemas.openxmlformats.org/officeDocument/2006/relationships" type="rect" r:blip="" hideGeom="1">
                <dgm:adjLst/>
              </dgm:shape>
              <dgm:presOf axis="self" ptType="node" cnt="1"/>
            </dgm:layoutNode>
          </dgm:layoutNode>
          <dgm:layoutNode name="hierChild2">
            <dgm:choose name="Name16">
              <dgm:if name="Name17" func="var" arg="hierBranch" op="equ" val="l">
                <dgm:alg type="hierChild">
                  <dgm:param type="chAlign" val="r"/>
                  <dgm:param type="linDir" val="fromT"/>
                </dgm:alg>
              </dgm:if>
              <dgm:if name="Name18" func="var" arg="hierBranch" op="equ" val="r">
                <dgm:alg type="hierChild">
                  <dgm:param type="chAlign" val="l"/>
                  <dgm:param type="linDir" val="fromT"/>
                </dgm:alg>
              </dgm:if>
              <dgm:if name="Name19" func="var" arg="hierBranch" op="equ" val="hang">
                <dgm:choose name="Name20">
                  <dgm:if name="Name21" func="var" arg="dir" op="equ" val="norm">
                    <dgm:alg type="hierChild">
                      <dgm:param type="chAlign" val="l"/>
                      <dgm:param type="linDir" val="fromL"/>
                      <dgm:param type="secChAlign" val="t"/>
                      <dgm:param type="secLinDir" val="fromT"/>
                    </dgm:alg>
                  </dgm:if>
                  <dgm:else name="Name22">
                    <dgm:alg type="hierChild">
                      <dgm:param type="chAlign" val="l"/>
                      <dgm:param type="linDir" val="fromR"/>
                      <dgm:param type="secChAlign" val="t"/>
                      <dgm:param type="secLinDir" val="fromT"/>
                    </dgm:alg>
                  </dgm:else>
                </dgm:choose>
              </dgm:if>
              <dgm:else name="Name23">
                <dgm:choose name="Name24">
                  <dgm:if name="Name25" func="var" arg="dir" op="equ" val="norm">
                    <dgm:alg type="hierChild"/>
                  </dgm:if>
                  <dgm:else name="Name26">
                    <dgm:alg type="hierChild">
                      <dgm:param type="linDir" val="fromR"/>
                    </dgm:alg>
                  </dgm:else>
                </dgm:choose>
              </dgm:else>
            </dgm:choose>
            <dgm:shape xmlns:r="http://schemas.openxmlformats.org/officeDocument/2006/relationships" r:blip="">
              <dgm:adjLst/>
            </dgm:shape>
            <dgm:presOf/>
            <dgm:forEach name="rep2a" axis="ch" ptType="nonAsst">
              <dgm:forEach name="Name27" axis="precedSib" ptType="parTrans" st="-1" cnt="1">
                <dgm:layoutNode name="Name28">
                  <dgm:choose name="Name29">
                    <dgm:if name="Name30" func="var" arg="hierBranch" op="equ" val="std">
                      <dgm:choose name="Name31">
                        <dgm:if name="Name32"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33"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34">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if name="Name35" func="var" arg="hierBranch" op="equ" val="init">
                      <dgm:choose name="Name36">
                        <dgm:if name="Name37" axis="self" func="depth" op="lte" val="2">
                          <dgm:choose name="Name38">
                            <dgm:if name="Name39"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40"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41">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else name="Name42">
                          <dgm:choose name="Name43">
                            <dgm:if name="Name44" axis="par des" func="maxDepth" op="lte" val="1">
                              <dgm:choose name="Name45">
                                <dgm:if name="Name4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4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48">
                                  <dgm:alg type="conn">
                                    <dgm:param type="connRout" val="bend"/>
                                    <dgm:param type="dim" val="1D"/>
                                    <dgm:param type="endSty" val="noArr"/>
                                    <dgm:param type="begPts" val="bCtr"/>
                                    <dgm:param type="endPts" val="bL bR"/>
                                    <dgm:param type="srcNode" val="bottomArc2"/>
                                    <dgm:param type="dstNode" val="topConnNode2"/>
                                  </dgm:alg>
                                </dgm:else>
                              </dgm:choose>
                            </dgm:if>
                            <dgm:else name="Name49">
                              <dgm:choose name="Name50">
                                <dgm:if name="Name51"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52"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53">
                                  <dgm:alg type="conn">
                                    <dgm:param type="connRout" val="bend"/>
                                    <dgm:param type="dim" val="1D"/>
                                    <dgm:param type="endSty" val="noArr"/>
                                    <dgm:param type="begPts" val="bCtr"/>
                                    <dgm:param type="endPts" val="tCtr"/>
                                    <dgm:param type="bendPt" val="end"/>
                                    <dgm:param type="srcNode" val="bottomArc2"/>
                                    <dgm:param type="dstNode" val="topArc2"/>
                                  </dgm:alg>
                                </dgm:else>
                              </dgm:choose>
                            </dgm:else>
                          </dgm:choose>
                        </dgm:else>
                      </dgm:choose>
                    </dgm:if>
                    <dgm:else name="Name54">
                      <dgm:choose name="Name55">
                        <dgm:if name="Name5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5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58">
                          <dgm:alg type="conn">
                            <dgm:param type="connRout" val="bend"/>
                            <dgm:param type="dim" val="1D"/>
                            <dgm:param type="endSty" val="noArr"/>
                            <dgm:param type="begPts" val="bCtr"/>
                            <dgm:param type="endPts" val="bL bR"/>
                            <dgm:param type="srcNode" val="bottomArc2"/>
                            <dgm:param type="dstNode" val="topConnNode2"/>
                          </dgm:alg>
                        </dgm:else>
                      </dgm:choose>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2">
                <dgm:varLst>
                  <dgm:hierBranch val="init"/>
                </dgm:varLst>
                <dgm:choose name="Name59">
                  <dgm:if name="Name60" func="var" arg="hierBranch" op="equ" val="l">
                    <dgm:alg type="hierRoot">
                      <dgm:param type="hierAlign" val="tR"/>
                    </dgm:alg>
                    <dgm:shape xmlns:r="http://schemas.openxmlformats.org/officeDocument/2006/relationships" r:blip="">
                      <dgm:adjLst/>
                    </dgm:shape>
                    <dgm:presOf/>
                    <dgm:constrLst>
                      <dgm:constr type="alignOff" val="0.65"/>
                    </dgm:constrLst>
                  </dgm:if>
                  <dgm:if name="Name61" func="var" arg="hierBranch" op="equ" val="r">
                    <dgm:alg type="hierRoot">
                      <dgm:param type="hierAlign" val="tL"/>
                    </dgm:alg>
                    <dgm:shape xmlns:r="http://schemas.openxmlformats.org/officeDocument/2006/relationships" r:blip="">
                      <dgm:adjLst/>
                    </dgm:shape>
                    <dgm:presOf/>
                    <dgm:constrLst>
                      <dgm:constr type="alignOff" val="0.65"/>
                    </dgm:constrLst>
                  </dgm:if>
                  <dgm:if name="Name62"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3" func="var" arg="hierBranch" op="equ" val="init">
                    <dgm:choose name="Name64">
                      <dgm:if name="Name65" axis="des" func="maxDepth" op="lte" val="1">
                        <dgm:alg type="hierRoot">
                          <dgm:param type="hierAlign" val="tL"/>
                        </dgm:alg>
                        <dgm:shape xmlns:r="http://schemas.openxmlformats.org/officeDocument/2006/relationships" r:blip="">
                          <dgm:adjLst/>
                        </dgm:shape>
                        <dgm:presOf/>
                        <dgm:constrLst>
                          <dgm:constr type="alignOff" val="0.65"/>
                        </dgm:constrLst>
                      </dgm:if>
                      <dgm:else name="Name6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67">
                    <dgm:alg type="hierRoot"/>
                    <dgm:shape xmlns:r="http://schemas.openxmlformats.org/officeDocument/2006/relationships" r:blip="">
                      <dgm:adjLst/>
                    </dgm:shape>
                    <dgm:presOf/>
                    <dgm:constrLst>
                      <dgm:constr type="alignOff" val="0.65"/>
                    </dgm:constrLst>
                  </dgm:else>
                </dgm:choose>
                <dgm:layoutNode name="rootComposite2">
                  <dgm:alg type="composite"/>
                  <dgm:shape xmlns:r="http://schemas.openxmlformats.org/officeDocument/2006/relationships" r:blip="">
                    <dgm:adjLst/>
                  </dgm:shape>
                  <dgm:presOf axis="self" ptType="node" cnt="1"/>
                  <dgm:choose name="Name68">
                    <dgm:if name="Name69" func="var" arg="hierBranch" op="equ" val="init">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0" func="var" arg="hierBranch" op="equ" val="l">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1" func="var" arg="hierBranch" op="equ" val="r">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else name="Name72">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else>
                  </dgm:choose>
                  <dgm:layoutNode name="rootText2"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2" styleLbl="parChTrans1D1" moveWith="rootText2">
                    <dgm:alg type="sp"/>
                    <dgm:shape xmlns:r="http://schemas.openxmlformats.org/officeDocument/2006/relationships" type="arc" r:blip="" zOrderOff="-2">
                      <dgm:adjLst>
                        <dgm:adj idx="1" val="-140"/>
                        <dgm:adj idx="2" val="-40"/>
                      </dgm:adjLst>
                    </dgm:shape>
                    <dgm:presOf/>
                  </dgm:layoutNode>
                  <dgm:layoutNode name="bottomArc2" styleLbl="parChTrans1D1" moveWith="rootText2">
                    <dgm:alg type="sp"/>
                    <dgm:shape xmlns:r="http://schemas.openxmlformats.org/officeDocument/2006/relationships" type="arc" r:blip="" zOrderOff="-2">
                      <dgm:adjLst>
                        <dgm:adj idx="1" val="40"/>
                        <dgm:adj idx="2" val="140"/>
                      </dgm:adjLst>
                    </dgm:shape>
                    <dgm:presOf/>
                  </dgm:layoutNode>
                  <dgm:layoutNode name="topConnNode2" moveWith="rootText2">
                    <dgm:alg type="sp"/>
                    <dgm:shape xmlns:r="http://schemas.openxmlformats.org/officeDocument/2006/relationships" type="rect" r:blip="" hideGeom="1">
                      <dgm:adjLst/>
                    </dgm:shape>
                    <dgm:presOf axis="self" ptType="node" cnt="1"/>
                  </dgm:layoutNode>
                </dgm:layoutNode>
                <dgm:layoutNode name="hierChild4">
                  <dgm:choose name="Name73">
                    <dgm:if name="Name74" func="var" arg="hierBranch" op="equ" val="l">
                      <dgm:alg type="hierChild">
                        <dgm:param type="chAlign" val="r"/>
                        <dgm:param type="linDir" val="fromT"/>
                      </dgm:alg>
                    </dgm:if>
                    <dgm:if name="Name75" func="var" arg="hierBranch" op="equ" val="r">
                      <dgm:alg type="hierChild">
                        <dgm:param type="chAlign" val="l"/>
                        <dgm:param type="linDir" val="fromT"/>
                      </dgm:alg>
                    </dgm:if>
                    <dgm:if name="Name76" func="var" arg="hierBranch" op="equ" val="hang">
                      <dgm:choose name="Name77">
                        <dgm:if name="Name78" func="var" arg="dir" op="equ" val="norm">
                          <dgm:alg type="hierChild">
                            <dgm:param type="chAlign" val="l"/>
                            <dgm:param type="linDir" val="fromL"/>
                            <dgm:param type="secChAlign" val="t"/>
                            <dgm:param type="secLinDir" val="fromT"/>
                          </dgm:alg>
                        </dgm:if>
                        <dgm:else name="Name79">
                          <dgm:alg type="hierChild">
                            <dgm:param type="chAlign" val="l"/>
                            <dgm:param type="linDir" val="fromR"/>
                            <dgm:param type="secChAlign" val="t"/>
                            <dgm:param type="secLinDir" val="fromT"/>
                          </dgm:alg>
                        </dgm:else>
                      </dgm:choose>
                    </dgm:if>
                    <dgm:if name="Name80" func="var" arg="hierBranch" op="equ" val="std">
                      <dgm:choose name="Name81">
                        <dgm:if name="Name82" func="var" arg="dir" op="equ" val="norm">
                          <dgm:alg type="hierChild"/>
                        </dgm:if>
                        <dgm:else name="Name83">
                          <dgm:alg type="hierChild">
                            <dgm:param type="linDir" val="fromR"/>
                          </dgm:alg>
                        </dgm:else>
                      </dgm:choose>
                    </dgm:if>
                    <dgm:if name="Name84" func="var" arg="hierBranch" op="equ" val="init">
                      <dgm:choose name="Name85">
                        <dgm:if name="Name86" axis="des" func="maxDepth" op="lte" val="1">
                          <dgm:alg type="hierChild">
                            <dgm:param type="chAlign" val="l"/>
                            <dgm:param type="linDir" val="fromT"/>
                          </dgm:alg>
                        </dgm:if>
                        <dgm:else name="Name87">
                          <dgm:choose name="Name88">
                            <dgm:if name="Name89" func="var" arg="dir" op="equ" val="norm">
                              <dgm:alg type="hierChild"/>
                            </dgm:if>
                            <dgm:else name="Name90">
                              <dgm:alg type="hierChild">
                                <dgm:param type="linDir" val="fromR"/>
                              </dgm:alg>
                            </dgm:else>
                          </dgm:choose>
                        </dgm:else>
                      </dgm:choose>
                    </dgm:if>
                    <dgm:else name="Name91"/>
                  </dgm:choose>
                  <dgm:shape xmlns:r="http://schemas.openxmlformats.org/officeDocument/2006/relationships" r:blip="">
                    <dgm:adjLst/>
                  </dgm:shape>
                  <dgm:presOf/>
                  <dgm:forEach name="Name92" ref="rep2a"/>
                </dgm:layoutNode>
                <dgm:layoutNode name="hierChild5">
                  <dgm:choose name="Name93">
                    <dgm:if name="Name94" func="var" arg="dir" op="equ" val="norm">
                      <dgm:alg type="hierChild">
                        <dgm:param type="chAlign" val="l"/>
                        <dgm:param type="linDir" val="fromL"/>
                        <dgm:param type="secChAlign" val="t"/>
                        <dgm:param type="secLinDir" val="fromT"/>
                      </dgm:alg>
                    </dgm:if>
                    <dgm:else name="Name95">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96" ref="rep2b"/>
                </dgm:layoutNode>
              </dgm:layoutNode>
            </dgm:forEach>
          </dgm:layoutNode>
          <dgm:layoutNode name="hierChild3">
            <dgm:choose name="Name97">
              <dgm:if name="Name98" func="var" arg="dir" op="equ" val="norm">
                <dgm:alg type="hierChild">
                  <dgm:param type="chAlign" val="l"/>
                  <dgm:param type="linDir" val="fromL"/>
                  <dgm:param type="secChAlign" val="t"/>
                  <dgm:param type="secLinDir" val="fromT"/>
                </dgm:alg>
              </dgm:if>
              <dgm:else name="Name99">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rep2b" axis="ch" ptType="asst">
              <dgm:forEach name="Name100" axis="precedSib" ptType="parTrans" st="-1" cnt="1">
                <dgm:layoutNode name="Name101">
                  <dgm:choose name="Name102">
                    <dgm:if name="Name103" axis="self" func="depth" op="lte" val="2">
                      <dgm:alg type="conn">
                        <dgm:param type="connRout" val="bend"/>
                        <dgm:param type="dim" val="1D"/>
                        <dgm:param type="endSty" val="noArr"/>
                        <dgm:param type="begPts" val="bCtr"/>
                        <dgm:param type="endPts" val="bL bR"/>
                        <dgm:param type="srcNode" val="bottomArc1"/>
                        <dgm:param type="dstNode" val="topConnNode3"/>
                      </dgm:alg>
                    </dgm:if>
                    <dgm:if name="Name104" axis="par" ptType="asst" func="cnt" op="equ" val="1">
                      <dgm:alg type="conn">
                        <dgm:param type="connRout" val="bend"/>
                        <dgm:param type="dim" val="1D"/>
                        <dgm:param type="endSty" val="noArr"/>
                        <dgm:param type="begPts" val="bCtr"/>
                        <dgm:param type="endPts" val="bL bR"/>
                        <dgm:param type="srcNode" val="bottomArc3"/>
                        <dgm:param type="dstNode" val="topConnNode3"/>
                      </dgm:alg>
                    </dgm:if>
                    <dgm:else name="Name105">
                      <dgm:alg type="conn">
                        <dgm:param type="connRout" val="bend"/>
                        <dgm:param type="dim" val="1D"/>
                        <dgm:param type="endSty" val="noArr"/>
                        <dgm:param type="begPts" val="bCtr"/>
                        <dgm:param type="endPts" val="bL bR"/>
                        <dgm:param type="srcNode" val="bottomArc2"/>
                        <dgm:param type="dstNode" val="topConnNode3"/>
                      </dgm:alg>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3">
                <dgm:varLst>
                  <dgm:hierBranch val="init"/>
                </dgm:varLst>
                <dgm:choose name="Name106">
                  <dgm:if name="Name107" func="var" arg="hierBranch" op="equ" val="l">
                    <dgm:alg type="hierRoot">
                      <dgm:param type="hierAlign" val="tR"/>
                    </dgm:alg>
                    <dgm:shape xmlns:r="http://schemas.openxmlformats.org/officeDocument/2006/relationships" r:blip="">
                      <dgm:adjLst/>
                    </dgm:shape>
                    <dgm:presOf/>
                    <dgm:constrLst>
                      <dgm:constr type="alignOff" val="0.65"/>
                    </dgm:constrLst>
                  </dgm:if>
                  <dgm:if name="Name108" func="var" arg="hierBranch" op="equ" val="r">
                    <dgm:alg type="hierRoot">
                      <dgm:param type="hierAlign" val="tL"/>
                    </dgm:alg>
                    <dgm:shape xmlns:r="http://schemas.openxmlformats.org/officeDocument/2006/relationships" r:blip="">
                      <dgm:adjLst/>
                    </dgm:shape>
                    <dgm:presOf/>
                    <dgm:constrLst>
                      <dgm:constr type="alignOff" val="0.65"/>
                    </dgm:constrLst>
                  </dgm:if>
                  <dgm:if name="Name109" func="var" arg="hierBranch" op="equ" val="hang">
                    <dgm:alg type="hierRoot"/>
                    <dgm:shape xmlns:r="http://schemas.openxmlformats.org/officeDocument/2006/relationships" r:blip="">
                      <dgm:adjLst/>
                    </dgm:shape>
                    <dgm:presOf/>
                    <dgm:constrLst>
                      <dgm:constr type="alignOff" val="0.65"/>
                    </dgm:constrLst>
                  </dgm:if>
                  <dgm:if name="Name110"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1" func="var" arg="hierBranch" op="equ" val="init">
                    <dgm:choose name="Name112">
                      <dgm:if name="Name113" axis="des" func="maxDepth" op="lte" val="1">
                        <dgm:alg type="hierRoot">
                          <dgm:param type="hierAlign" val="tL"/>
                        </dgm:alg>
                        <dgm:shape xmlns:r="http://schemas.openxmlformats.org/officeDocument/2006/relationships" r:blip="">
                          <dgm:adjLst/>
                        </dgm:shape>
                        <dgm:presOf/>
                        <dgm:constrLst>
                          <dgm:constr type="alignOff" val="0.65"/>
                        </dgm:constrLst>
                      </dgm:if>
                      <dgm:else name="Name114">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15"/>
                </dgm:choose>
                <dgm:layoutNode name="rootComposite3">
                  <dgm:alg type="composite"/>
                  <dgm:shape xmlns:r="http://schemas.openxmlformats.org/officeDocument/2006/relationships" r:blip="">
                    <dgm:adjLst/>
                  </dgm:shape>
                  <dgm:presOf axis="self" ptType="node" cnt="1"/>
                  <dgm:choose name="Name116">
                    <dgm:if name="Name117" func="var" arg="hierBranch" op="equ" val="init">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8" func="var" arg="hierBranch" op="equ" val="l">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9" func="var" arg="hierBranch" op="equ" val="r">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else name="Name120">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else>
                  </dgm:choose>
                  <dgm:layoutNode name="rootText3"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3" styleLbl="parChTrans1D1" moveWith="rootText3">
                    <dgm:alg type="sp"/>
                    <dgm:shape xmlns:r="http://schemas.openxmlformats.org/officeDocument/2006/relationships" type="arc" r:blip="" zOrderOff="-2">
                      <dgm:adjLst>
                        <dgm:adj idx="1" val="-140"/>
                        <dgm:adj idx="2" val="-40"/>
                      </dgm:adjLst>
                    </dgm:shape>
                    <dgm:presOf/>
                  </dgm:layoutNode>
                  <dgm:layoutNode name="bottomArc3" styleLbl="parChTrans1D1" moveWith="rootText3">
                    <dgm:alg type="sp"/>
                    <dgm:shape xmlns:r="http://schemas.openxmlformats.org/officeDocument/2006/relationships" type="arc" r:blip="" zOrderOff="-2">
                      <dgm:adjLst>
                        <dgm:adj idx="1" val="40"/>
                        <dgm:adj idx="2" val="140"/>
                      </dgm:adjLst>
                    </dgm:shape>
                    <dgm:presOf/>
                  </dgm:layoutNode>
                  <dgm:layoutNode name="topConnNode3" moveWith="rootText3">
                    <dgm:alg type="sp"/>
                    <dgm:shape xmlns:r="http://schemas.openxmlformats.org/officeDocument/2006/relationships" type="rect" r:blip="" hideGeom="1">
                      <dgm:adjLst/>
                    </dgm:shape>
                    <dgm:presOf axis="self" ptType="node" cnt="1"/>
                  </dgm:layoutNode>
                </dgm:layoutNode>
                <dgm:layoutNode name="hierChild6">
                  <dgm:choose name="Name121">
                    <dgm:if name="Name122" func="var" arg="hierBranch" op="equ" val="l">
                      <dgm:alg type="hierChild">
                        <dgm:param type="chAlign" val="r"/>
                        <dgm:param type="linDir" val="fromT"/>
                      </dgm:alg>
                    </dgm:if>
                    <dgm:if name="Name123" func="var" arg="hierBranch" op="equ" val="r">
                      <dgm:alg type="hierChild">
                        <dgm:param type="chAlign" val="l"/>
                        <dgm:param type="linDir" val="fromT"/>
                      </dgm:alg>
                    </dgm:if>
                    <dgm:if name="Name124" func="var" arg="hierBranch" op="equ" val="hang">
                      <dgm:choose name="Name125">
                        <dgm:if name="Name126" func="var" arg="dir" op="equ" val="norm">
                          <dgm:alg type="hierChild">
                            <dgm:param type="chAlign" val="l"/>
                            <dgm:param type="linDir" val="fromL"/>
                            <dgm:param type="secChAlign" val="t"/>
                            <dgm:param type="secLinDir" val="fromT"/>
                          </dgm:alg>
                        </dgm:if>
                        <dgm:else name="Name127">
                          <dgm:alg type="hierChild">
                            <dgm:param type="chAlign" val="l"/>
                            <dgm:param type="linDir" val="fromR"/>
                            <dgm:param type="secChAlign" val="t"/>
                            <dgm:param type="secLinDir" val="fromT"/>
                          </dgm:alg>
                        </dgm:else>
                      </dgm:choose>
                    </dgm:if>
                    <dgm:if name="Name128" func="var" arg="hierBranch" op="equ" val="std">
                      <dgm:choose name="Name129">
                        <dgm:if name="Name130" func="var" arg="dir" op="equ" val="norm">
                          <dgm:alg type="hierChild"/>
                        </dgm:if>
                        <dgm:else name="Name131">
                          <dgm:alg type="hierChild">
                            <dgm:param type="linDir" val="fromR"/>
                          </dgm:alg>
                        </dgm:else>
                      </dgm:choose>
                    </dgm:if>
                    <dgm:if name="Name132" func="var" arg="hierBranch" op="equ" val="init">
                      <dgm:choose name="Name133">
                        <dgm:if name="Name134" axis="des" func="maxDepth" op="lte" val="1">
                          <dgm:alg type="hierChild">
                            <dgm:param type="chAlign" val="l"/>
                            <dgm:param type="linDir" val="fromT"/>
                          </dgm:alg>
                        </dgm:if>
                        <dgm:else name="Name135">
                          <dgm:alg type="hierChild"/>
                        </dgm:else>
                      </dgm:choose>
                    </dgm:if>
                    <dgm:else name="Name136"/>
                  </dgm:choose>
                  <dgm:shape xmlns:r="http://schemas.openxmlformats.org/officeDocument/2006/relationships" r:blip="">
                    <dgm:adjLst/>
                  </dgm:shape>
                  <dgm:presOf/>
                  <dgm:forEach name="Name137" ref="rep2a"/>
                </dgm:layoutNode>
                <dgm:layoutNode name="hierChild7">
                  <dgm:choose name="Name138">
                    <dgm:if name="Name139" func="var" arg="dir" op="equ" val="norm">
                      <dgm:alg type="hierChild">
                        <dgm:param type="chAlign" val="l"/>
                        <dgm:param type="linDir" val="fromL"/>
                        <dgm:param type="secChAlign" val="t"/>
                        <dgm:param type="secLinDir" val="fromT"/>
                      </dgm:alg>
                    </dgm:if>
                    <dgm:else name="Name140">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141"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B617E5-F3A5-47F0-AA4C-1BC069E72CED}" type="datetimeFigureOut">
              <a:rPr lang="en-IN" smtClean="0"/>
              <a:t>05-03-2026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0FC4EF-F040-4629-96AB-A33446C1CF54}" type="slidenum">
              <a:rPr lang="en-IN" smtClean="0"/>
              <a:t>‹#›</a:t>
            </a:fld>
            <a:endParaRPr lang="en-IN"/>
          </a:p>
        </p:txBody>
      </p:sp>
    </p:spTree>
    <p:extLst>
      <p:ext uri="{BB962C8B-B14F-4D97-AF65-F5344CB8AC3E}">
        <p14:creationId xmlns:p14="http://schemas.microsoft.com/office/powerpoint/2010/main" val="4234600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latin typeface="Arial"/>
                <a:cs typeface="Arial"/>
              </a:rPr>
              <a:t>Advanced Data Analysis using Copilot</a:t>
            </a:r>
            <a:endParaRPr lang="en-US" dirty="0"/>
          </a:p>
          <a:p>
            <a:endParaRPr lang="en-IN" dirty="0"/>
          </a:p>
        </p:txBody>
      </p:sp>
      <p:sp>
        <p:nvSpPr>
          <p:cNvPr id="4" name="Slide Number Placeholder 3"/>
          <p:cNvSpPr>
            <a:spLocks noGrp="1"/>
          </p:cNvSpPr>
          <p:nvPr>
            <p:ph type="sldNum" sz="quarter" idx="5"/>
          </p:nvPr>
        </p:nvSpPr>
        <p:spPr/>
        <p:txBody>
          <a:bodyPr/>
          <a:lstStyle/>
          <a:p>
            <a:fld id="{F00FC4EF-F040-4629-96AB-A33446C1CF54}" type="slidenum">
              <a:rPr lang="en-IN" smtClean="0"/>
              <a:t>1</a:t>
            </a:fld>
            <a:endParaRPr lang="en-IN"/>
          </a:p>
        </p:txBody>
      </p:sp>
    </p:spTree>
    <p:extLst>
      <p:ext uri="{BB962C8B-B14F-4D97-AF65-F5344CB8AC3E}">
        <p14:creationId xmlns:p14="http://schemas.microsoft.com/office/powerpoint/2010/main" val="3998306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Disclaimer</a:t>
            </a:r>
          </a:p>
        </p:txBody>
      </p:sp>
      <p:sp>
        <p:nvSpPr>
          <p:cNvPr id="4" name="Slide Number Placeholder 3"/>
          <p:cNvSpPr>
            <a:spLocks noGrp="1"/>
          </p:cNvSpPr>
          <p:nvPr>
            <p:ph type="sldNum" sz="quarter" idx="5"/>
          </p:nvPr>
        </p:nvSpPr>
        <p:spPr/>
        <p:txBody>
          <a:bodyPr/>
          <a:lstStyle/>
          <a:p>
            <a:fld id="{F00FC4EF-F040-4629-96AB-A33446C1CF54}" type="slidenum">
              <a:rPr lang="en-IN" smtClean="0"/>
              <a:t>2</a:t>
            </a:fld>
            <a:endParaRPr lang="en-IN"/>
          </a:p>
        </p:txBody>
      </p:sp>
    </p:spTree>
    <p:extLst>
      <p:ext uri="{BB962C8B-B14F-4D97-AF65-F5344CB8AC3E}">
        <p14:creationId xmlns:p14="http://schemas.microsoft.com/office/powerpoint/2010/main" val="18624661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By the end of this chapter, learners will gain a practical understanding of how AI can simplify and enhance their work in Excel.</a:t>
            </a:r>
            <a:endParaRPr lang="en-US" dirty="0"/>
          </a:p>
          <a:p>
            <a:r>
              <a:rPr lang="en-IN" dirty="0"/>
              <a:t>We’ll begin with </a:t>
            </a:r>
            <a:r>
              <a:rPr lang="en-IN" b="1" dirty="0"/>
              <a:t>entering structured data</a:t>
            </a:r>
            <a:r>
              <a:rPr lang="en-IN" dirty="0"/>
              <a:t>, which is the foundation of any analysis. Students will learn how organizing data well helps both Excel and AI generate more accurate outputs.</a:t>
            </a:r>
          </a:p>
          <a:p>
            <a:r>
              <a:rPr lang="en-IN" dirty="0"/>
              <a:t>Next, we’ll explore how AI can </a:t>
            </a:r>
            <a:r>
              <a:rPr lang="en-IN" b="1" dirty="0"/>
              <a:t>generate formulas automatically</a:t>
            </a:r>
            <a:r>
              <a:rPr lang="en-IN" dirty="0"/>
              <a:t>. Instead of memorizing complex syntax, learners will simply describe what they want, and Excel will build the formula for them. This makes advanced Excel tasks far more accessible.</a:t>
            </a:r>
          </a:p>
          <a:p>
            <a:r>
              <a:rPr lang="en-IN" dirty="0"/>
              <a:t>We’ll then look at how AI can </a:t>
            </a:r>
            <a:r>
              <a:rPr lang="en-IN" b="1" dirty="0" err="1"/>
              <a:t>analyze</a:t>
            </a:r>
            <a:r>
              <a:rPr lang="en-IN" b="1" dirty="0"/>
              <a:t> performance automatically</a:t>
            </a:r>
            <a:r>
              <a:rPr lang="en-IN" dirty="0"/>
              <a:t>, saving time and reducing manual effort. Students will see how AI identifies trends, highlights important insights, and explains what the data means.</a:t>
            </a:r>
          </a:p>
          <a:p>
            <a:r>
              <a:rPr lang="en-IN" dirty="0"/>
              <a:t>We’ll also cover how to </a:t>
            </a:r>
            <a:r>
              <a:rPr lang="en-IN" b="1" dirty="0"/>
              <a:t>create AI‑generated reports</a:t>
            </a:r>
            <a:r>
              <a:rPr lang="en-IN" dirty="0"/>
              <a:t>, where Excel transforms raw data into clear summaries, insights, and recommendations - perfect for dashboards or weekly updates.</a:t>
            </a:r>
          </a:p>
          <a:p>
            <a:r>
              <a:rPr lang="en-IN" dirty="0"/>
              <a:t>Finally, we’ll discuss </a:t>
            </a:r>
            <a:r>
              <a:rPr lang="en-IN" b="1" dirty="0"/>
              <a:t>simple workflow automations</a:t>
            </a:r>
            <a:r>
              <a:rPr lang="en-IN" dirty="0"/>
              <a:t>. These help students streamline repetitive tasks so they can focus on meaningful work instead of manual processes.</a:t>
            </a:r>
          </a:p>
          <a:p>
            <a:r>
              <a:rPr lang="en-IN" dirty="0"/>
              <a:t>Overall, this chapter equips learners with the skills to move from basic Excel usage to smart, AI‑powered workflows.”</a:t>
            </a:r>
          </a:p>
          <a:p>
            <a:endParaRPr lang="en-IN" dirty="0"/>
          </a:p>
        </p:txBody>
      </p:sp>
      <p:sp>
        <p:nvSpPr>
          <p:cNvPr id="4" name="Slide Number Placeholder 3"/>
          <p:cNvSpPr>
            <a:spLocks noGrp="1"/>
          </p:cNvSpPr>
          <p:nvPr>
            <p:ph type="sldNum" sz="quarter" idx="5"/>
          </p:nvPr>
        </p:nvSpPr>
        <p:spPr/>
        <p:txBody>
          <a:bodyPr/>
          <a:lstStyle/>
          <a:p>
            <a:fld id="{F00FC4EF-F040-4629-96AB-A33446C1CF54}" type="slidenum">
              <a:rPr lang="en-IN" smtClean="0"/>
              <a:t>3</a:t>
            </a:fld>
            <a:endParaRPr lang="en-IN"/>
          </a:p>
        </p:txBody>
      </p:sp>
    </p:spTree>
    <p:extLst>
      <p:ext uri="{BB962C8B-B14F-4D97-AF65-F5344CB8AC3E}">
        <p14:creationId xmlns:p14="http://schemas.microsoft.com/office/powerpoint/2010/main" val="2029891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we’re introducing how AI transforms the way students interact with Excel. Traditionally, learners had to manually analyze data, write formulas, and build reports. But with AI‑powered Excel, the workflow becomes much smarter and more efficient.</a:t>
            </a:r>
          </a:p>
          <a:p>
            <a:endParaRPr lang="en-US" dirty="0">
              <a:latin typeface="Aptos"/>
              <a:ea typeface="Calibri"/>
              <a:cs typeface="Calibri"/>
            </a:endParaRPr>
          </a:p>
          <a:p>
            <a:r>
              <a:rPr lang="en-US" dirty="0"/>
              <a:t>AI helps students </a:t>
            </a:r>
            <a:r>
              <a:rPr lang="en-US" b="1" dirty="0"/>
              <a:t>analyze data automatically</a:t>
            </a:r>
            <a:r>
              <a:rPr lang="en-US" dirty="0"/>
              <a:t>, which means they no longer need to interpret raw numbers on their own. Excel can highlight trends, patterns, and insights instantly.</a:t>
            </a:r>
          </a:p>
          <a:p>
            <a:endParaRPr lang="en-US" dirty="0">
              <a:latin typeface="Aptos"/>
              <a:ea typeface="Calibri"/>
              <a:cs typeface="Calibri"/>
            </a:endParaRPr>
          </a:p>
          <a:p>
            <a:r>
              <a:rPr lang="en-US" dirty="0"/>
              <a:t>It also allows them to </a:t>
            </a:r>
            <a:r>
              <a:rPr lang="en-US" b="1" dirty="0"/>
              <a:t>generate summaries</a:t>
            </a:r>
            <a:r>
              <a:rPr lang="en-US" dirty="0"/>
              <a:t> with just a prompt. Instead of spending time writing descriptions or insights, AI can convert data into simple, readable explanations.</a:t>
            </a:r>
          </a:p>
          <a:p>
            <a:endParaRPr lang="en-US" dirty="0">
              <a:latin typeface="Aptos"/>
              <a:ea typeface="Calibri"/>
              <a:cs typeface="Calibri"/>
            </a:endParaRPr>
          </a:p>
          <a:p>
            <a:r>
              <a:rPr lang="en-US" dirty="0"/>
              <a:t>One of the biggest advantages is the ability to </a:t>
            </a:r>
            <a:r>
              <a:rPr lang="en-US" b="1" dirty="0"/>
              <a:t>create formulas using natural language</a:t>
            </a:r>
            <a:r>
              <a:rPr lang="en-US" dirty="0"/>
              <a:t>. Students can simply describe what they </a:t>
            </a:r>
            <a:r>
              <a:rPr lang="en-US" dirty="0" err="1"/>
              <a:t>wantlike</a:t>
            </a:r>
            <a:r>
              <a:rPr lang="en-US" dirty="0"/>
              <a:t> “calculate the average attendance” and Excel will generate the correct formula.</a:t>
            </a:r>
          </a:p>
          <a:p>
            <a:endParaRPr lang="en-US" dirty="0">
              <a:latin typeface="Aptos"/>
              <a:ea typeface="Calibri"/>
              <a:cs typeface="Calibri"/>
            </a:endParaRPr>
          </a:p>
          <a:p>
            <a:r>
              <a:rPr lang="en-US" dirty="0"/>
              <a:t>AI also supports building </a:t>
            </a:r>
            <a:r>
              <a:rPr lang="en-US" b="1" dirty="0"/>
              <a:t>reports faster</a:t>
            </a:r>
            <a:r>
              <a:rPr lang="en-US" dirty="0"/>
              <a:t>, which is extremely helpful for weekly tasks like progress tracking or performance updates.</a:t>
            </a:r>
          </a:p>
          <a:p>
            <a:r>
              <a:rPr lang="en-US" dirty="0"/>
              <a:t>Finally, it helps students </a:t>
            </a:r>
            <a:r>
              <a:rPr lang="en-US" b="1" dirty="0"/>
              <a:t>automate repetitive tasks</a:t>
            </a:r>
            <a:r>
              <a:rPr lang="en-US" dirty="0"/>
              <a:t>, freeing up time and reducing errors. Instead of doing the same steps every week, AI can take care of them in seconds.</a:t>
            </a:r>
          </a:p>
          <a:p>
            <a:endParaRPr lang="en-US" dirty="0">
              <a:latin typeface="Aptos"/>
              <a:ea typeface="Calibri"/>
              <a:cs typeface="Calibri"/>
            </a:endParaRPr>
          </a:p>
          <a:p>
            <a:r>
              <a:rPr lang="en-US" dirty="0"/>
              <a:t>Overall, this slide shows students how AI makes Excel not only easier to use, but significantly more powerful.</a:t>
            </a:r>
          </a:p>
          <a:p>
            <a:endParaRPr lang="en-US" dirty="0">
              <a:latin typeface="Aptos"/>
              <a:ea typeface="Calibri"/>
              <a:cs typeface="Calibri"/>
            </a:endParaRPr>
          </a:p>
          <a:p>
            <a:endParaRPr lang="en-IN" dirty="0"/>
          </a:p>
        </p:txBody>
      </p:sp>
      <p:sp>
        <p:nvSpPr>
          <p:cNvPr id="4" name="Slide Number Placeholder 3"/>
          <p:cNvSpPr>
            <a:spLocks noGrp="1"/>
          </p:cNvSpPr>
          <p:nvPr>
            <p:ph type="sldNum" sz="quarter" idx="10"/>
          </p:nvPr>
        </p:nvSpPr>
        <p:spPr/>
        <p:txBody>
          <a:bodyPr/>
          <a:lstStyle/>
          <a:p>
            <a:fld id="{61387AB6-0C90-4C13-BFEE-4EBE8F3CA032}" type="slidenum">
              <a:rPr lang="en-IN" smtClean="0"/>
              <a:t>4</a:t>
            </a:fld>
            <a:endParaRPr lang="en-IN"/>
          </a:p>
        </p:txBody>
      </p:sp>
    </p:spTree>
    <p:extLst>
      <p:ext uri="{BB962C8B-B14F-4D97-AF65-F5344CB8AC3E}">
        <p14:creationId xmlns:p14="http://schemas.microsoft.com/office/powerpoint/2010/main" val="25357842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F1A30-5118-04F9-AC9A-4F0AF900E0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B620C-537C-7CB5-47BC-CF45E11514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F74C99-9A22-94F2-2457-8B7E8DEFBA63}"/>
              </a:ext>
            </a:extLst>
          </p:cNvPr>
          <p:cNvSpPr>
            <a:spLocks noGrp="1"/>
          </p:cNvSpPr>
          <p:nvPr>
            <p:ph type="body" idx="1"/>
          </p:nvPr>
        </p:nvSpPr>
        <p:spPr/>
        <p:txBody>
          <a:bodyPr/>
          <a:lstStyle/>
          <a:p>
            <a:r>
              <a:rPr lang="en-US" dirty="0"/>
              <a:t>The core challenge is that most learners know the </a:t>
            </a:r>
            <a:r>
              <a:rPr lang="en-US" b="1" dirty="0"/>
              <a:t>basics</a:t>
            </a:r>
            <a:r>
              <a:rPr lang="en-US" dirty="0"/>
              <a:t> of Excel but struggle when it comes to </a:t>
            </a:r>
            <a:r>
              <a:rPr lang="en-US" b="1" dirty="0"/>
              <a:t>analysis</a:t>
            </a:r>
            <a:r>
              <a:rPr lang="en-US" dirty="0"/>
              <a:t>. They can enter data, but interpreting it, identifying trends, or summarizing performance becomes difficult and time‑consuming.</a:t>
            </a:r>
            <a:br>
              <a:rPr lang="en-US" dirty="0">
                <a:cs typeface="+mn-lt"/>
              </a:rPr>
            </a:br>
            <a:endParaRPr lang="en-US" dirty="0"/>
          </a:p>
          <a:p>
            <a:r>
              <a:rPr lang="en-US" dirty="0"/>
              <a:t>This is where AI becomes a powerful support system. With AI‑assisted Excel, learners can convert </a:t>
            </a:r>
            <a:r>
              <a:rPr lang="en-US" b="1" dirty="0"/>
              <a:t>data into insights</a:t>
            </a:r>
            <a:r>
              <a:rPr lang="en-US" dirty="0"/>
              <a:t> quickly and easily. AI helps them understand what the numbers mean, highlight important points, and generate summaries they can use in reports or presentations.</a:t>
            </a:r>
          </a:p>
          <a:p>
            <a:endParaRPr lang="en-IN" dirty="0"/>
          </a:p>
        </p:txBody>
      </p:sp>
      <p:sp>
        <p:nvSpPr>
          <p:cNvPr id="4" name="Slide Number Placeholder 3">
            <a:extLst>
              <a:ext uri="{FF2B5EF4-FFF2-40B4-BE49-F238E27FC236}">
                <a16:creationId xmlns:a16="http://schemas.microsoft.com/office/drawing/2014/main" id="{3631BCB9-11BC-3278-D283-F9F1489F8155}"/>
              </a:ext>
            </a:extLst>
          </p:cNvPr>
          <p:cNvSpPr>
            <a:spLocks noGrp="1"/>
          </p:cNvSpPr>
          <p:nvPr>
            <p:ph type="sldNum" sz="quarter" idx="10"/>
          </p:nvPr>
        </p:nvSpPr>
        <p:spPr/>
        <p:txBody>
          <a:bodyPr/>
          <a:lstStyle/>
          <a:p>
            <a:fld id="{61387AB6-0C90-4C13-BFEE-4EBE8F3CA032}" type="slidenum">
              <a:rPr lang="en-IN" smtClean="0"/>
              <a:t>5</a:t>
            </a:fld>
            <a:endParaRPr lang="en-IN"/>
          </a:p>
        </p:txBody>
      </p:sp>
    </p:spTree>
    <p:extLst>
      <p:ext uri="{BB962C8B-B14F-4D97-AF65-F5344CB8AC3E}">
        <p14:creationId xmlns:p14="http://schemas.microsoft.com/office/powerpoint/2010/main" val="37406380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40D78-751D-8578-372E-FE037DA019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7291FE-B196-958B-2A4E-F1D860C093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E0B9BA-23A8-A3E8-C8D2-AFA3FA89773E}"/>
              </a:ext>
            </a:extLst>
          </p:cNvPr>
          <p:cNvSpPr>
            <a:spLocks noGrp="1"/>
          </p:cNvSpPr>
          <p:nvPr>
            <p:ph type="body" idx="1"/>
          </p:nvPr>
        </p:nvSpPr>
        <p:spPr/>
        <p:txBody>
          <a:bodyPr/>
          <a:lstStyle/>
          <a:p>
            <a:r>
              <a:rPr lang="en-US" dirty="0"/>
              <a:t>On this slide, I’ll explain what </a:t>
            </a:r>
            <a:r>
              <a:rPr lang="en-US" b="1" dirty="0"/>
              <a:t>Excel automation</a:t>
            </a:r>
            <a:r>
              <a:rPr lang="en-US" dirty="0"/>
              <a:t> really means.</a:t>
            </a:r>
            <a:br>
              <a:rPr lang="en-US" dirty="0">
                <a:cs typeface="+mn-lt"/>
              </a:rPr>
            </a:br>
            <a:r>
              <a:rPr lang="en-US" dirty="0"/>
              <a:t> Excel automation is all about reducing repetitive manual work. It uses features like </a:t>
            </a:r>
            <a:r>
              <a:rPr lang="en-US" b="1" dirty="0"/>
              <a:t>AI suggestions, AI‑generated formulas, auto summaries, and data‑analysis prompts</a:t>
            </a:r>
            <a:r>
              <a:rPr lang="en-US" dirty="0"/>
              <a:t> to perform tasks automatically.</a:t>
            </a:r>
          </a:p>
          <a:p>
            <a:r>
              <a:rPr lang="en-US" dirty="0">
                <a:latin typeface="+mn-lt"/>
                <a:ea typeface="Calibri"/>
                <a:cs typeface="Calibri"/>
              </a:rPr>
              <a:t> </a:t>
            </a:r>
            <a:r>
              <a:rPr lang="en-US" dirty="0"/>
              <a:t>The idea is simple: instead of doing the same steps every week - like calculating totals or summarizing data - Excel can now handle those tasks for you, saving time and improving accuracy.</a:t>
            </a:r>
          </a:p>
          <a:p>
            <a:endParaRPr lang="en-IN" dirty="0"/>
          </a:p>
        </p:txBody>
      </p:sp>
      <p:sp>
        <p:nvSpPr>
          <p:cNvPr id="4" name="Slide Number Placeholder 3">
            <a:extLst>
              <a:ext uri="{FF2B5EF4-FFF2-40B4-BE49-F238E27FC236}">
                <a16:creationId xmlns:a16="http://schemas.microsoft.com/office/drawing/2014/main" id="{E8642704-6CD2-E5E6-1A85-D82C2E330484}"/>
              </a:ext>
            </a:extLst>
          </p:cNvPr>
          <p:cNvSpPr>
            <a:spLocks noGrp="1"/>
          </p:cNvSpPr>
          <p:nvPr>
            <p:ph type="sldNum" sz="quarter" idx="10"/>
          </p:nvPr>
        </p:nvSpPr>
        <p:spPr/>
        <p:txBody>
          <a:bodyPr/>
          <a:lstStyle/>
          <a:p>
            <a:fld id="{61387AB6-0C90-4C13-BFEE-4EBE8F3CA032}" type="slidenum">
              <a:rPr lang="en-IN" smtClean="0"/>
              <a:t>6</a:t>
            </a:fld>
            <a:endParaRPr lang="en-IN"/>
          </a:p>
        </p:txBody>
      </p:sp>
    </p:spTree>
    <p:extLst>
      <p:ext uri="{BB962C8B-B14F-4D97-AF65-F5344CB8AC3E}">
        <p14:creationId xmlns:p14="http://schemas.microsoft.com/office/powerpoint/2010/main" val="229300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3B96F-0E38-EFDD-0B09-45F8CBE661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4D6CB5-CDBA-C3B0-0573-4571DDC59A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504ECF-DDAA-BC17-B0C6-0978FAAEEA20}"/>
              </a:ext>
            </a:extLst>
          </p:cNvPr>
          <p:cNvSpPr>
            <a:spLocks noGrp="1"/>
          </p:cNvSpPr>
          <p:nvPr>
            <p:ph type="body" idx="1"/>
          </p:nvPr>
        </p:nvSpPr>
        <p:spPr/>
        <p:txBody>
          <a:bodyPr/>
          <a:lstStyle/>
          <a:p>
            <a:r>
              <a:rPr lang="en-US" dirty="0"/>
              <a:t>This slide compares how work is done in traditional Excel versus AI‑assisted Excel.</a:t>
            </a:r>
            <a:br>
              <a:rPr lang="en-US" dirty="0">
                <a:cs typeface="+mn-lt"/>
              </a:rPr>
            </a:br>
            <a:r>
              <a:rPr lang="en-US" dirty="0"/>
              <a:t> In the traditional approach, learners need to </a:t>
            </a:r>
            <a:r>
              <a:rPr lang="en-US" b="1" dirty="0"/>
              <a:t>memorize formulas</a:t>
            </a:r>
            <a:r>
              <a:rPr lang="en-US" dirty="0"/>
              <a:t>, perform </a:t>
            </a:r>
            <a:r>
              <a:rPr lang="en-US" b="1" dirty="0"/>
              <a:t>manual calculations</a:t>
            </a:r>
            <a:r>
              <a:rPr lang="en-US" dirty="0"/>
              <a:t>, and spend more time completing tasks. It’s also harder for beginners to get comfortable.</a:t>
            </a:r>
            <a:br>
              <a:rPr lang="en-US" dirty="0">
                <a:cs typeface="+mn-lt"/>
              </a:rPr>
            </a:br>
            <a:r>
              <a:rPr lang="en-US" dirty="0"/>
              <a:t> With AI‑assisted Excel, learners can simply </a:t>
            </a:r>
            <a:r>
              <a:rPr lang="en-US" b="1" dirty="0"/>
              <a:t>describe tasks in natural language</a:t>
            </a:r>
            <a:r>
              <a:rPr lang="en-US" dirty="0"/>
              <a:t>, and Excel suggests the formulas automatically. This makes workflows </a:t>
            </a:r>
            <a:r>
              <a:rPr lang="en-US" b="1" dirty="0"/>
              <a:t>faster</a:t>
            </a:r>
            <a:r>
              <a:rPr lang="en-US" dirty="0"/>
              <a:t> and far more </a:t>
            </a:r>
            <a:r>
              <a:rPr lang="en-US" b="1" dirty="0"/>
              <a:t>beginner‑friendly</a:t>
            </a:r>
            <a:r>
              <a:rPr lang="en-US" dirty="0"/>
              <a:t>.”</a:t>
            </a:r>
          </a:p>
          <a:p>
            <a:endParaRPr lang="en-IN" dirty="0"/>
          </a:p>
        </p:txBody>
      </p:sp>
      <p:sp>
        <p:nvSpPr>
          <p:cNvPr id="4" name="Slide Number Placeholder 3">
            <a:extLst>
              <a:ext uri="{FF2B5EF4-FFF2-40B4-BE49-F238E27FC236}">
                <a16:creationId xmlns:a16="http://schemas.microsoft.com/office/drawing/2014/main" id="{68E9F01D-B63D-CD9B-04F4-F24D82610E28}"/>
              </a:ext>
            </a:extLst>
          </p:cNvPr>
          <p:cNvSpPr>
            <a:spLocks noGrp="1"/>
          </p:cNvSpPr>
          <p:nvPr>
            <p:ph type="sldNum" sz="quarter" idx="10"/>
          </p:nvPr>
        </p:nvSpPr>
        <p:spPr/>
        <p:txBody>
          <a:bodyPr/>
          <a:lstStyle/>
          <a:p>
            <a:fld id="{61387AB6-0C90-4C13-BFEE-4EBE8F3CA032}" type="slidenum">
              <a:rPr lang="en-IN" smtClean="0"/>
              <a:t>7</a:t>
            </a:fld>
            <a:endParaRPr lang="en-IN"/>
          </a:p>
        </p:txBody>
      </p:sp>
    </p:spTree>
    <p:extLst>
      <p:ext uri="{BB962C8B-B14F-4D97-AF65-F5344CB8AC3E}">
        <p14:creationId xmlns:p14="http://schemas.microsoft.com/office/powerpoint/2010/main" val="28605348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kern="1200" dirty="0">
                <a:solidFill>
                  <a:schemeClr val="tx1"/>
                </a:solidFill>
                <a:effectLst/>
                <a:latin typeface="+mn-lt"/>
                <a:ea typeface="+mn-ea"/>
                <a:cs typeface="+mn-cs"/>
              </a:rPr>
              <a:t>Student Use Case</a:t>
            </a:r>
            <a:endParaRPr lang="en-IN" sz="1200" kern="1200" dirty="0">
              <a:solidFill>
                <a:schemeClr val="tx1"/>
              </a:solidFill>
              <a:effectLst/>
              <a:latin typeface="+mn-lt"/>
              <a:ea typeface="+mn-ea"/>
              <a:cs typeface="+mn-cs"/>
            </a:endParaRPr>
          </a:p>
          <a:p>
            <a:r>
              <a:rPr lang="en-IN" sz="1200" b="1" kern="1200" dirty="0">
                <a:solidFill>
                  <a:schemeClr val="tx1"/>
                </a:solidFill>
                <a:effectLst/>
                <a:latin typeface="+mn-lt"/>
                <a:ea typeface="+mn-ea"/>
                <a:cs typeface="+mn-cs"/>
              </a:rPr>
              <a:t>Scenario: Student Progress Tracking</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Data:</a:t>
            </a:r>
          </a:p>
          <a:p>
            <a:r>
              <a:rPr lang="en-IN" sz="1200" b="1" kern="1200" dirty="0">
                <a:solidFill>
                  <a:schemeClr val="tx1"/>
                </a:solidFill>
                <a:effectLst/>
                <a:latin typeface="+mn-lt"/>
                <a:ea typeface="+mn-ea"/>
                <a:cs typeface="+mn-cs"/>
              </a:rPr>
              <a:t>Name</a:t>
            </a:r>
            <a:endParaRPr lang="en-IN" sz="1200" kern="1200" dirty="0">
              <a:solidFill>
                <a:schemeClr val="tx1"/>
              </a:solidFill>
              <a:effectLst/>
              <a:latin typeface="+mn-lt"/>
              <a:ea typeface="+mn-ea"/>
              <a:cs typeface="+mn-cs"/>
            </a:endParaRPr>
          </a:p>
          <a:p>
            <a:r>
              <a:rPr lang="en-IN" sz="1200" b="1" kern="1200" dirty="0">
                <a:solidFill>
                  <a:schemeClr val="tx1"/>
                </a:solidFill>
                <a:effectLst/>
                <a:latin typeface="+mn-lt"/>
                <a:ea typeface="+mn-ea"/>
                <a:cs typeface="+mn-cs"/>
              </a:rPr>
              <a:t>Attendance</a:t>
            </a:r>
            <a:endParaRPr lang="en-IN" sz="1200" kern="1200" dirty="0">
              <a:solidFill>
                <a:schemeClr val="tx1"/>
              </a:solidFill>
              <a:effectLst/>
              <a:latin typeface="+mn-lt"/>
              <a:ea typeface="+mn-ea"/>
              <a:cs typeface="+mn-cs"/>
            </a:endParaRPr>
          </a:p>
          <a:p>
            <a:r>
              <a:rPr lang="en-IN" sz="1200" b="1" kern="1200" dirty="0">
                <a:solidFill>
                  <a:schemeClr val="tx1"/>
                </a:solidFill>
                <a:effectLst/>
                <a:latin typeface="+mn-lt"/>
                <a:ea typeface="+mn-ea"/>
                <a:cs typeface="+mn-cs"/>
              </a:rPr>
              <a:t>Skill Score</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Goal:</a:t>
            </a:r>
            <a:br>
              <a:rPr lang="en-IN" sz="1200" kern="1200" dirty="0">
                <a:solidFill>
                  <a:schemeClr val="tx1"/>
                </a:solidFill>
                <a:effectLst/>
                <a:latin typeface="+mn-lt"/>
                <a:ea typeface="+mn-ea"/>
                <a:cs typeface="+mn-cs"/>
              </a:rPr>
            </a:br>
            <a:r>
              <a:rPr lang="en-IN" sz="1200" kern="1200" dirty="0">
                <a:solidFill>
                  <a:schemeClr val="tx1"/>
                </a:solidFill>
                <a:effectLst/>
                <a:latin typeface="+mn-lt"/>
                <a:ea typeface="+mn-ea"/>
                <a:cs typeface="+mn-cs"/>
              </a:rPr>
              <a:t>Generate weekly performance report automatically.</a:t>
            </a:r>
          </a:p>
          <a:p>
            <a:endParaRPr lang="en-IN" dirty="0"/>
          </a:p>
        </p:txBody>
      </p:sp>
      <p:sp>
        <p:nvSpPr>
          <p:cNvPr id="4" name="Slide Number Placeholder 3"/>
          <p:cNvSpPr>
            <a:spLocks noGrp="1"/>
          </p:cNvSpPr>
          <p:nvPr>
            <p:ph type="sldNum" sz="quarter" idx="5"/>
          </p:nvPr>
        </p:nvSpPr>
        <p:spPr/>
        <p:txBody>
          <a:bodyPr/>
          <a:lstStyle/>
          <a:p>
            <a:fld id="{F00FC4EF-F040-4629-96AB-A33446C1CF54}" type="slidenum">
              <a:rPr lang="en-IN" smtClean="0"/>
              <a:t>8</a:t>
            </a:fld>
            <a:endParaRPr lang="en-IN"/>
          </a:p>
        </p:txBody>
      </p:sp>
    </p:spTree>
    <p:extLst>
      <p:ext uri="{BB962C8B-B14F-4D97-AF65-F5344CB8AC3E}">
        <p14:creationId xmlns:p14="http://schemas.microsoft.com/office/powerpoint/2010/main" val="8705319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 this slide, we’re highlighting the practical tasks learners can automate using AI in Excel. AI can </a:t>
            </a:r>
            <a:r>
              <a:rPr lang="en-US" b="1" dirty="0"/>
              <a:t>calculate attendance percentages</a:t>
            </a:r>
            <a:r>
              <a:rPr lang="en-US" dirty="0"/>
              <a:t>, </a:t>
            </a:r>
            <a:r>
              <a:rPr lang="en-US" b="1" dirty="0"/>
              <a:t>identify low‑performing students</a:t>
            </a:r>
            <a:r>
              <a:rPr lang="en-US" dirty="0"/>
              <a:t>, and </a:t>
            </a:r>
            <a:r>
              <a:rPr lang="en-US" b="1" dirty="0"/>
              <a:t>generate clear summary insights</a:t>
            </a:r>
            <a:r>
              <a:rPr lang="en-US" dirty="0"/>
              <a:t>.</a:t>
            </a:r>
            <a:br>
              <a:rPr lang="en-US" dirty="0">
                <a:cs typeface="+mn-lt"/>
              </a:rPr>
            </a:br>
            <a:r>
              <a:rPr lang="en-US" dirty="0"/>
              <a:t> It can also </a:t>
            </a:r>
            <a:r>
              <a:rPr lang="en-US" b="1" dirty="0"/>
              <a:t>suggest improvement remarks</a:t>
            </a:r>
            <a:r>
              <a:rPr lang="en-US" dirty="0"/>
              <a:t> and even </a:t>
            </a:r>
            <a:r>
              <a:rPr lang="en-US" b="1" dirty="0"/>
              <a:t>produce full report text</a:t>
            </a:r>
            <a:r>
              <a:rPr lang="en-US" dirty="0"/>
              <a:t>—making weekly performance tracking much faster and easier for learners.</a:t>
            </a:r>
          </a:p>
          <a:p>
            <a:endParaRPr lang="en-IN" dirty="0"/>
          </a:p>
        </p:txBody>
      </p:sp>
      <p:sp>
        <p:nvSpPr>
          <p:cNvPr id="4" name="Slide Number Placeholder 3"/>
          <p:cNvSpPr>
            <a:spLocks noGrp="1"/>
          </p:cNvSpPr>
          <p:nvPr>
            <p:ph type="sldNum" sz="quarter" idx="5"/>
          </p:nvPr>
        </p:nvSpPr>
        <p:spPr/>
        <p:txBody>
          <a:bodyPr/>
          <a:lstStyle/>
          <a:p>
            <a:fld id="{F00FC4EF-F040-4629-96AB-A33446C1CF54}" type="slidenum">
              <a:rPr lang="en-IN" smtClean="0"/>
              <a:t>9</a:t>
            </a:fld>
            <a:endParaRPr lang="en-IN"/>
          </a:p>
        </p:txBody>
      </p:sp>
    </p:spTree>
    <p:extLst>
      <p:ext uri="{BB962C8B-B14F-4D97-AF65-F5344CB8AC3E}">
        <p14:creationId xmlns:p14="http://schemas.microsoft.com/office/powerpoint/2010/main" val="15992335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shows how simple the automation workflow is.</a:t>
            </a:r>
            <a:br>
              <a:rPr lang="en-US" dirty="0">
                <a:cs typeface="+mn-lt"/>
              </a:rPr>
            </a:br>
            <a:r>
              <a:rPr lang="en-US" dirty="0"/>
              <a:t> Learners just </a:t>
            </a:r>
            <a:r>
              <a:rPr lang="en-US" b="1" dirty="0"/>
              <a:t>enter their data weekly</a:t>
            </a:r>
            <a:r>
              <a:rPr lang="en-US" dirty="0"/>
              <a:t>, and Excel handles the rest automatically. It </a:t>
            </a:r>
            <a:r>
              <a:rPr lang="en-US" b="1" dirty="0"/>
              <a:t>calculates values</a:t>
            </a:r>
            <a:r>
              <a:rPr lang="en-US" dirty="0"/>
              <a:t>, </a:t>
            </a:r>
            <a:r>
              <a:rPr lang="en-US" b="1" dirty="0"/>
              <a:t>generates an AI summary</a:t>
            </a:r>
            <a:r>
              <a:rPr lang="en-US" dirty="0"/>
              <a:t>, and within seconds, the </a:t>
            </a:r>
            <a:r>
              <a:rPr lang="en-US" b="1" dirty="0"/>
              <a:t>report is ready</a:t>
            </a:r>
            <a:r>
              <a:rPr lang="en-US" dirty="0"/>
              <a:t>.”</a:t>
            </a:r>
          </a:p>
          <a:p>
            <a:endParaRPr lang="en-IN" dirty="0"/>
          </a:p>
        </p:txBody>
      </p:sp>
      <p:sp>
        <p:nvSpPr>
          <p:cNvPr id="4" name="Slide Number Placeholder 3"/>
          <p:cNvSpPr>
            <a:spLocks noGrp="1"/>
          </p:cNvSpPr>
          <p:nvPr>
            <p:ph type="sldNum" sz="quarter" idx="5"/>
          </p:nvPr>
        </p:nvSpPr>
        <p:spPr/>
        <p:txBody>
          <a:bodyPr/>
          <a:lstStyle/>
          <a:p>
            <a:fld id="{F00FC4EF-F040-4629-96AB-A33446C1CF54}" type="slidenum">
              <a:rPr lang="en-IN" smtClean="0"/>
              <a:t>10</a:t>
            </a:fld>
            <a:endParaRPr lang="en-IN"/>
          </a:p>
        </p:txBody>
      </p:sp>
    </p:spTree>
    <p:extLst>
      <p:ext uri="{BB962C8B-B14F-4D97-AF65-F5344CB8AC3E}">
        <p14:creationId xmlns:p14="http://schemas.microsoft.com/office/powerpoint/2010/main" val="7948713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wraps up everything learners will produce by the end of the activity. Each learner will create an Excel sheet with formulas, calculate attendance percentages, use AI to generate analysis, and prepare a weekly performance report. It summarizes the practical outcomes of the entire session</a:t>
            </a:r>
            <a:endParaRPr lang="en-US" dirty="0"/>
          </a:p>
          <a:p>
            <a:endParaRPr lang="en-IN" dirty="0"/>
          </a:p>
        </p:txBody>
      </p:sp>
      <p:sp>
        <p:nvSpPr>
          <p:cNvPr id="4" name="Slide Number Placeholder 3"/>
          <p:cNvSpPr>
            <a:spLocks noGrp="1"/>
          </p:cNvSpPr>
          <p:nvPr>
            <p:ph type="sldNum" sz="quarter" idx="5"/>
          </p:nvPr>
        </p:nvSpPr>
        <p:spPr/>
        <p:txBody>
          <a:bodyPr/>
          <a:lstStyle/>
          <a:p>
            <a:fld id="{F00FC4EF-F040-4629-96AB-A33446C1CF54}" type="slidenum">
              <a:rPr lang="en-IN" smtClean="0"/>
              <a:t>11</a:t>
            </a:fld>
            <a:endParaRPr lang="en-IN"/>
          </a:p>
        </p:txBody>
      </p:sp>
    </p:spTree>
    <p:extLst>
      <p:ext uri="{BB962C8B-B14F-4D97-AF65-F5344CB8AC3E}">
        <p14:creationId xmlns:p14="http://schemas.microsoft.com/office/powerpoint/2010/main" val="19838784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References</a:t>
            </a:r>
          </a:p>
        </p:txBody>
      </p:sp>
      <p:sp>
        <p:nvSpPr>
          <p:cNvPr id="4" name="Slide Number Placeholder 3"/>
          <p:cNvSpPr>
            <a:spLocks noGrp="1"/>
          </p:cNvSpPr>
          <p:nvPr>
            <p:ph type="sldNum" sz="quarter" idx="5"/>
          </p:nvPr>
        </p:nvSpPr>
        <p:spPr/>
        <p:txBody>
          <a:bodyPr/>
          <a:lstStyle/>
          <a:p>
            <a:fld id="{F00FC4EF-F040-4629-96AB-A33446C1CF54}" type="slidenum">
              <a:rPr lang="en-IN" smtClean="0"/>
              <a:t>12</a:t>
            </a:fld>
            <a:endParaRPr lang="en-IN"/>
          </a:p>
        </p:txBody>
      </p:sp>
    </p:spTree>
    <p:extLst>
      <p:ext uri="{BB962C8B-B14F-4D97-AF65-F5344CB8AC3E}">
        <p14:creationId xmlns:p14="http://schemas.microsoft.com/office/powerpoint/2010/main" val="18288481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spcAft>
                <a:spcPts val="800"/>
              </a:spcAft>
              <a:buAutoNum type="arabicPeriod"/>
            </a:pPr>
            <a:r>
              <a:rPr lang="en-US" b="1"/>
              <a:t>What is one key advantage of using Copilot in Excel?</a:t>
            </a:r>
            <a:endParaRPr lang="en-US" dirty="0"/>
          </a:p>
          <a:p>
            <a:pPr>
              <a:spcAft>
                <a:spcPts val="800"/>
              </a:spcAft>
            </a:pPr>
            <a:endParaRPr lang="en-US" dirty="0"/>
          </a:p>
          <a:p>
            <a:pPr marL="283210" indent="-283210">
              <a:spcAft>
                <a:spcPts val="800"/>
              </a:spcAft>
              <a:buAutoNum type="alphaLcParenR"/>
            </a:pPr>
            <a:r>
              <a:rPr lang="en-US"/>
              <a:t>It replaces Excel completely</a:t>
            </a:r>
            <a:endParaRPr lang="en-US" dirty="0"/>
          </a:p>
          <a:p>
            <a:pPr marL="283210" indent="-283210">
              <a:spcAft>
                <a:spcPts val="800"/>
              </a:spcAft>
              <a:buAutoNum type="alphaLcParenR"/>
            </a:pPr>
            <a:r>
              <a:rPr lang="en-US" dirty="0" err="1"/>
              <a:t>Analyse</a:t>
            </a:r>
            <a:r>
              <a:rPr lang="en-US" dirty="0"/>
              <a:t> data automatically</a:t>
            </a:r>
          </a:p>
          <a:p>
            <a:pPr marL="283210" indent="-283210">
              <a:spcAft>
                <a:spcPts val="800"/>
              </a:spcAft>
              <a:buAutoNum type="alphaLcParenR"/>
            </a:pPr>
            <a:r>
              <a:rPr lang="en-US" dirty="0"/>
              <a:t>Removes the need for </a:t>
            </a:r>
            <a:r>
              <a:rPr lang="en-US" dirty="0" err="1"/>
              <a:t>struuctured</a:t>
            </a:r>
            <a:r>
              <a:rPr lang="en-US" dirty="0"/>
              <a:t> data</a:t>
            </a:r>
          </a:p>
          <a:p>
            <a:pPr marL="283210" indent="-283210">
              <a:spcAft>
                <a:spcPts val="800"/>
              </a:spcAft>
              <a:buAutoNum type="alphaLcParenR"/>
            </a:pPr>
            <a:r>
              <a:rPr lang="en-US"/>
              <a:t>Works only with charts</a:t>
            </a:r>
          </a:p>
          <a:p>
            <a:pPr marL="283210" indent="-283210">
              <a:spcAft>
                <a:spcPts val="800"/>
              </a:spcAft>
              <a:buAutoNum type="alphaLcParenR"/>
            </a:pPr>
            <a:endParaRPr lang="en-US" dirty="0">
              <a:ea typeface="Calibri"/>
              <a:cs typeface="Calibri"/>
            </a:endParaRPr>
          </a:p>
          <a:p>
            <a:pPr marL="171450" indent="-171450">
              <a:buFont typeface="Arial"/>
              <a:buChar char="•"/>
            </a:pPr>
            <a:r>
              <a:rPr lang="en-IN" b="1" dirty="0"/>
              <a:t>Answer: Option b</a:t>
            </a:r>
            <a:endParaRPr lang="en-US" dirty="0"/>
          </a:p>
          <a:p>
            <a:pPr marL="171450" indent="-171450">
              <a:buFont typeface="Arial"/>
              <a:buChar char="•"/>
            </a:pPr>
            <a:r>
              <a:rPr lang="en-IN" b="1"/>
              <a:t>Analyse Data Automatically</a:t>
            </a:r>
            <a:endParaRPr lang="en-IN"/>
          </a:p>
          <a:p>
            <a:pPr marL="283210" indent="-283210">
              <a:spcAft>
                <a:spcPts val="800"/>
              </a:spcAft>
              <a:buAutoNum type="alphaLcParenR"/>
            </a:pPr>
            <a:endParaRPr lang="en-US" dirty="0">
              <a:ea typeface="Calibri"/>
              <a:cs typeface="Calibri"/>
            </a:endParaRPr>
          </a:p>
        </p:txBody>
      </p:sp>
      <p:sp>
        <p:nvSpPr>
          <p:cNvPr id="4" name="Slide Number Placeholder 3"/>
          <p:cNvSpPr>
            <a:spLocks noGrp="1"/>
          </p:cNvSpPr>
          <p:nvPr>
            <p:ph type="sldNum" sz="quarter" idx="5"/>
          </p:nvPr>
        </p:nvSpPr>
        <p:spPr/>
        <p:txBody>
          <a:bodyPr/>
          <a:lstStyle/>
          <a:p>
            <a:fld id="{F00FC4EF-F040-4629-96AB-A33446C1CF54}" type="slidenum">
              <a:rPr lang="en-IN" smtClean="0"/>
              <a:t>14</a:t>
            </a:fld>
            <a:endParaRPr lang="en-IN"/>
          </a:p>
        </p:txBody>
      </p:sp>
    </p:spTree>
    <p:extLst>
      <p:ext uri="{BB962C8B-B14F-4D97-AF65-F5344CB8AC3E}">
        <p14:creationId xmlns:p14="http://schemas.microsoft.com/office/powerpoint/2010/main" val="40190708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84E5D-AFAC-878E-72B8-CFC44F0A9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87DC53-0FF9-3395-A98A-2BB5A6FFAA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543BFB-98F3-C00F-C809-AED7C97E466E}"/>
              </a:ext>
            </a:extLst>
          </p:cNvPr>
          <p:cNvSpPr>
            <a:spLocks noGrp="1"/>
          </p:cNvSpPr>
          <p:nvPr>
            <p:ph type="body" idx="1"/>
          </p:nvPr>
        </p:nvSpPr>
        <p:spPr/>
        <p:txBody>
          <a:bodyPr/>
          <a:lstStyle/>
          <a:p>
            <a:pPr marL="171450" indent="-171450">
              <a:spcAft>
                <a:spcPts val="800"/>
              </a:spcAft>
              <a:buFont typeface="Arial"/>
              <a:buChar char="•"/>
            </a:pPr>
            <a:r>
              <a:rPr lang="en-US" b="1"/>
              <a:t>2. In AI‑assisted Excel, how do users generate formulas?</a:t>
            </a:r>
            <a:endParaRPr lang="en-US" dirty="0"/>
          </a:p>
          <a:p>
            <a:pPr marL="342900" indent="-342900">
              <a:spcAft>
                <a:spcPts val="800"/>
              </a:spcAft>
              <a:buAutoNum type="arabicPeriod"/>
            </a:pPr>
            <a:endParaRPr lang="en-US" dirty="0"/>
          </a:p>
          <a:p>
            <a:pPr marL="171450" indent="-171450">
              <a:spcAft>
                <a:spcPts val="800"/>
              </a:spcAft>
              <a:buFont typeface="Arial"/>
              <a:buChar char="•"/>
            </a:pPr>
            <a:endParaRPr lang="en-US" dirty="0"/>
          </a:p>
          <a:p>
            <a:pPr marL="283210" indent="-283210">
              <a:spcAft>
                <a:spcPts val="800"/>
              </a:spcAft>
              <a:buAutoNum type="alphaLcParenR"/>
            </a:pPr>
            <a:r>
              <a:rPr lang="en-US"/>
              <a:t>By memorizing formula syntax</a:t>
            </a:r>
            <a:endParaRPr lang="en-US" dirty="0"/>
          </a:p>
          <a:p>
            <a:pPr marL="283210" indent="-283210">
              <a:spcAft>
                <a:spcPts val="800"/>
              </a:spcAft>
              <a:buAutoNum type="alphaLcParenR"/>
            </a:pPr>
            <a:r>
              <a:rPr lang="en-US"/>
              <a:t>By writing VBA syntax</a:t>
            </a:r>
            <a:endParaRPr lang="en-US" dirty="0"/>
          </a:p>
          <a:p>
            <a:pPr marL="283210" indent="-283210">
              <a:spcAft>
                <a:spcPts val="800"/>
              </a:spcAft>
              <a:buFontTx/>
              <a:buAutoNum type="alphaLcParenR"/>
            </a:pPr>
            <a:r>
              <a:rPr lang="en-US"/>
              <a:t>Describe task in words</a:t>
            </a:r>
            <a:endParaRPr lang="en-US" dirty="0"/>
          </a:p>
          <a:p>
            <a:pPr marL="283210" indent="-283210">
              <a:spcAft>
                <a:spcPts val="800"/>
              </a:spcAft>
              <a:buFontTx/>
              <a:buAutoNum type="alphaLcParenR"/>
            </a:pPr>
            <a:r>
              <a:rPr lang="en-US"/>
              <a:t>Through manual calculation</a:t>
            </a:r>
            <a:endParaRPr lang="en-IN"/>
          </a:p>
          <a:p>
            <a:pPr>
              <a:spcAft>
                <a:spcPts val="800"/>
              </a:spcAft>
            </a:pPr>
            <a:endParaRPr lang="en-US" dirty="0">
              <a:ea typeface="Calibri"/>
              <a:cs typeface="Calibri"/>
            </a:endParaRPr>
          </a:p>
          <a:p>
            <a:r>
              <a:rPr lang="en-IN" b="1" dirty="0"/>
              <a:t>Answer: Option c</a:t>
            </a:r>
            <a:endParaRPr lang="en-US" dirty="0"/>
          </a:p>
          <a:p>
            <a:r>
              <a:rPr lang="en-IN" b="1"/>
              <a:t>Describe tasks in words</a:t>
            </a:r>
            <a:endParaRPr lang="en-IN"/>
          </a:p>
          <a:p>
            <a:pPr>
              <a:spcAft>
                <a:spcPts val="800"/>
              </a:spcAft>
            </a:pPr>
            <a:endParaRPr lang="en-US" dirty="0">
              <a:ea typeface="Calibri"/>
              <a:cs typeface="Calibri"/>
            </a:endParaRPr>
          </a:p>
          <a:p>
            <a:pPr marL="283210" indent="-283210">
              <a:spcAft>
                <a:spcPts val="800"/>
              </a:spcAft>
              <a:buAutoNum type="alphaLcParenR"/>
            </a:pPr>
            <a:endParaRPr lang="en-US" dirty="0">
              <a:ea typeface="Calibri"/>
              <a:cs typeface="Calibri"/>
            </a:endParaRPr>
          </a:p>
        </p:txBody>
      </p:sp>
      <p:sp>
        <p:nvSpPr>
          <p:cNvPr id="4" name="Slide Number Placeholder 3">
            <a:extLst>
              <a:ext uri="{FF2B5EF4-FFF2-40B4-BE49-F238E27FC236}">
                <a16:creationId xmlns:a16="http://schemas.microsoft.com/office/drawing/2014/main" id="{8D0BD37E-F170-41E7-8E27-6B92FB3589C0}"/>
              </a:ext>
            </a:extLst>
          </p:cNvPr>
          <p:cNvSpPr>
            <a:spLocks noGrp="1"/>
          </p:cNvSpPr>
          <p:nvPr>
            <p:ph type="sldNum" sz="quarter" idx="5"/>
          </p:nvPr>
        </p:nvSpPr>
        <p:spPr/>
        <p:txBody>
          <a:bodyPr/>
          <a:lstStyle/>
          <a:p>
            <a:fld id="{F00FC4EF-F040-4629-96AB-A33446C1CF54}" type="slidenum">
              <a:rPr lang="en-IN" smtClean="0"/>
              <a:t>15</a:t>
            </a:fld>
            <a:endParaRPr lang="en-IN"/>
          </a:p>
        </p:txBody>
      </p:sp>
    </p:spTree>
    <p:extLst>
      <p:ext uri="{BB962C8B-B14F-4D97-AF65-F5344CB8AC3E}">
        <p14:creationId xmlns:p14="http://schemas.microsoft.com/office/powerpoint/2010/main" val="4721355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126CB-DFA9-ACC4-08BF-466F0F4780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D5EAD5-1D7D-ADB0-3461-DDBFCD98C8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0E2419-8F77-AE95-444C-690662F342DB}"/>
              </a:ext>
            </a:extLst>
          </p:cNvPr>
          <p:cNvSpPr>
            <a:spLocks noGrp="1"/>
          </p:cNvSpPr>
          <p:nvPr>
            <p:ph type="body" idx="1"/>
          </p:nvPr>
        </p:nvSpPr>
        <p:spPr/>
        <p:txBody>
          <a:bodyPr/>
          <a:lstStyle/>
          <a:p>
            <a:pPr>
              <a:spcAft>
                <a:spcPts val="800"/>
              </a:spcAft>
            </a:pPr>
            <a:r>
              <a:rPr lang="en-US" b="1" dirty="0"/>
              <a:t>3. What is the first step in the automation </a:t>
            </a:r>
            <a:r>
              <a:rPr lang="en-US" b="1" dirty="0" err="1"/>
              <a:t>workflowmentioned</a:t>
            </a:r>
            <a:r>
              <a:rPr lang="en-US" b="1" dirty="0"/>
              <a:t> in the PPT?</a:t>
            </a:r>
            <a:endParaRPr lang="en-US" dirty="0">
              <a:ea typeface="Calibri" panose="020F0502020204030204"/>
              <a:cs typeface="Calibri" panose="020F0502020204030204"/>
            </a:endParaRPr>
          </a:p>
          <a:p>
            <a:pPr marL="171450" indent="-171450">
              <a:spcAft>
                <a:spcPts val="800"/>
              </a:spcAft>
              <a:buFont typeface="Arial"/>
              <a:buChar char="•"/>
            </a:pPr>
            <a:endParaRPr lang="en-US" dirty="0"/>
          </a:p>
          <a:p>
            <a:pPr marL="171450" indent="-171450">
              <a:spcAft>
                <a:spcPts val="800"/>
              </a:spcAft>
              <a:buFont typeface="Arial"/>
              <a:buChar char="•"/>
            </a:pPr>
            <a:endParaRPr lang="en-US" dirty="0"/>
          </a:p>
          <a:p>
            <a:pPr marL="283210" indent="-283210">
              <a:spcAft>
                <a:spcPts val="800"/>
              </a:spcAft>
              <a:buAutoNum type="alphaLcParenR"/>
            </a:pPr>
            <a:r>
              <a:rPr lang="en-US"/>
              <a:t>Enter structured data</a:t>
            </a:r>
            <a:endParaRPr lang="en-US" dirty="0"/>
          </a:p>
          <a:p>
            <a:pPr marL="283210" indent="-283210">
              <a:spcAft>
                <a:spcPts val="800"/>
              </a:spcAft>
              <a:buAutoNum type="alphaLcParenR"/>
            </a:pPr>
            <a:r>
              <a:rPr lang="en-US"/>
              <a:t>Generate Pivots</a:t>
            </a:r>
            <a:endParaRPr lang="en-US" dirty="0"/>
          </a:p>
          <a:p>
            <a:pPr marL="283210" indent="-283210">
              <a:spcAft>
                <a:spcPts val="800"/>
              </a:spcAft>
              <a:buAutoNum type="alphaLcParenR"/>
            </a:pPr>
            <a:r>
              <a:rPr lang="en-US"/>
              <a:t>Create report</a:t>
            </a:r>
            <a:endParaRPr lang="en-US" dirty="0"/>
          </a:p>
          <a:p>
            <a:pPr marL="283210" indent="-283210">
              <a:spcAft>
                <a:spcPts val="800"/>
              </a:spcAft>
              <a:buAutoNum type="alphaLcParenR"/>
            </a:pPr>
            <a:r>
              <a:rPr lang="en-US"/>
              <a:t>Write formulas manually</a:t>
            </a:r>
          </a:p>
          <a:p>
            <a:pPr marL="283210" indent="-283210">
              <a:spcAft>
                <a:spcPts val="800"/>
              </a:spcAft>
              <a:buAutoNum type="alphaLcParenR"/>
            </a:pPr>
            <a:endParaRPr lang="en-US" dirty="0">
              <a:ea typeface="Calibri"/>
              <a:cs typeface="Calibri"/>
            </a:endParaRPr>
          </a:p>
          <a:p>
            <a:r>
              <a:rPr lang="en-IN" b="1" dirty="0"/>
              <a:t>Answer: Option a</a:t>
            </a:r>
            <a:endParaRPr lang="en-US" dirty="0"/>
          </a:p>
          <a:p>
            <a:pPr>
              <a:spcAft>
                <a:spcPts val="800"/>
              </a:spcAft>
            </a:pPr>
            <a:r>
              <a:rPr lang="en-US" b="1"/>
              <a:t>Enter structured data</a:t>
            </a:r>
            <a:endParaRPr lang="en-US"/>
          </a:p>
        </p:txBody>
      </p:sp>
      <p:sp>
        <p:nvSpPr>
          <p:cNvPr id="4" name="Slide Number Placeholder 3">
            <a:extLst>
              <a:ext uri="{FF2B5EF4-FFF2-40B4-BE49-F238E27FC236}">
                <a16:creationId xmlns:a16="http://schemas.microsoft.com/office/drawing/2014/main" id="{F32BF705-ADDD-5BEB-CC5B-3C1BB4B91465}"/>
              </a:ext>
            </a:extLst>
          </p:cNvPr>
          <p:cNvSpPr>
            <a:spLocks noGrp="1"/>
          </p:cNvSpPr>
          <p:nvPr>
            <p:ph type="sldNum" sz="quarter" idx="5"/>
          </p:nvPr>
        </p:nvSpPr>
        <p:spPr/>
        <p:txBody>
          <a:bodyPr/>
          <a:lstStyle/>
          <a:p>
            <a:fld id="{F00FC4EF-F040-4629-96AB-A33446C1CF54}" type="slidenum">
              <a:rPr lang="en-IN" smtClean="0"/>
              <a:t>16</a:t>
            </a:fld>
            <a:endParaRPr lang="en-IN"/>
          </a:p>
        </p:txBody>
      </p:sp>
    </p:spTree>
    <p:extLst>
      <p:ext uri="{BB962C8B-B14F-4D97-AF65-F5344CB8AC3E}">
        <p14:creationId xmlns:p14="http://schemas.microsoft.com/office/powerpoint/2010/main" val="3783931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00479-4D24-3F7A-C5C1-ADA34CE271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1A7476-2CA0-1D8C-9CAD-E6ADBB98E7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109D8E-133B-35BF-CFCC-1FE5A54D6FC3}"/>
              </a:ext>
            </a:extLst>
          </p:cNvPr>
          <p:cNvSpPr>
            <a:spLocks noGrp="1"/>
          </p:cNvSpPr>
          <p:nvPr>
            <p:ph type="body" idx="1"/>
          </p:nvPr>
        </p:nvSpPr>
        <p:spPr/>
        <p:txBody>
          <a:bodyPr/>
          <a:lstStyle/>
          <a:p>
            <a:pPr>
              <a:spcAft>
                <a:spcPts val="800"/>
              </a:spcAft>
            </a:pPr>
            <a:r>
              <a:rPr lang="en-US" b="1" dirty="0"/>
              <a:t>4. What is one major benefit of AI‑assisted </a:t>
            </a:r>
            <a:r>
              <a:rPr lang="en-US" b="1" dirty="0" err="1"/>
              <a:t>Excelcompared</a:t>
            </a:r>
            <a:r>
              <a:rPr lang="en-US" b="1" dirty="0"/>
              <a:t> to traditional Excel?</a:t>
            </a:r>
            <a:endParaRPr lang="en-US" dirty="0"/>
          </a:p>
          <a:p>
            <a:pPr>
              <a:spcAft>
                <a:spcPts val="800"/>
              </a:spcAft>
            </a:pPr>
            <a:endParaRPr lang="en-US" dirty="0"/>
          </a:p>
          <a:p>
            <a:pPr>
              <a:spcAft>
                <a:spcPts val="800"/>
              </a:spcAft>
            </a:pPr>
            <a:endParaRPr lang="en-US" dirty="0"/>
          </a:p>
          <a:p>
            <a:pPr>
              <a:spcAft>
                <a:spcPts val="800"/>
              </a:spcAft>
            </a:pPr>
            <a:endParaRPr lang="en-US" dirty="0"/>
          </a:p>
          <a:p>
            <a:pPr marL="283210" indent="-283210">
              <a:spcAft>
                <a:spcPts val="800"/>
              </a:spcAft>
              <a:buAutoNum type="alphaLcParenR"/>
            </a:pPr>
            <a:r>
              <a:rPr lang="en-US"/>
              <a:t>E Requires more manual effort</a:t>
            </a:r>
            <a:endParaRPr lang="en-US" dirty="0"/>
          </a:p>
          <a:p>
            <a:pPr marL="283210" indent="-283210">
              <a:spcAft>
                <a:spcPts val="800"/>
              </a:spcAft>
              <a:buAutoNum type="alphaLcParenR"/>
            </a:pPr>
            <a:r>
              <a:rPr lang="en-US"/>
              <a:t>Faster workflow</a:t>
            </a:r>
            <a:endParaRPr lang="en-US" dirty="0"/>
          </a:p>
          <a:p>
            <a:pPr marL="283210" indent="-283210">
              <a:spcAft>
                <a:spcPts val="800"/>
              </a:spcAft>
              <a:buAutoNum type="alphaLcParenR"/>
            </a:pPr>
            <a:r>
              <a:rPr lang="en-US"/>
              <a:t>Harder for beginners</a:t>
            </a:r>
            <a:endParaRPr lang="en-US" dirty="0"/>
          </a:p>
          <a:p>
            <a:pPr marL="283210" indent="-283210">
              <a:spcAft>
                <a:spcPts val="800"/>
              </a:spcAft>
              <a:buAutoNum type="alphaLcParenR"/>
            </a:pPr>
            <a:r>
              <a:rPr lang="en-US"/>
              <a:t>Requires coding knowledge</a:t>
            </a:r>
          </a:p>
          <a:p>
            <a:pPr marL="283210" indent="-283210">
              <a:spcAft>
                <a:spcPts val="800"/>
              </a:spcAft>
              <a:buAutoNum type="alphaLcParenR"/>
            </a:pPr>
            <a:endParaRPr lang="en-US" dirty="0">
              <a:ea typeface="Calibri"/>
              <a:cs typeface="Calibri"/>
            </a:endParaRPr>
          </a:p>
          <a:p>
            <a:r>
              <a:rPr lang="en-IN" b="1" dirty="0"/>
              <a:t>Answer: Option b</a:t>
            </a:r>
            <a:endParaRPr lang="en-IN" dirty="0"/>
          </a:p>
          <a:p>
            <a:pPr>
              <a:spcAft>
                <a:spcPts val="800"/>
              </a:spcAft>
            </a:pPr>
            <a:r>
              <a:rPr lang="en-US" b="1"/>
              <a:t>Faster workflow</a:t>
            </a:r>
            <a:endParaRPr lang="en-US"/>
          </a:p>
        </p:txBody>
      </p:sp>
      <p:sp>
        <p:nvSpPr>
          <p:cNvPr id="4" name="Slide Number Placeholder 3">
            <a:extLst>
              <a:ext uri="{FF2B5EF4-FFF2-40B4-BE49-F238E27FC236}">
                <a16:creationId xmlns:a16="http://schemas.microsoft.com/office/drawing/2014/main" id="{359F4FF0-FA5D-69CF-0D18-0DEF2972F262}"/>
              </a:ext>
            </a:extLst>
          </p:cNvPr>
          <p:cNvSpPr>
            <a:spLocks noGrp="1"/>
          </p:cNvSpPr>
          <p:nvPr>
            <p:ph type="sldNum" sz="quarter" idx="5"/>
          </p:nvPr>
        </p:nvSpPr>
        <p:spPr/>
        <p:txBody>
          <a:bodyPr/>
          <a:lstStyle/>
          <a:p>
            <a:fld id="{F00FC4EF-F040-4629-96AB-A33446C1CF54}" type="slidenum">
              <a:rPr lang="en-IN" smtClean="0"/>
              <a:t>17</a:t>
            </a:fld>
            <a:endParaRPr lang="en-IN"/>
          </a:p>
        </p:txBody>
      </p:sp>
    </p:spTree>
    <p:extLst>
      <p:ext uri="{BB962C8B-B14F-4D97-AF65-F5344CB8AC3E}">
        <p14:creationId xmlns:p14="http://schemas.microsoft.com/office/powerpoint/2010/main" val="25728059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Thank You</a:t>
            </a:r>
          </a:p>
        </p:txBody>
      </p:sp>
      <p:sp>
        <p:nvSpPr>
          <p:cNvPr id="4" name="Slide Number Placeholder 3"/>
          <p:cNvSpPr>
            <a:spLocks noGrp="1"/>
          </p:cNvSpPr>
          <p:nvPr>
            <p:ph type="sldNum" sz="quarter" idx="5"/>
          </p:nvPr>
        </p:nvSpPr>
        <p:spPr/>
        <p:txBody>
          <a:bodyPr/>
          <a:lstStyle/>
          <a:p>
            <a:fld id="{F00FC4EF-F040-4629-96AB-A33446C1CF54}" type="slidenum">
              <a:rPr lang="en-IN" smtClean="0"/>
              <a:t>18</a:t>
            </a:fld>
            <a:endParaRPr lang="en-IN"/>
          </a:p>
        </p:txBody>
      </p:sp>
    </p:spTree>
    <p:extLst>
      <p:ext uri="{BB962C8B-B14F-4D97-AF65-F5344CB8AC3E}">
        <p14:creationId xmlns:p14="http://schemas.microsoft.com/office/powerpoint/2010/main" val="937886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4805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0048798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5B750CB-F068-50AE-8BEB-20EC7515F400}"/>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4" descr="Abstract White Background Images, HD Pictures and Wallpaper For Free  Download | Pngtree">
            <a:extLst>
              <a:ext uri="{FF2B5EF4-FFF2-40B4-BE49-F238E27FC236}">
                <a16:creationId xmlns:a16="http://schemas.microsoft.com/office/drawing/2014/main" id="{381F3695-8937-0C68-4FAE-266CC82C5098}"/>
              </a:ext>
            </a:extLst>
          </p:cNvPr>
          <p:cNvPicPr>
            <a:picLocks noChangeAspect="1" noChangeArrowheads="1"/>
          </p:cNvPicPr>
          <p:nvPr userDrawn="1"/>
        </p:nvPicPr>
        <p:blipFill rotWithShape="1">
          <a:blip r:embed="rId3">
            <a:alphaModFix amt="37000"/>
            <a:extLst>
              <a:ext uri="{28A0092B-C50C-407E-A947-70E740481C1C}">
                <a14:useLocalDpi xmlns:a14="http://schemas.microsoft.com/office/drawing/2010/main" val="0"/>
              </a:ext>
            </a:extLst>
          </a:blip>
          <a:srcRect t="1959" b="9928"/>
          <a:stretch/>
        </p:blipFill>
        <p:spPr bwMode="auto">
          <a:xfrm>
            <a:off x="1293813" y="1"/>
            <a:ext cx="10898187"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3">
            <a:extLst>
              <a:ext uri="{FF2B5EF4-FFF2-40B4-BE49-F238E27FC236}">
                <a16:creationId xmlns:a16="http://schemas.microsoft.com/office/drawing/2014/main" id="{DA6D6C8D-DD3B-2468-8A3F-39DA0D7CB0A4}"/>
              </a:ext>
            </a:extLst>
          </p:cNvPr>
          <p:cNvGrpSpPr/>
          <p:nvPr userDrawn="1"/>
        </p:nvGrpSpPr>
        <p:grpSpPr>
          <a:xfrm>
            <a:off x="2807825" y="-57051"/>
            <a:ext cx="609600" cy="6978551"/>
            <a:chOff x="0" y="-47625"/>
            <a:chExt cx="558233" cy="2756958"/>
          </a:xfrm>
          <a:solidFill>
            <a:srgbClr val="ACCBFF"/>
          </a:solidFill>
        </p:grpSpPr>
        <p:sp>
          <p:nvSpPr>
            <p:cNvPr id="10" name="Freeform 4">
              <a:extLst>
                <a:ext uri="{FF2B5EF4-FFF2-40B4-BE49-F238E27FC236}">
                  <a16:creationId xmlns:a16="http://schemas.microsoft.com/office/drawing/2014/main" id="{500E8AC0-76EB-1E06-0FAF-6680F05CB1CD}"/>
                </a:ext>
              </a:extLst>
            </p:cNvPr>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grpFill/>
            <a:ln>
              <a:solidFill>
                <a:srgbClr val="ACCBFF"/>
              </a:solidFill>
            </a:ln>
          </p:spPr>
          <p:txBody>
            <a:bodyPr/>
            <a:lstStyle/>
            <a:p>
              <a:endParaRPr lang="en-IN" sz="800"/>
            </a:p>
          </p:txBody>
        </p:sp>
        <p:sp>
          <p:nvSpPr>
            <p:cNvPr id="11" name="TextBox 5">
              <a:extLst>
                <a:ext uri="{FF2B5EF4-FFF2-40B4-BE49-F238E27FC236}">
                  <a16:creationId xmlns:a16="http://schemas.microsoft.com/office/drawing/2014/main" id="{7ADD2F8D-51CB-512C-7A0B-8C5BABABD0FD}"/>
                </a:ext>
              </a:extLst>
            </p:cNvPr>
            <p:cNvSpPr txBox="1"/>
            <p:nvPr/>
          </p:nvSpPr>
          <p:spPr>
            <a:xfrm>
              <a:off x="0" y="-47625"/>
              <a:ext cx="558233" cy="2756958"/>
            </a:xfrm>
            <a:prstGeom prst="rect">
              <a:avLst/>
            </a:prstGeom>
            <a:grpFill/>
            <a:ln>
              <a:solidFill>
                <a:srgbClr val="ACCBFF"/>
              </a:solidFill>
            </a:ln>
          </p:spPr>
          <p:txBody>
            <a:bodyPr lIns="33867" tIns="33867" rIns="33867" bIns="33867" rtlCol="0" anchor="ctr"/>
            <a:lstStyle/>
            <a:p>
              <a:pPr algn="ctr">
                <a:lnSpc>
                  <a:spcPts val="1773"/>
                </a:lnSpc>
              </a:pPr>
              <a:endParaRPr sz="800"/>
            </a:p>
          </p:txBody>
        </p:sp>
      </p:grpSp>
      <p:grpSp>
        <p:nvGrpSpPr>
          <p:cNvPr id="12" name="Group 3">
            <a:extLst>
              <a:ext uri="{FF2B5EF4-FFF2-40B4-BE49-F238E27FC236}">
                <a16:creationId xmlns:a16="http://schemas.microsoft.com/office/drawing/2014/main" id="{BCCB01C1-B1CC-154B-10AB-D4FB30CFDBDC}"/>
              </a:ext>
            </a:extLst>
          </p:cNvPr>
          <p:cNvGrpSpPr/>
          <p:nvPr userDrawn="1"/>
        </p:nvGrpSpPr>
        <p:grpSpPr>
          <a:xfrm>
            <a:off x="1392314" y="-57051"/>
            <a:ext cx="1413028" cy="6978551"/>
            <a:chOff x="0" y="-47625"/>
            <a:chExt cx="558233" cy="2756958"/>
          </a:xfrm>
          <a:solidFill>
            <a:srgbClr val="78AAFF"/>
          </a:solidFill>
        </p:grpSpPr>
        <p:sp>
          <p:nvSpPr>
            <p:cNvPr id="13" name="Freeform 4">
              <a:extLst>
                <a:ext uri="{FF2B5EF4-FFF2-40B4-BE49-F238E27FC236}">
                  <a16:creationId xmlns:a16="http://schemas.microsoft.com/office/drawing/2014/main" id="{FDE3FDA5-BD0B-17F8-40B1-96CFBE1CF445}"/>
                </a:ext>
              </a:extLst>
            </p:cNvPr>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grpFill/>
            <a:ln>
              <a:solidFill>
                <a:srgbClr val="78AAFF"/>
              </a:solidFill>
            </a:ln>
          </p:spPr>
          <p:txBody>
            <a:bodyPr/>
            <a:lstStyle/>
            <a:p>
              <a:endParaRPr lang="en-IN" sz="800"/>
            </a:p>
          </p:txBody>
        </p:sp>
        <p:sp>
          <p:nvSpPr>
            <p:cNvPr id="14" name="TextBox 5">
              <a:extLst>
                <a:ext uri="{FF2B5EF4-FFF2-40B4-BE49-F238E27FC236}">
                  <a16:creationId xmlns:a16="http://schemas.microsoft.com/office/drawing/2014/main" id="{B7D98124-E8C9-32D2-471B-D1A49B8C05B3}"/>
                </a:ext>
              </a:extLst>
            </p:cNvPr>
            <p:cNvSpPr txBox="1"/>
            <p:nvPr/>
          </p:nvSpPr>
          <p:spPr>
            <a:xfrm>
              <a:off x="0" y="-47625"/>
              <a:ext cx="558233" cy="2756958"/>
            </a:xfrm>
            <a:prstGeom prst="rect">
              <a:avLst/>
            </a:prstGeom>
            <a:grpFill/>
            <a:ln>
              <a:solidFill>
                <a:srgbClr val="78AAFF"/>
              </a:solidFill>
            </a:ln>
          </p:spPr>
          <p:txBody>
            <a:bodyPr lIns="33867" tIns="33867" rIns="33867" bIns="33867" rtlCol="0" anchor="ctr"/>
            <a:lstStyle/>
            <a:p>
              <a:pPr algn="ctr">
                <a:lnSpc>
                  <a:spcPts val="1773"/>
                </a:lnSpc>
              </a:pPr>
              <a:endParaRPr sz="800"/>
            </a:p>
          </p:txBody>
        </p:sp>
      </p:grpSp>
      <p:grpSp>
        <p:nvGrpSpPr>
          <p:cNvPr id="15" name="Group 6">
            <a:extLst>
              <a:ext uri="{FF2B5EF4-FFF2-40B4-BE49-F238E27FC236}">
                <a16:creationId xmlns:a16="http://schemas.microsoft.com/office/drawing/2014/main" id="{0ADDA3F6-609D-F625-E313-5D247F6BE25E}"/>
              </a:ext>
            </a:extLst>
          </p:cNvPr>
          <p:cNvGrpSpPr/>
          <p:nvPr userDrawn="1"/>
        </p:nvGrpSpPr>
        <p:grpSpPr>
          <a:xfrm>
            <a:off x="685800" y="63500"/>
            <a:ext cx="1413028" cy="6858000"/>
            <a:chOff x="0" y="0"/>
            <a:chExt cx="558233" cy="2709333"/>
          </a:xfrm>
          <a:solidFill>
            <a:srgbClr val="649EFF"/>
          </a:solidFill>
        </p:grpSpPr>
        <p:sp>
          <p:nvSpPr>
            <p:cNvPr id="16" name="Freeform 7">
              <a:extLst>
                <a:ext uri="{FF2B5EF4-FFF2-40B4-BE49-F238E27FC236}">
                  <a16:creationId xmlns:a16="http://schemas.microsoft.com/office/drawing/2014/main" id="{FF8AF282-A0C7-ECBD-CF94-3271CCC19ED6}"/>
                </a:ext>
              </a:extLst>
            </p:cNvPr>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grpFill/>
            <a:ln>
              <a:solidFill>
                <a:srgbClr val="649EFF"/>
              </a:solidFill>
            </a:ln>
          </p:spPr>
          <p:txBody>
            <a:bodyPr/>
            <a:lstStyle/>
            <a:p>
              <a:endParaRPr lang="en-IN" sz="800"/>
            </a:p>
          </p:txBody>
        </p:sp>
        <p:sp>
          <p:nvSpPr>
            <p:cNvPr id="17" name="TextBox 8">
              <a:extLst>
                <a:ext uri="{FF2B5EF4-FFF2-40B4-BE49-F238E27FC236}">
                  <a16:creationId xmlns:a16="http://schemas.microsoft.com/office/drawing/2014/main" id="{12552977-414D-5453-1D0F-50937A909377}"/>
                </a:ext>
              </a:extLst>
            </p:cNvPr>
            <p:cNvSpPr txBox="1"/>
            <p:nvPr/>
          </p:nvSpPr>
          <p:spPr>
            <a:xfrm>
              <a:off x="0" y="-47625"/>
              <a:ext cx="558233" cy="2756958"/>
            </a:xfrm>
            <a:prstGeom prst="rect">
              <a:avLst/>
            </a:prstGeom>
            <a:grpFill/>
            <a:ln>
              <a:solidFill>
                <a:srgbClr val="649EFF"/>
              </a:solidFill>
            </a:ln>
          </p:spPr>
          <p:txBody>
            <a:bodyPr lIns="33867" tIns="33867" rIns="33867" bIns="33867" rtlCol="0" anchor="ctr"/>
            <a:lstStyle/>
            <a:p>
              <a:pPr algn="ctr">
                <a:lnSpc>
                  <a:spcPts val="1773"/>
                </a:lnSpc>
              </a:pPr>
              <a:endParaRPr sz="800"/>
            </a:p>
          </p:txBody>
        </p:sp>
      </p:grpSp>
      <p:grpSp>
        <p:nvGrpSpPr>
          <p:cNvPr id="18" name="Group 17">
            <a:extLst>
              <a:ext uri="{FF2B5EF4-FFF2-40B4-BE49-F238E27FC236}">
                <a16:creationId xmlns:a16="http://schemas.microsoft.com/office/drawing/2014/main" id="{1F9AF0FA-480F-9298-6368-B0A53B5098B2}"/>
              </a:ext>
            </a:extLst>
          </p:cNvPr>
          <p:cNvGrpSpPr/>
          <p:nvPr userDrawn="1"/>
        </p:nvGrpSpPr>
        <p:grpSpPr>
          <a:xfrm>
            <a:off x="-20714" y="63500"/>
            <a:ext cx="1413028" cy="6858000"/>
            <a:chOff x="0" y="0"/>
            <a:chExt cx="558233" cy="2709333"/>
          </a:xfrm>
          <a:solidFill>
            <a:srgbClr val="4188FF"/>
          </a:solidFill>
        </p:grpSpPr>
        <p:sp>
          <p:nvSpPr>
            <p:cNvPr id="19" name="Freeform 10">
              <a:extLst>
                <a:ext uri="{FF2B5EF4-FFF2-40B4-BE49-F238E27FC236}">
                  <a16:creationId xmlns:a16="http://schemas.microsoft.com/office/drawing/2014/main" id="{AB6B29EC-B27F-4F3B-8D1B-3C64725F521A}"/>
                </a:ext>
              </a:extLst>
            </p:cNvPr>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grpFill/>
            <a:ln>
              <a:solidFill>
                <a:srgbClr val="4188FF"/>
              </a:solidFill>
            </a:ln>
          </p:spPr>
          <p:txBody>
            <a:bodyPr/>
            <a:lstStyle/>
            <a:p>
              <a:endParaRPr lang="en-IN" sz="800"/>
            </a:p>
          </p:txBody>
        </p:sp>
        <p:sp>
          <p:nvSpPr>
            <p:cNvPr id="20" name="TextBox 19">
              <a:extLst>
                <a:ext uri="{FF2B5EF4-FFF2-40B4-BE49-F238E27FC236}">
                  <a16:creationId xmlns:a16="http://schemas.microsoft.com/office/drawing/2014/main" id="{FAE94681-75F3-D10D-DA3B-086F9AA8AC2B}"/>
                </a:ext>
              </a:extLst>
            </p:cNvPr>
            <p:cNvSpPr txBox="1"/>
            <p:nvPr/>
          </p:nvSpPr>
          <p:spPr>
            <a:xfrm>
              <a:off x="0" y="-47625"/>
              <a:ext cx="558233" cy="2756958"/>
            </a:xfrm>
            <a:prstGeom prst="rect">
              <a:avLst/>
            </a:prstGeom>
            <a:grpFill/>
            <a:ln>
              <a:solidFill>
                <a:srgbClr val="4188FF"/>
              </a:solidFill>
            </a:ln>
          </p:spPr>
          <p:txBody>
            <a:bodyPr lIns="33867" tIns="33867" rIns="33867" bIns="33867" rtlCol="0" anchor="ctr"/>
            <a:lstStyle/>
            <a:p>
              <a:pPr algn="ctr">
                <a:lnSpc>
                  <a:spcPts val="1773"/>
                </a:lnSpc>
              </a:pPr>
              <a:endParaRPr sz="800"/>
            </a:p>
          </p:txBody>
        </p:sp>
      </p:grpSp>
    </p:spTree>
    <p:extLst>
      <p:ext uri="{BB962C8B-B14F-4D97-AF65-F5344CB8AC3E}">
        <p14:creationId xmlns:p14="http://schemas.microsoft.com/office/powerpoint/2010/main" val="1665043581"/>
      </p:ext>
    </p:extLst>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2192000" cy="660400"/>
          </a:xfrm>
          <a:prstGeom prst="rect">
            <a:avLst/>
          </a:prstGeom>
          <a:solidFill>
            <a:srgbClr val="ACCB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descr="A close up of a logo&#10;&#10;Description automatically generated">
            <a:extLst>
              <a:ext uri="{FF2B5EF4-FFF2-40B4-BE49-F238E27FC236}">
                <a16:creationId xmlns:a16="http://schemas.microsoft.com/office/drawing/2014/main" id="{77B327EF-A91F-6208-15F1-3A28C481366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626994" y="113975"/>
            <a:ext cx="1290128" cy="419605"/>
          </a:xfrm>
          <a:prstGeom prst="rect">
            <a:avLst/>
          </a:prstGeom>
        </p:spPr>
      </p:pic>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ACCB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616963FB-547E-5667-24B3-92F894162D45}"/>
              </a:ext>
            </a:extLst>
          </p:cNvPr>
          <p:cNvSpPr/>
          <p:nvPr userDrawn="1"/>
        </p:nvSpPr>
        <p:spPr>
          <a:xfrm>
            <a:off x="10146320" y="0"/>
            <a:ext cx="252046" cy="656492"/>
          </a:xfrm>
          <a:prstGeom prst="rect">
            <a:avLst/>
          </a:prstGeom>
          <a:solidFill>
            <a:srgbClr val="841910"/>
          </a:solidFill>
          <a:ln>
            <a:solidFill>
              <a:srgbClr val="8419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D839DA6E-34C0-C57A-CE75-B0AF3E0E58EE}"/>
              </a:ext>
            </a:extLst>
          </p:cNvPr>
          <p:cNvSpPr/>
          <p:nvPr userDrawn="1"/>
        </p:nvSpPr>
        <p:spPr>
          <a:xfrm>
            <a:off x="10017373" y="0"/>
            <a:ext cx="76203" cy="656492"/>
          </a:xfrm>
          <a:prstGeom prst="rect">
            <a:avLst/>
          </a:prstGeom>
          <a:solidFill>
            <a:srgbClr val="213163"/>
          </a:solidFill>
          <a:ln>
            <a:solidFill>
              <a:srgbClr val="2131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9" name="Group 28">
            <a:extLst>
              <a:ext uri="{FF2B5EF4-FFF2-40B4-BE49-F238E27FC236}">
                <a16:creationId xmlns:a16="http://schemas.microsoft.com/office/drawing/2014/main" id="{5C2D52CC-658B-257A-3CD2-8C2648661B86}"/>
              </a:ext>
            </a:extLst>
          </p:cNvPr>
          <p:cNvGrpSpPr/>
          <p:nvPr userDrawn="1"/>
        </p:nvGrpSpPr>
        <p:grpSpPr>
          <a:xfrm>
            <a:off x="1251611" y="6699504"/>
            <a:ext cx="380993" cy="158496"/>
            <a:chOff x="8868512" y="1301262"/>
            <a:chExt cx="380993" cy="656492"/>
          </a:xfrm>
        </p:grpSpPr>
        <p:sp>
          <p:nvSpPr>
            <p:cNvPr id="27" name="Rectangle 26">
              <a:extLst>
                <a:ext uri="{FF2B5EF4-FFF2-40B4-BE49-F238E27FC236}">
                  <a16:creationId xmlns:a16="http://schemas.microsoft.com/office/drawing/2014/main" id="{D6D89557-AFC8-50C6-235D-44F87890117E}"/>
                </a:ext>
              </a:extLst>
            </p:cNvPr>
            <p:cNvSpPr/>
            <p:nvPr userDrawn="1"/>
          </p:nvSpPr>
          <p:spPr>
            <a:xfrm>
              <a:off x="8997459" y="1301262"/>
              <a:ext cx="252046" cy="656492"/>
            </a:xfrm>
            <a:prstGeom prst="rect">
              <a:avLst/>
            </a:prstGeom>
            <a:solidFill>
              <a:srgbClr val="841910"/>
            </a:solidFill>
            <a:ln>
              <a:solidFill>
                <a:srgbClr val="8419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27">
              <a:extLst>
                <a:ext uri="{FF2B5EF4-FFF2-40B4-BE49-F238E27FC236}">
                  <a16:creationId xmlns:a16="http://schemas.microsoft.com/office/drawing/2014/main" id="{6BDAAA11-1FD3-C2BC-ABCE-4F0589F9118E}"/>
                </a:ext>
              </a:extLst>
            </p:cNvPr>
            <p:cNvSpPr/>
            <p:nvPr userDrawn="1"/>
          </p:nvSpPr>
          <p:spPr>
            <a:xfrm>
              <a:off x="8868512" y="1301262"/>
              <a:ext cx="76203" cy="656492"/>
            </a:xfrm>
            <a:prstGeom prst="rect">
              <a:avLst/>
            </a:prstGeom>
            <a:solidFill>
              <a:srgbClr val="213163"/>
            </a:solidFill>
            <a:ln>
              <a:solidFill>
                <a:srgbClr val="2131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 name="Freeform 2">
            <a:extLst>
              <a:ext uri="{FF2B5EF4-FFF2-40B4-BE49-F238E27FC236}">
                <a16:creationId xmlns:a16="http://schemas.microsoft.com/office/drawing/2014/main" id="{B8985A92-5B74-7983-45DA-B81B724DDA69}"/>
              </a:ext>
            </a:extLst>
          </p:cNvPr>
          <p:cNvSpPr/>
          <p:nvPr userDrawn="1"/>
        </p:nvSpPr>
        <p:spPr>
          <a:xfrm>
            <a:off x="0" y="656492"/>
            <a:ext cx="12192000" cy="60325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alphaModFix amt="65000"/>
            </a:blip>
            <a:stretch>
              <a:fillRect t="-29847" b="-21877"/>
            </a:stretch>
          </a:blipFill>
        </p:spPr>
        <p:txBody>
          <a:bodyPr/>
          <a:lstStyle/>
          <a:p>
            <a:endParaRPr lang="en-US"/>
          </a:p>
        </p:txBody>
      </p:sp>
    </p:spTree>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5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3.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5.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4.xml"/><Relationship Id="rId7" Type="http://schemas.openxmlformats.org/officeDocument/2006/relationships/diagramColors" Target="../diagrams/colors1.xml"/><Relationship Id="rId2" Type="http://schemas.openxmlformats.org/officeDocument/2006/relationships/slideLayout" Target="../slideLayouts/slideLayout3.xml"/><Relationship Id="rId1" Type="http://schemas.openxmlformats.org/officeDocument/2006/relationships/tags" Target="../tags/tag6.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5.xml"/><Relationship Id="rId7" Type="http://schemas.openxmlformats.org/officeDocument/2006/relationships/diagramColors" Target="../diagrams/colors2.xml"/><Relationship Id="rId2" Type="http://schemas.openxmlformats.org/officeDocument/2006/relationships/slideLayout" Target="../slideLayouts/slideLayout3.xml"/><Relationship Id="rId1" Type="http://schemas.openxmlformats.org/officeDocument/2006/relationships/tags" Target="../tags/tag7.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6.xml"/><Relationship Id="rId7" Type="http://schemas.openxmlformats.org/officeDocument/2006/relationships/diagramColors" Target="../diagrams/colors3.xml"/><Relationship Id="rId2" Type="http://schemas.openxmlformats.org/officeDocument/2006/relationships/slideLayout" Target="../slideLayouts/slideLayout3.xml"/><Relationship Id="rId1" Type="http://schemas.openxmlformats.org/officeDocument/2006/relationships/tags" Target="../tags/tag8.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tags" Target="../tags/tag10.xml"/><Relationship Id="rId5" Type="http://schemas.openxmlformats.org/officeDocument/2006/relationships/image" Target="../media/image9.sv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ags" Target="../tags/tag11.xml"/><Relationship Id="rId5" Type="http://schemas.openxmlformats.org/officeDocument/2006/relationships/image" Target="../media/image11.sv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hyperlink" Target="https://support.microsoft.com/en-us/topic/create-pivottables-with-copilot-in-excel-93f14f4e-1cb4-4d24-9509-d36a8677d652" TargetMode="External"/><Relationship Id="rId2" Type="http://schemas.openxmlformats.org/officeDocument/2006/relationships/slideLayout" Target="../slideLayouts/slideLayout3.xml"/><Relationship Id="rId1" Type="http://schemas.openxmlformats.org/officeDocument/2006/relationships/tags" Target="../tags/tag12.xml"/><Relationship Id="rId6" Type="http://schemas.openxmlformats.org/officeDocument/2006/relationships/hyperlink" Target="https://support.microsoft.com/en-us/office/generate-formula-rows-and-columns-with-copilot-in-excel-d866d926-9791-4e5f-be2a-c6dd9e587a47" TargetMode="External"/><Relationship Id="rId5" Type="http://schemas.openxmlformats.org/officeDocument/2006/relationships/hyperlink" Target="https://support.microsoft.com/en-us/topic/format-data-for-copilot-in-excel-1604c8eb-57f1-4db1-8363-d53336228c65" TargetMode="External"/><Relationship Id="rId4" Type="http://schemas.openxmlformats.org/officeDocument/2006/relationships/hyperlink" Target="https://support.microsoft.com/en-us/office/get-started-with-copilot-in-excel-d7110502-0334-4b4f-a175-a73abdfc118a"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BE93BD-9C29-AD91-88D5-08DF18A0EEAF}"/>
              </a:ext>
            </a:extLst>
          </p:cNvPr>
          <p:cNvSpPr txBox="1"/>
          <p:nvPr/>
        </p:nvSpPr>
        <p:spPr>
          <a:xfrm>
            <a:off x="6996398" y="2983158"/>
            <a:ext cx="2202135" cy="477054"/>
          </a:xfrm>
          <a:prstGeom prst="rect">
            <a:avLst/>
          </a:prstGeom>
          <a:noFill/>
        </p:spPr>
        <p:txBody>
          <a:bodyPr wrap="square" lIns="91440" tIns="45720" rIns="91440" bIns="45720" rtlCol="0" anchor="t">
            <a:spAutoFit/>
          </a:bodyPr>
          <a:lstStyle/>
          <a:p>
            <a:pPr algn="ctr"/>
            <a:r>
              <a:rPr lang="en-US" sz="2500" b="1" dirty="0">
                <a:latin typeface="Arial"/>
                <a:cs typeface="Arial"/>
              </a:rPr>
              <a:t>Module No 2</a:t>
            </a:r>
          </a:p>
        </p:txBody>
      </p:sp>
      <p:sp>
        <p:nvSpPr>
          <p:cNvPr id="5" name="TextBox 4">
            <a:extLst>
              <a:ext uri="{FF2B5EF4-FFF2-40B4-BE49-F238E27FC236}">
                <a16:creationId xmlns:a16="http://schemas.microsoft.com/office/drawing/2014/main" id="{69AB0D4E-853E-6882-BB79-0AB135C573F7}"/>
              </a:ext>
            </a:extLst>
          </p:cNvPr>
          <p:cNvSpPr txBox="1"/>
          <p:nvPr/>
        </p:nvSpPr>
        <p:spPr>
          <a:xfrm>
            <a:off x="4174203" y="4088058"/>
            <a:ext cx="7343895" cy="1323439"/>
          </a:xfrm>
          <a:prstGeom prst="rect">
            <a:avLst/>
          </a:prstGeom>
          <a:noFill/>
        </p:spPr>
        <p:txBody>
          <a:bodyPr wrap="square" lIns="91440" tIns="45720" rIns="91440" bIns="45720" rtlCol="0" anchor="t">
            <a:spAutoFit/>
          </a:bodyPr>
          <a:lstStyle/>
          <a:p>
            <a:pPr algn="ctr"/>
            <a:r>
              <a:rPr lang="en-US" sz="4000" b="1" dirty="0">
                <a:latin typeface="Arial"/>
                <a:cs typeface="Arial"/>
              </a:rPr>
              <a:t>Advanced Data Analysis using Copilot</a:t>
            </a:r>
            <a:endParaRPr lang="en-US" dirty="0"/>
          </a:p>
        </p:txBody>
      </p:sp>
      <p:sp>
        <p:nvSpPr>
          <p:cNvPr id="6" name="Rectangle 5">
            <a:extLst>
              <a:ext uri="{FF2B5EF4-FFF2-40B4-BE49-F238E27FC236}">
                <a16:creationId xmlns:a16="http://schemas.microsoft.com/office/drawing/2014/main" id="{63141075-E958-A7E3-71D9-421A839DF018}"/>
              </a:ext>
            </a:extLst>
          </p:cNvPr>
          <p:cNvSpPr/>
          <p:nvPr/>
        </p:nvSpPr>
        <p:spPr>
          <a:xfrm>
            <a:off x="4664800" y="3736035"/>
            <a:ext cx="6362700" cy="76200"/>
          </a:xfrm>
          <a:prstGeom prst="rect">
            <a:avLst/>
          </a:prstGeom>
          <a:solidFill>
            <a:srgbClr val="223266"/>
          </a:solidFill>
          <a:ln>
            <a:solidFill>
              <a:srgbClr val="2232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1">
            <a:extLst>
              <a:ext uri="{FF2B5EF4-FFF2-40B4-BE49-F238E27FC236}">
                <a16:creationId xmlns:a16="http://schemas.microsoft.com/office/drawing/2014/main" id="{D8816122-40F4-6F27-976B-023F5399B456}"/>
              </a:ext>
            </a:extLst>
          </p:cNvPr>
          <p:cNvGrpSpPr/>
          <p:nvPr/>
        </p:nvGrpSpPr>
        <p:grpSpPr>
          <a:xfrm>
            <a:off x="4791800" y="697089"/>
            <a:ext cx="6108700" cy="1194762"/>
            <a:chOff x="3746500" y="368300"/>
            <a:chExt cx="8051800" cy="1574800"/>
          </a:xfrm>
        </p:grpSpPr>
        <p:sp>
          <p:nvSpPr>
            <p:cNvPr id="3" name="Rectangle: Rounded Corners 2">
              <a:extLst>
                <a:ext uri="{FF2B5EF4-FFF2-40B4-BE49-F238E27FC236}">
                  <a16:creationId xmlns:a16="http://schemas.microsoft.com/office/drawing/2014/main" id="{67148D41-4474-2980-A2E9-A3EB362B7B0B}"/>
                </a:ext>
              </a:extLst>
            </p:cNvPr>
            <p:cNvSpPr/>
            <p:nvPr/>
          </p:nvSpPr>
          <p:spPr>
            <a:xfrm>
              <a:off x="3746500" y="368300"/>
              <a:ext cx="8051800" cy="1574800"/>
            </a:xfrm>
            <a:prstGeom prst="roundRect">
              <a:avLst/>
            </a:prstGeom>
            <a:solidFill>
              <a:srgbClr val="CDE0FF">
                <a:alpha val="51000"/>
              </a:srgbClr>
            </a:solidFill>
            <a:ln>
              <a:noFill/>
            </a:ln>
            <a:scene3d>
              <a:camera prst="orthographicFront"/>
              <a:lightRig rig="threePt" dir="t"/>
            </a:scene3d>
            <a:sp3d>
              <a:bevelT w="139700" prst="cross"/>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7" name="Group 6">
              <a:extLst>
                <a:ext uri="{FF2B5EF4-FFF2-40B4-BE49-F238E27FC236}">
                  <a16:creationId xmlns:a16="http://schemas.microsoft.com/office/drawing/2014/main" id="{DA5641ED-F16D-B18E-9F15-08352E828167}"/>
                </a:ext>
              </a:extLst>
            </p:cNvPr>
            <p:cNvGrpSpPr/>
            <p:nvPr/>
          </p:nvGrpSpPr>
          <p:grpSpPr>
            <a:xfrm>
              <a:off x="4190381" y="565076"/>
              <a:ext cx="7164038" cy="1181249"/>
              <a:chOff x="4275137" y="469899"/>
              <a:chExt cx="7164038" cy="1181249"/>
            </a:xfrm>
          </p:grpSpPr>
          <p:pic>
            <p:nvPicPr>
              <p:cNvPr id="8" name="Picture 7" descr="A logo with tools in the middle of a gear&#10;&#10;Description automatically generated">
                <a:extLst>
                  <a:ext uri="{FF2B5EF4-FFF2-40B4-BE49-F238E27FC236}">
                    <a16:creationId xmlns:a16="http://schemas.microsoft.com/office/drawing/2014/main" id="{D89AA077-B0C5-F856-E573-8C5C63EBA58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75137" y="469899"/>
                <a:ext cx="1185863" cy="1181249"/>
              </a:xfrm>
              <a:prstGeom prst="rect">
                <a:avLst/>
              </a:prstGeom>
            </p:spPr>
          </p:pic>
          <p:pic>
            <p:nvPicPr>
              <p:cNvPr id="10" name="Picture 9" descr="A black and grey logo&#10;&#10;Description automatically generated">
                <a:extLst>
                  <a:ext uri="{FF2B5EF4-FFF2-40B4-BE49-F238E27FC236}">
                    <a16:creationId xmlns:a16="http://schemas.microsoft.com/office/drawing/2014/main" id="{5300EA36-98F9-5D85-38F5-5C84998C0D6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3669" y="811241"/>
                <a:ext cx="2337593" cy="498565"/>
              </a:xfrm>
              <a:prstGeom prst="rect">
                <a:avLst/>
              </a:prstGeom>
            </p:spPr>
          </p:pic>
          <p:pic>
            <p:nvPicPr>
              <p:cNvPr id="15" name="Picture 14" descr="A close up of a logo&#10;&#10;Description automatically generated">
                <a:extLst>
                  <a:ext uri="{FF2B5EF4-FFF2-40B4-BE49-F238E27FC236}">
                    <a16:creationId xmlns:a16="http://schemas.microsoft.com/office/drawing/2014/main" id="{269A14BB-A222-1AD7-25A2-28A54781CC2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603931" y="762073"/>
                <a:ext cx="1835244" cy="596900"/>
              </a:xfrm>
              <a:prstGeom prst="rect">
                <a:avLst/>
              </a:prstGeom>
            </p:spPr>
          </p:pic>
        </p:grpSp>
      </p:grpSp>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6091F01-9AB2-CB60-2D6E-0ACFA0B53431}"/>
              </a:ext>
            </a:extLst>
          </p:cNvPr>
          <p:cNvGrpSpPr/>
          <p:nvPr/>
        </p:nvGrpSpPr>
        <p:grpSpPr>
          <a:xfrm>
            <a:off x="1525639" y="1675444"/>
            <a:ext cx="9140724" cy="4109012"/>
            <a:chOff x="1166951" y="1076446"/>
            <a:chExt cx="6900603" cy="3102015"/>
          </a:xfrm>
        </p:grpSpPr>
        <p:sp>
          <p:nvSpPr>
            <p:cNvPr id="3" name="Rectangle: Rounded Corners 2">
              <a:extLst>
                <a:ext uri="{FF2B5EF4-FFF2-40B4-BE49-F238E27FC236}">
                  <a16:creationId xmlns:a16="http://schemas.microsoft.com/office/drawing/2014/main" id="{DF75BA0B-8BB5-2F47-0CD6-494573F16F15}"/>
                </a:ext>
              </a:extLst>
            </p:cNvPr>
            <p:cNvSpPr/>
            <p:nvPr/>
          </p:nvSpPr>
          <p:spPr>
            <a:xfrm>
              <a:off x="1169043" y="1076446"/>
              <a:ext cx="6898511" cy="3102015"/>
            </a:xfrm>
            <a:prstGeom prst="roundRect">
              <a:avLst>
                <a:gd name="adj" fmla="val 8142"/>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399A009-8F51-58EF-B075-EDDC8BEA4B1E}"/>
                </a:ext>
              </a:extLst>
            </p:cNvPr>
            <p:cNvSpPr txBox="1"/>
            <p:nvPr/>
          </p:nvSpPr>
          <p:spPr>
            <a:xfrm>
              <a:off x="1166951" y="2118896"/>
              <a:ext cx="3450302" cy="1045574"/>
            </a:xfrm>
            <a:prstGeom prst="rect">
              <a:avLst/>
            </a:prstGeom>
            <a:noFill/>
          </p:spPr>
          <p:txBody>
            <a:bodyPr wrap="square" rtlCol="0">
              <a:spAutoFit/>
            </a:bodyPr>
            <a:lstStyle/>
            <a:p>
              <a:pPr algn="ctr"/>
              <a:r>
                <a:rPr lang="en-US" sz="2400" b="1">
                  <a:solidFill>
                    <a:srgbClr val="C00000"/>
                  </a:solidFill>
                  <a:latin typeface="Arial" panose="020B0604020202020204" pitchFamily="34" charset="0"/>
                  <a:cs typeface="Arial" panose="020B0604020202020204" pitchFamily="34" charset="0"/>
                </a:rPr>
                <a:t>Disclaimer</a:t>
              </a:r>
            </a:p>
            <a:p>
              <a:pPr algn="ctr"/>
              <a:r>
                <a:rPr lang="en-US" sz="2000">
                  <a:latin typeface="Arial" panose="020B0604020202020204" pitchFamily="34" charset="0"/>
                  <a:cs typeface="Arial" panose="020B0604020202020204" pitchFamily="34" charset="0"/>
                </a:rPr>
                <a:t>The content is curated from online/offline resources and used for educational purpose only</a:t>
              </a:r>
            </a:p>
          </p:txBody>
        </p:sp>
        <p:pic>
          <p:nvPicPr>
            <p:cNvPr id="5" name="Picture 4" descr="A red triangle with a exclamation mark&#10;&#10;Description automatically generated">
              <a:extLst>
                <a:ext uri="{FF2B5EF4-FFF2-40B4-BE49-F238E27FC236}">
                  <a16:creationId xmlns:a16="http://schemas.microsoft.com/office/drawing/2014/main" id="{9A8A9A5E-1340-85F1-6472-2D822A25190A}"/>
                </a:ext>
              </a:extLst>
            </p:cNvPr>
            <p:cNvPicPr>
              <a:picLocks noChangeAspect="1"/>
            </p:cNvPicPr>
            <p:nvPr/>
          </p:nvPicPr>
          <p:blipFill>
            <a:blip r:embed="rId4">
              <a:alphaModFix amt="24000"/>
            </a:blip>
            <a:stretch>
              <a:fillRect/>
            </a:stretch>
          </p:blipFill>
          <p:spPr>
            <a:xfrm>
              <a:off x="5259980" y="1277681"/>
              <a:ext cx="2700479" cy="2700479"/>
            </a:xfrm>
            <a:prstGeom prst="rect">
              <a:avLst/>
            </a:prstGeom>
          </p:spPr>
        </p:pic>
      </p:grpSp>
    </p:spTree>
    <p:custDataLst>
      <p:tags r:id="rId1"/>
    </p:custDataLst>
    <p:extLst>
      <p:ext uri="{BB962C8B-B14F-4D97-AF65-F5344CB8AC3E}">
        <p14:creationId xmlns:p14="http://schemas.microsoft.com/office/powerpoint/2010/main" val="2388253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81000" y="759787"/>
            <a:ext cx="57150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a:solidFill>
                  <a:srgbClr val="002060"/>
                </a:solidFill>
                <a:latin typeface="Arial" panose="020B0604020202020204" pitchFamily="34" charset="0"/>
                <a:cs typeface="Arial" panose="020B0604020202020204" pitchFamily="34" charset="0"/>
              </a:rPr>
              <a:t>Learning Objective</a:t>
            </a:r>
          </a:p>
        </p:txBody>
      </p:sp>
      <p:sp>
        <p:nvSpPr>
          <p:cNvPr id="2" name="Text Placeholder 4">
            <a:extLst>
              <a:ext uri="{FF2B5EF4-FFF2-40B4-BE49-F238E27FC236}">
                <a16:creationId xmlns:a16="http://schemas.microsoft.com/office/drawing/2014/main" id="{9835D79F-345C-6435-F4A9-FE2A9E806174}"/>
              </a:ext>
            </a:extLst>
          </p:cNvPr>
          <p:cNvSpPr txBox="1">
            <a:spLocks/>
          </p:cNvSpPr>
          <p:nvPr/>
        </p:nvSpPr>
        <p:spPr>
          <a:xfrm>
            <a:off x="361142" y="1182997"/>
            <a:ext cx="5811058" cy="4836803"/>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spcBef>
                <a:spcPts val="0"/>
              </a:spcBef>
              <a:spcAft>
                <a:spcPts val="800"/>
              </a:spcAft>
              <a:buFont typeface="Arial" pitchFamily="34" charset="0"/>
              <a:buNone/>
            </a:pPr>
            <a:r>
              <a:rPr lang="en-US" sz="1800" b="1" dirty="0">
                <a:latin typeface="Arial" panose="020B0604020202020204" pitchFamily="34" charset="0"/>
                <a:cs typeface="Arial" panose="020B0604020202020204" pitchFamily="34" charset="0"/>
              </a:rPr>
              <a:t>You will learn in this Chapter:</a:t>
            </a:r>
          </a:p>
          <a:p>
            <a:pPr lvl="0"/>
            <a:r>
              <a:rPr lang="en-IN" sz="1800" dirty="0"/>
              <a:t>Enter structured data in Excel</a:t>
            </a:r>
          </a:p>
          <a:p>
            <a:pPr lvl="0"/>
            <a:r>
              <a:rPr lang="en-IN" sz="1800" dirty="0"/>
              <a:t>Use AI to generate formulas</a:t>
            </a:r>
          </a:p>
          <a:p>
            <a:pPr lvl="0"/>
            <a:r>
              <a:rPr lang="en-IN" sz="1800" dirty="0"/>
              <a:t>Analyse the Data automatically</a:t>
            </a:r>
          </a:p>
          <a:p>
            <a:pPr lvl="0"/>
            <a:r>
              <a:rPr lang="en-IN" sz="1800" dirty="0"/>
              <a:t>Create AI-generated reports</a:t>
            </a:r>
          </a:p>
          <a:p>
            <a:pPr lvl="0"/>
            <a:r>
              <a:rPr lang="en-IN" sz="1800" dirty="0"/>
              <a:t>Build a simple workflow automation</a:t>
            </a: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cxnSp>
        <p:nvCxnSpPr>
          <p:cNvPr id="13" name="Straight Connector 12">
            <a:extLst>
              <a:ext uri="{FF2B5EF4-FFF2-40B4-BE49-F238E27FC236}">
                <a16:creationId xmlns:a16="http://schemas.microsoft.com/office/drawing/2014/main" id="{D3134617-B5D2-153A-A1C4-2E44FD5B355F}"/>
              </a:ext>
            </a:extLst>
          </p:cNvPr>
          <p:cNvCxnSpPr/>
          <p:nvPr/>
        </p:nvCxnSpPr>
        <p:spPr>
          <a:xfrm>
            <a:off x="0" y="6248400"/>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Freeform 2">
            <a:extLst>
              <a:ext uri="{FF2B5EF4-FFF2-40B4-BE49-F238E27FC236}">
                <a16:creationId xmlns:a16="http://schemas.microsoft.com/office/drawing/2014/main" id="{84AE9ED2-8E38-40AE-711E-C7DD6D14F2DA}"/>
              </a:ext>
            </a:extLst>
          </p:cNvPr>
          <p:cNvSpPr/>
          <p:nvPr/>
        </p:nvSpPr>
        <p:spPr>
          <a:xfrm>
            <a:off x="6858000" y="1447800"/>
            <a:ext cx="4804342" cy="4648200"/>
          </a:xfrm>
          <a:custGeom>
            <a:avLst/>
            <a:gdLst/>
            <a:ahLst/>
            <a:cxnLst/>
            <a:rect l="l" t="t" r="r" b="b"/>
            <a:pathLst>
              <a:path w="6542180" h="6329559">
                <a:moveTo>
                  <a:pt x="0" y="0"/>
                </a:moveTo>
                <a:lnTo>
                  <a:pt x="6542180" y="0"/>
                </a:lnTo>
                <a:lnTo>
                  <a:pt x="6542180" y="6329559"/>
                </a:lnTo>
                <a:lnTo>
                  <a:pt x="0" y="6329559"/>
                </a:lnTo>
                <a:lnTo>
                  <a:pt x="0" y="0"/>
                </a:lnTo>
                <a:close/>
              </a:path>
            </a:pathLst>
          </a:custGeom>
          <a:blipFill>
            <a:blip r:embed="rId4"/>
            <a:stretch>
              <a:fillRect/>
            </a:stretch>
          </a:blipFill>
        </p:spPr>
        <p:txBody>
          <a:bodyPr/>
          <a:lstStyle/>
          <a:p>
            <a:endParaRPr lang="en-US"/>
          </a:p>
        </p:txBody>
      </p:sp>
    </p:spTree>
    <p:custDataLst>
      <p:tags r:id="rId1"/>
    </p:custDataLst>
    <p:extLst>
      <p:ext uri="{BB962C8B-B14F-4D97-AF65-F5344CB8AC3E}">
        <p14:creationId xmlns:p14="http://schemas.microsoft.com/office/powerpoint/2010/main" val="2918428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188495" y="799225"/>
            <a:ext cx="6705600" cy="682329"/>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IN" sz="2200" b="1" dirty="0">
                <a:solidFill>
                  <a:srgbClr val="002060"/>
                </a:solidFill>
                <a:latin typeface="Arial" panose="020B0604020202020204" pitchFamily="34" charset="0"/>
                <a:cs typeface="Arial" panose="020B0604020202020204" pitchFamily="34" charset="0"/>
              </a:rPr>
              <a:t>Smart Workflows</a:t>
            </a:r>
            <a:r>
              <a:rPr lang="en-IN" sz="2200" dirty="0">
                <a:latin typeface="Arial" panose="020B0604020202020204" pitchFamily="34" charset="0"/>
                <a:cs typeface="Arial" panose="020B0604020202020204" pitchFamily="34" charset="0"/>
              </a:rPr>
              <a:t>​</a:t>
            </a:r>
            <a:endParaRPr lang="en-US" sz="2200" b="1" dirty="0">
              <a:solidFill>
                <a:srgbClr val="002060"/>
              </a:solidFill>
              <a:latin typeface="Arial" panose="020B0604020202020204" pitchFamily="34" charset="0"/>
              <a:cs typeface="Arial" panose="020B0604020202020204" pitchFamily="34" charset="0"/>
            </a:endParaRPr>
          </a:p>
        </p:txBody>
      </p:sp>
      <p:sp>
        <p:nvSpPr>
          <p:cNvPr id="2" name="Text Placeholder 4">
            <a:extLst>
              <a:ext uri="{FF2B5EF4-FFF2-40B4-BE49-F238E27FC236}">
                <a16:creationId xmlns:a16="http://schemas.microsoft.com/office/drawing/2014/main" id="{9835D79F-345C-6435-F4A9-FE2A9E806174}"/>
              </a:ext>
            </a:extLst>
          </p:cNvPr>
          <p:cNvSpPr txBox="1">
            <a:spLocks/>
          </p:cNvSpPr>
          <p:nvPr/>
        </p:nvSpPr>
        <p:spPr>
          <a:xfrm>
            <a:off x="380999" y="1559244"/>
            <a:ext cx="6958263" cy="4114800"/>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a:lnSpc>
                <a:spcPct val="107000"/>
              </a:lnSpc>
              <a:spcAft>
                <a:spcPts val="800"/>
              </a:spcAft>
              <a:buNone/>
            </a:pPr>
            <a:r>
              <a:rPr lang="en-IN" sz="1800" kern="100" dirty="0">
                <a:latin typeface="Arial"/>
                <a:ea typeface="Aptos" panose="020B0004020202020204" pitchFamily="34" charset="0"/>
                <a:cs typeface="Arial"/>
              </a:rPr>
              <a:t>Using Copilot, students can:</a:t>
            </a: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3" name="Diagram 2">
            <a:extLst>
              <a:ext uri="{FF2B5EF4-FFF2-40B4-BE49-F238E27FC236}">
                <a16:creationId xmlns:a16="http://schemas.microsoft.com/office/drawing/2014/main" id="{876EA765-468B-9152-2968-24013906998D}"/>
              </a:ext>
            </a:extLst>
          </p:cNvPr>
          <p:cNvGraphicFramePr/>
          <p:nvPr>
            <p:extLst>
              <p:ext uri="{D42A27DB-BD31-4B8C-83A1-F6EECF244321}">
                <p14:modId xmlns:p14="http://schemas.microsoft.com/office/powerpoint/2010/main" val="2944958665"/>
              </p:ext>
            </p:extLst>
          </p:nvPr>
        </p:nvGraphicFramePr>
        <p:xfrm>
          <a:off x="2032000" y="1756612"/>
          <a:ext cx="8128000" cy="438172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1960589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68DA8-B6ED-F12C-C35E-EA8B5600B87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7AD10CC-EE4E-5AA5-140F-C3F4CCAA57D1}"/>
              </a:ext>
            </a:extLst>
          </p:cNvPr>
          <p:cNvSpPr txBox="1">
            <a:spLocks/>
          </p:cNvSpPr>
          <p:nvPr/>
        </p:nvSpPr>
        <p:spPr>
          <a:xfrm>
            <a:off x="188495" y="799225"/>
            <a:ext cx="6705600" cy="682329"/>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IN" sz="2200" b="1" dirty="0">
                <a:solidFill>
                  <a:srgbClr val="002060"/>
                </a:solidFill>
                <a:latin typeface="Arial"/>
                <a:cs typeface="Arial"/>
              </a:rPr>
              <a:t>Why is Excel Automation needed?</a:t>
            </a:r>
          </a:p>
          <a:p>
            <a:pPr algn="l"/>
            <a:endParaRPr lang="en-US" sz="2200" b="1" dirty="0">
              <a:solidFill>
                <a:srgbClr val="002060"/>
              </a:solidFill>
              <a:latin typeface="Arial" panose="020B0604020202020204" pitchFamily="34" charset="0"/>
              <a:cs typeface="Arial" panose="020B0604020202020204" pitchFamily="34" charset="0"/>
            </a:endParaRPr>
          </a:p>
        </p:txBody>
      </p:sp>
      <p:sp>
        <p:nvSpPr>
          <p:cNvPr id="2" name="Text Placeholder 4">
            <a:extLst>
              <a:ext uri="{FF2B5EF4-FFF2-40B4-BE49-F238E27FC236}">
                <a16:creationId xmlns:a16="http://schemas.microsoft.com/office/drawing/2014/main" id="{6D1769D3-E462-7802-D5C7-C42776AC7091}"/>
              </a:ext>
            </a:extLst>
          </p:cNvPr>
          <p:cNvSpPr txBox="1">
            <a:spLocks/>
          </p:cNvSpPr>
          <p:nvPr/>
        </p:nvSpPr>
        <p:spPr>
          <a:xfrm>
            <a:off x="383560" y="1323474"/>
            <a:ext cx="4068124" cy="469231"/>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a:lnSpc>
                <a:spcPct val="107000"/>
              </a:lnSpc>
              <a:spcAft>
                <a:spcPts val="800"/>
              </a:spcAft>
              <a:buNone/>
            </a:pPr>
            <a:r>
              <a:rPr lang="en-IN" sz="1800" kern="100" dirty="0">
                <a:latin typeface="Arial"/>
                <a:ea typeface="Aptos" panose="020B0004020202020204" pitchFamily="34" charset="0"/>
                <a:cs typeface="Arial"/>
              </a:rPr>
              <a:t>In real jobs, we must:</a:t>
            </a:r>
          </a:p>
        </p:txBody>
      </p:sp>
      <p:sp>
        <p:nvSpPr>
          <p:cNvPr id="10" name="Rectangle 1">
            <a:extLst>
              <a:ext uri="{FF2B5EF4-FFF2-40B4-BE49-F238E27FC236}">
                <a16:creationId xmlns:a16="http://schemas.microsoft.com/office/drawing/2014/main" id="{4807ABF0-38AF-1052-E286-8B73EA5805B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cxnSp>
        <p:nvCxnSpPr>
          <p:cNvPr id="9" name="Straight Connector 8">
            <a:extLst>
              <a:ext uri="{FF2B5EF4-FFF2-40B4-BE49-F238E27FC236}">
                <a16:creationId xmlns:a16="http://schemas.microsoft.com/office/drawing/2014/main" id="{DB36133A-4603-DFCE-7A8E-D906052425B1}"/>
              </a:ext>
            </a:extLst>
          </p:cNvPr>
          <p:cNvCxnSpPr/>
          <p:nvPr/>
        </p:nvCxnSpPr>
        <p:spPr>
          <a:xfrm>
            <a:off x="0" y="6248400"/>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118828F-52D0-E252-41C0-4EFC97AB339A}"/>
              </a:ext>
            </a:extLst>
          </p:cNvPr>
          <p:cNvSpPr txBox="1"/>
          <p:nvPr/>
        </p:nvSpPr>
        <p:spPr>
          <a:xfrm>
            <a:off x="6586286" y="2726462"/>
            <a:ext cx="4545932" cy="397738"/>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pPr>
              <a:lnSpc>
                <a:spcPct val="107000"/>
              </a:lnSpc>
              <a:spcAft>
                <a:spcPts val="800"/>
              </a:spcAft>
              <a:buNone/>
            </a:pPr>
            <a:r>
              <a:rPr lang="en-IN" kern="100" dirty="0">
                <a:latin typeface="Arial"/>
                <a:ea typeface="Aptos" panose="020B0004020202020204" pitchFamily="34" charset="0"/>
                <a:cs typeface="Arial"/>
              </a:rPr>
              <a:t>Copilot helps convert </a:t>
            </a:r>
            <a:r>
              <a:rPr lang="en-IN" b="1" kern="100" dirty="0">
                <a:latin typeface="Arial"/>
                <a:ea typeface="Aptos" panose="020B0004020202020204" pitchFamily="34" charset="0"/>
                <a:cs typeface="Arial"/>
              </a:rPr>
              <a:t>Data to Insights</a:t>
            </a:r>
            <a:r>
              <a:rPr lang="en-IN" sz="2000" kern="100" dirty="0">
                <a:latin typeface="Arial"/>
                <a:ea typeface="Aptos" panose="020B0004020202020204" pitchFamily="34" charset="0"/>
                <a:cs typeface="Arial"/>
              </a:rPr>
              <a:t>.</a:t>
            </a:r>
          </a:p>
        </p:txBody>
      </p:sp>
      <p:graphicFrame>
        <p:nvGraphicFramePr>
          <p:cNvPr id="8" name="Diagram 7">
            <a:extLst>
              <a:ext uri="{FF2B5EF4-FFF2-40B4-BE49-F238E27FC236}">
                <a16:creationId xmlns:a16="http://schemas.microsoft.com/office/drawing/2014/main" id="{CE920C05-A774-60C9-C48E-98D7312B50D1}"/>
              </a:ext>
            </a:extLst>
          </p:cNvPr>
          <p:cNvGraphicFramePr/>
          <p:nvPr>
            <p:extLst>
              <p:ext uri="{D42A27DB-BD31-4B8C-83A1-F6EECF244321}">
                <p14:modId xmlns:p14="http://schemas.microsoft.com/office/powerpoint/2010/main" val="4160711465"/>
              </p:ext>
            </p:extLst>
          </p:nvPr>
        </p:nvGraphicFramePr>
        <p:xfrm>
          <a:off x="188495" y="1792705"/>
          <a:ext cx="5819273" cy="476554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167680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859D1-7457-7D96-7A7C-2FC655BD727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E31A6F2-B888-D329-991F-CE5AA6C12C46}"/>
              </a:ext>
            </a:extLst>
          </p:cNvPr>
          <p:cNvSpPr txBox="1">
            <a:spLocks/>
          </p:cNvSpPr>
          <p:nvPr/>
        </p:nvSpPr>
        <p:spPr>
          <a:xfrm>
            <a:off x="188495" y="799225"/>
            <a:ext cx="6705600" cy="682329"/>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IN" sz="2200" b="1" dirty="0">
                <a:solidFill>
                  <a:srgbClr val="002060"/>
                </a:solidFill>
                <a:latin typeface="Arial" panose="020B0604020202020204" pitchFamily="34" charset="0"/>
                <a:cs typeface="Arial" panose="020B0604020202020204" pitchFamily="34" charset="0"/>
              </a:rPr>
              <a:t>What is Excel Automation?</a:t>
            </a:r>
          </a:p>
          <a:p>
            <a:pPr algn="l"/>
            <a:r>
              <a:rPr lang="en-IN" sz="2200" dirty="0">
                <a:latin typeface="Arial" panose="020B0604020202020204" pitchFamily="34" charset="0"/>
                <a:cs typeface="Arial" panose="020B0604020202020204" pitchFamily="34" charset="0"/>
              </a:rPr>
              <a:t>​</a:t>
            </a:r>
            <a:endParaRPr lang="en-US" sz="2200" b="1" dirty="0">
              <a:solidFill>
                <a:srgbClr val="002060"/>
              </a:solidFill>
              <a:latin typeface="Arial" panose="020B06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FC37A5B5-C0BA-C9DD-CAB6-7C08DCE8B00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5" name="Group 4">
            <a:extLst>
              <a:ext uri="{FF2B5EF4-FFF2-40B4-BE49-F238E27FC236}">
                <a16:creationId xmlns:a16="http://schemas.microsoft.com/office/drawing/2014/main" id="{DB1EE989-3FDE-56B0-C54D-E8BDA13F1214}"/>
              </a:ext>
            </a:extLst>
          </p:cNvPr>
          <p:cNvGrpSpPr/>
          <p:nvPr/>
        </p:nvGrpSpPr>
        <p:grpSpPr>
          <a:xfrm>
            <a:off x="0" y="6248400"/>
            <a:ext cx="12192000" cy="369425"/>
            <a:chOff x="0" y="6248400"/>
            <a:chExt cx="12192000" cy="369425"/>
          </a:xfrm>
        </p:grpSpPr>
        <p:sp>
          <p:nvSpPr>
            <p:cNvPr id="7" name="TextBox 6">
              <a:extLst>
                <a:ext uri="{FF2B5EF4-FFF2-40B4-BE49-F238E27FC236}">
                  <a16:creationId xmlns:a16="http://schemas.microsoft.com/office/drawing/2014/main" id="{60622662-C8E0-67E2-B284-4DDD160F1249}"/>
                </a:ext>
              </a:extLst>
            </p:cNvPr>
            <p:cNvSpPr txBox="1"/>
            <p:nvPr/>
          </p:nvSpPr>
          <p:spPr>
            <a:xfrm>
              <a:off x="419655" y="6310048"/>
              <a:ext cx="2512226" cy="307777"/>
            </a:xfrm>
            <a:prstGeom prst="rect">
              <a:avLst/>
            </a:prstGeom>
            <a:noFill/>
          </p:spPr>
          <p:txBody>
            <a:bodyPr wrap="none" rtlCol="0">
              <a:spAutoFit/>
            </a:bodyPr>
            <a:lstStyle/>
            <a:p>
              <a:r>
                <a:rPr lang="en-US" sz="1400" b="1">
                  <a:solidFill>
                    <a:srgbClr val="0000FF"/>
                  </a:solidFill>
                  <a:latin typeface="Arial" panose="020B0604020202020204" pitchFamily="34" charset="0"/>
                  <a:cs typeface="Arial" panose="020B0604020202020204" pitchFamily="34" charset="0"/>
                </a:rPr>
                <a:t>Source: </a:t>
              </a:r>
              <a:r>
                <a:rPr lang="en-US" sz="1400">
                  <a:solidFill>
                    <a:srgbClr val="0000FF"/>
                  </a:solidFill>
                  <a:latin typeface="Arial" panose="020B0604020202020204" pitchFamily="34" charset="0"/>
                  <a:cs typeface="Arial" panose="020B0604020202020204" pitchFamily="34" charset="0"/>
                </a:rPr>
                <a:t>Add the source here</a:t>
              </a:r>
            </a:p>
          </p:txBody>
        </p:sp>
        <p:cxnSp>
          <p:nvCxnSpPr>
            <p:cNvPr id="9" name="Straight Connector 8">
              <a:extLst>
                <a:ext uri="{FF2B5EF4-FFF2-40B4-BE49-F238E27FC236}">
                  <a16:creationId xmlns:a16="http://schemas.microsoft.com/office/drawing/2014/main" id="{0B287B3E-6A42-97D5-B42D-AD574E73DAFD}"/>
                </a:ext>
              </a:extLst>
            </p:cNvPr>
            <p:cNvCxnSpPr/>
            <p:nvPr/>
          </p:nvCxnSpPr>
          <p:spPr>
            <a:xfrm>
              <a:off x="0" y="6248400"/>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6" name="Diagram 5">
            <a:extLst>
              <a:ext uri="{FF2B5EF4-FFF2-40B4-BE49-F238E27FC236}">
                <a16:creationId xmlns:a16="http://schemas.microsoft.com/office/drawing/2014/main" id="{FF5ED865-0F95-68C1-7338-5EF93179ED03}"/>
              </a:ext>
            </a:extLst>
          </p:cNvPr>
          <p:cNvGraphicFramePr/>
          <p:nvPr>
            <p:extLst>
              <p:ext uri="{D42A27DB-BD31-4B8C-83A1-F6EECF244321}">
                <p14:modId xmlns:p14="http://schemas.microsoft.com/office/powerpoint/2010/main" val="860786518"/>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2088915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B5B34-EF92-B820-5791-A4FFEA31511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255DE22-6190-591F-C4B4-57E0CA9AD9C1}"/>
              </a:ext>
            </a:extLst>
          </p:cNvPr>
          <p:cNvSpPr txBox="1">
            <a:spLocks/>
          </p:cNvSpPr>
          <p:nvPr/>
        </p:nvSpPr>
        <p:spPr>
          <a:xfrm>
            <a:off x="188495" y="799225"/>
            <a:ext cx="6705600" cy="682329"/>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lnSpc>
                <a:spcPct val="107000"/>
              </a:lnSpc>
              <a:spcAft>
                <a:spcPts val="800"/>
              </a:spcAft>
            </a:pPr>
            <a:r>
              <a:rPr lang="en-IN" sz="2200" b="1" dirty="0">
                <a:solidFill>
                  <a:srgbClr val="002060"/>
                </a:solidFill>
                <a:latin typeface="Arial" panose="020B0604020202020204" pitchFamily="34" charset="0"/>
                <a:cs typeface="Arial" panose="020B0604020202020204" pitchFamily="34" charset="0"/>
              </a:rPr>
              <a:t>Traditional Excel vs Excel using Copilot</a:t>
            </a:r>
          </a:p>
          <a:p>
            <a:pPr algn="l"/>
            <a:r>
              <a:rPr lang="en-IN" sz="2200" dirty="0">
                <a:latin typeface="Arial" panose="020B0604020202020204" pitchFamily="34" charset="0"/>
                <a:cs typeface="Arial" panose="020B0604020202020204" pitchFamily="34" charset="0"/>
              </a:rPr>
              <a:t>​</a:t>
            </a:r>
            <a:endParaRPr lang="en-US" sz="2200" b="1" dirty="0">
              <a:solidFill>
                <a:srgbClr val="002060"/>
              </a:solidFill>
              <a:latin typeface="Arial" panose="020B06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756DA108-A81C-67D7-E113-B7BFDF7B730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5" name="Group 4">
            <a:extLst>
              <a:ext uri="{FF2B5EF4-FFF2-40B4-BE49-F238E27FC236}">
                <a16:creationId xmlns:a16="http://schemas.microsoft.com/office/drawing/2014/main" id="{73ED26C9-50C5-704C-496C-7AB9216243E4}"/>
              </a:ext>
            </a:extLst>
          </p:cNvPr>
          <p:cNvGrpSpPr/>
          <p:nvPr/>
        </p:nvGrpSpPr>
        <p:grpSpPr>
          <a:xfrm>
            <a:off x="0" y="6248400"/>
            <a:ext cx="12192000" cy="369425"/>
            <a:chOff x="0" y="6248400"/>
            <a:chExt cx="12192000" cy="369425"/>
          </a:xfrm>
        </p:grpSpPr>
        <p:sp>
          <p:nvSpPr>
            <p:cNvPr id="7" name="TextBox 6">
              <a:extLst>
                <a:ext uri="{FF2B5EF4-FFF2-40B4-BE49-F238E27FC236}">
                  <a16:creationId xmlns:a16="http://schemas.microsoft.com/office/drawing/2014/main" id="{8F56DC32-0505-B3C2-19C2-754436ABBE26}"/>
                </a:ext>
              </a:extLst>
            </p:cNvPr>
            <p:cNvSpPr txBox="1"/>
            <p:nvPr/>
          </p:nvSpPr>
          <p:spPr>
            <a:xfrm>
              <a:off x="419655" y="6310048"/>
              <a:ext cx="2512226" cy="307777"/>
            </a:xfrm>
            <a:prstGeom prst="rect">
              <a:avLst/>
            </a:prstGeom>
            <a:noFill/>
          </p:spPr>
          <p:txBody>
            <a:bodyPr wrap="none" rtlCol="0">
              <a:spAutoFit/>
            </a:bodyPr>
            <a:lstStyle/>
            <a:p>
              <a:r>
                <a:rPr lang="en-US" sz="1400" b="1">
                  <a:solidFill>
                    <a:srgbClr val="0000FF"/>
                  </a:solidFill>
                  <a:latin typeface="Arial" panose="020B0604020202020204" pitchFamily="34" charset="0"/>
                  <a:cs typeface="Arial" panose="020B0604020202020204" pitchFamily="34" charset="0"/>
                </a:rPr>
                <a:t>Source: </a:t>
              </a:r>
              <a:r>
                <a:rPr lang="en-US" sz="1400">
                  <a:solidFill>
                    <a:srgbClr val="0000FF"/>
                  </a:solidFill>
                  <a:latin typeface="Arial" panose="020B0604020202020204" pitchFamily="34" charset="0"/>
                  <a:cs typeface="Arial" panose="020B0604020202020204" pitchFamily="34" charset="0"/>
                </a:rPr>
                <a:t>Add the source here</a:t>
              </a:r>
            </a:p>
          </p:txBody>
        </p:sp>
        <p:cxnSp>
          <p:nvCxnSpPr>
            <p:cNvPr id="9" name="Straight Connector 8">
              <a:extLst>
                <a:ext uri="{FF2B5EF4-FFF2-40B4-BE49-F238E27FC236}">
                  <a16:creationId xmlns:a16="http://schemas.microsoft.com/office/drawing/2014/main" id="{E3B887EB-2378-011A-6461-CF45B9AB671A}"/>
                </a:ext>
              </a:extLst>
            </p:cNvPr>
            <p:cNvCxnSpPr/>
            <p:nvPr/>
          </p:nvCxnSpPr>
          <p:spPr>
            <a:xfrm>
              <a:off x="0" y="6248400"/>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3" name="Table 2">
            <a:extLst>
              <a:ext uri="{FF2B5EF4-FFF2-40B4-BE49-F238E27FC236}">
                <a16:creationId xmlns:a16="http://schemas.microsoft.com/office/drawing/2014/main" id="{DCDBA37F-BB3D-2E91-9268-1B28617A3B1D}"/>
              </a:ext>
            </a:extLst>
          </p:cNvPr>
          <p:cNvGraphicFramePr>
            <a:graphicFrameLocks noGrp="1"/>
          </p:cNvGraphicFramePr>
          <p:nvPr>
            <p:extLst>
              <p:ext uri="{D42A27DB-BD31-4B8C-83A1-F6EECF244321}">
                <p14:modId xmlns:p14="http://schemas.microsoft.com/office/powerpoint/2010/main" val="3633697563"/>
              </p:ext>
            </p:extLst>
          </p:nvPr>
        </p:nvGraphicFramePr>
        <p:xfrm>
          <a:off x="1763986" y="1807486"/>
          <a:ext cx="8128000" cy="2764515"/>
        </p:xfrm>
        <a:graphic>
          <a:graphicData uri="http://schemas.openxmlformats.org/drawingml/2006/table">
            <a:tbl>
              <a:tblPr firstRow="1" bandRow="1">
                <a:tableStyleId>{1E171933-4619-4E11-9A3F-F7608DF75F80}</a:tableStyleId>
              </a:tblPr>
              <a:tblGrid>
                <a:gridCol w="4064000">
                  <a:extLst>
                    <a:ext uri="{9D8B030D-6E8A-4147-A177-3AD203B41FA5}">
                      <a16:colId xmlns:a16="http://schemas.microsoft.com/office/drawing/2014/main" val="1592989261"/>
                    </a:ext>
                  </a:extLst>
                </a:gridCol>
                <a:gridCol w="4064000">
                  <a:extLst>
                    <a:ext uri="{9D8B030D-6E8A-4147-A177-3AD203B41FA5}">
                      <a16:colId xmlns:a16="http://schemas.microsoft.com/office/drawing/2014/main" val="717724077"/>
                    </a:ext>
                  </a:extLst>
                </a:gridCol>
              </a:tblGrid>
              <a:tr h="552903">
                <a:tc>
                  <a:txBody>
                    <a:bodyPr/>
                    <a:lstStyle/>
                    <a:p>
                      <a:pPr algn="l"/>
                      <a:r>
                        <a:rPr lang="en-IN" sz="1800" dirty="0">
                          <a:latin typeface="Arial" panose="020B0604020202020204" pitchFamily="34" charset="0"/>
                          <a:cs typeface="Arial" panose="020B0604020202020204" pitchFamily="34" charset="0"/>
                        </a:rPr>
                        <a:t>Traditional Excel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dirty="0">
                          <a:latin typeface="Arial" panose="020B0604020202020204" pitchFamily="34" charset="0"/>
                          <a:cs typeface="Arial" panose="020B0604020202020204" pitchFamily="34" charset="0"/>
                        </a:rPr>
                        <a:t>AI-assisted Excel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4796027"/>
                  </a:ext>
                </a:extLst>
              </a:tr>
              <a:tr h="552903">
                <a:tc>
                  <a:txBody>
                    <a:bodyPr/>
                    <a:lstStyle/>
                    <a:p>
                      <a:pPr algn="l"/>
                      <a:r>
                        <a:rPr lang="en-IN" sz="1800" kern="1200" dirty="0">
                          <a:solidFill>
                            <a:schemeClr val="dk1"/>
                          </a:solidFill>
                          <a:effectLst/>
                          <a:latin typeface="Arial" panose="020B0604020202020204" pitchFamily="34" charset="0"/>
                          <a:cs typeface="Arial" panose="020B0604020202020204" pitchFamily="34" charset="0"/>
                        </a:rPr>
                        <a:t>Memorize formulas</a:t>
                      </a:r>
                      <a:endParaRPr lang="en-IN" sz="1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kern="1200" dirty="0">
                          <a:solidFill>
                            <a:schemeClr val="dk1"/>
                          </a:solidFill>
                          <a:effectLst/>
                          <a:latin typeface="Arial" panose="020B0604020202020204" pitchFamily="34" charset="0"/>
                          <a:cs typeface="Arial" panose="020B0604020202020204" pitchFamily="34" charset="0"/>
                        </a:rPr>
                        <a:t>Describe task in words</a:t>
                      </a:r>
                      <a:endParaRPr lang="en-IN" sz="1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9738497"/>
                  </a:ext>
                </a:extLst>
              </a:tr>
              <a:tr h="552903">
                <a:tc>
                  <a:txBody>
                    <a:bodyPr/>
                    <a:lstStyle/>
                    <a:p>
                      <a:pPr algn="l"/>
                      <a:r>
                        <a:rPr lang="en-IN" sz="1800" kern="1200" dirty="0">
                          <a:solidFill>
                            <a:schemeClr val="dk1"/>
                          </a:solidFill>
                          <a:effectLst/>
                          <a:latin typeface="Arial" panose="020B0604020202020204" pitchFamily="34" charset="0"/>
                          <a:cs typeface="Arial" panose="020B0604020202020204" pitchFamily="34" charset="0"/>
                        </a:rPr>
                        <a:t>Manual calculations</a:t>
                      </a:r>
                      <a:endParaRPr lang="en-IN" sz="1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kern="1200" dirty="0">
                          <a:solidFill>
                            <a:schemeClr val="dk1"/>
                          </a:solidFill>
                          <a:effectLst/>
                          <a:latin typeface="Arial" panose="020B0604020202020204" pitchFamily="34" charset="0"/>
                          <a:cs typeface="Arial" panose="020B0604020202020204" pitchFamily="34" charset="0"/>
                        </a:rPr>
                        <a:t>AI suggests formulas</a:t>
                      </a:r>
                      <a:endParaRPr lang="en-IN" sz="1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5233379"/>
                  </a:ext>
                </a:extLst>
              </a:tr>
              <a:tr h="552903">
                <a:tc>
                  <a:txBody>
                    <a:bodyPr/>
                    <a:lstStyle/>
                    <a:p>
                      <a:pPr algn="l"/>
                      <a:r>
                        <a:rPr lang="en-IN" sz="1800" kern="1200" dirty="0">
                          <a:solidFill>
                            <a:schemeClr val="dk1"/>
                          </a:solidFill>
                          <a:effectLst/>
                          <a:latin typeface="Arial" panose="020B0604020202020204" pitchFamily="34" charset="0"/>
                          <a:cs typeface="Arial" panose="020B0604020202020204" pitchFamily="34" charset="0"/>
                        </a:rPr>
                        <a:t>Time consuming</a:t>
                      </a:r>
                      <a:endParaRPr lang="en-IN" sz="1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kern="1200" dirty="0">
                          <a:solidFill>
                            <a:schemeClr val="dk1"/>
                          </a:solidFill>
                          <a:effectLst/>
                          <a:latin typeface="Arial" panose="020B0604020202020204" pitchFamily="34" charset="0"/>
                          <a:cs typeface="Arial" panose="020B0604020202020204" pitchFamily="34" charset="0"/>
                        </a:rPr>
                        <a:t>Faster workflow</a:t>
                      </a:r>
                      <a:endParaRPr lang="en-IN" sz="1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1495082"/>
                  </a:ext>
                </a:extLst>
              </a:tr>
              <a:tr h="552903">
                <a:tc>
                  <a:txBody>
                    <a:bodyPr/>
                    <a:lstStyle/>
                    <a:p>
                      <a:pPr algn="l"/>
                      <a:r>
                        <a:rPr lang="en-IN" sz="1800" dirty="0">
                          <a:latin typeface="Arial" panose="020B0604020202020204" pitchFamily="34" charset="0"/>
                          <a:cs typeface="Arial" panose="020B0604020202020204" pitchFamily="34" charset="0"/>
                        </a:rPr>
                        <a:t>Hard for beginners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dirty="0">
                          <a:latin typeface="Arial" panose="020B0604020202020204" pitchFamily="34" charset="0"/>
                          <a:cs typeface="Arial" panose="020B0604020202020204" pitchFamily="34" charset="0"/>
                        </a:rPr>
                        <a:t>Beginner Friendly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3504135"/>
                  </a:ext>
                </a:extLst>
              </a:tr>
            </a:tbl>
          </a:graphicData>
        </a:graphic>
      </p:graphicFrame>
    </p:spTree>
    <p:custDataLst>
      <p:tags r:id="rId1"/>
    </p:custDataLst>
    <p:extLst>
      <p:ext uri="{BB962C8B-B14F-4D97-AF65-F5344CB8AC3E}">
        <p14:creationId xmlns:p14="http://schemas.microsoft.com/office/powerpoint/2010/main" val="3244782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40229" y="759787"/>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a:solidFill>
                  <a:srgbClr val="002060"/>
                </a:solidFill>
                <a:latin typeface="Arial" panose="020B0604020202020204" pitchFamily="34" charset="0"/>
                <a:cs typeface="Arial" panose="020B0604020202020204" pitchFamily="34" charset="0"/>
              </a:rPr>
              <a:t>Lab Activity</a:t>
            </a:r>
          </a:p>
          <a:p>
            <a:pPr algn="l"/>
            <a:endParaRPr lang="en-US" sz="2000" b="1">
              <a:solidFill>
                <a:srgbClr val="002060"/>
              </a:solidFill>
              <a:latin typeface="Arial" panose="020B06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6" name="Rectangle 15">
            <a:extLst>
              <a:ext uri="{FF2B5EF4-FFF2-40B4-BE49-F238E27FC236}">
                <a16:creationId xmlns:a16="http://schemas.microsoft.com/office/drawing/2014/main" id="{678622E6-5B75-0274-BD0E-07E563387839}"/>
              </a:ext>
            </a:extLst>
          </p:cNvPr>
          <p:cNvSpPr/>
          <p:nvPr/>
        </p:nvSpPr>
        <p:spPr>
          <a:xfrm>
            <a:off x="457200" y="4114800"/>
            <a:ext cx="11734800" cy="2133600"/>
          </a:xfrm>
          <a:prstGeom prst="rect">
            <a:avLst/>
          </a:prstGeom>
          <a:solidFill>
            <a:srgbClr val="FCF3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2489689F-36E7-7881-4C3C-185362691848}"/>
              </a:ext>
            </a:extLst>
          </p:cNvPr>
          <p:cNvGrpSpPr/>
          <p:nvPr/>
        </p:nvGrpSpPr>
        <p:grpSpPr>
          <a:xfrm>
            <a:off x="8305800" y="685800"/>
            <a:ext cx="2971800" cy="4370614"/>
            <a:chOff x="8305800" y="685800"/>
            <a:chExt cx="2971800" cy="4370614"/>
          </a:xfrm>
        </p:grpSpPr>
        <p:sp>
          <p:nvSpPr>
            <p:cNvPr id="23" name="Oval 22">
              <a:extLst>
                <a:ext uri="{FF2B5EF4-FFF2-40B4-BE49-F238E27FC236}">
                  <a16:creationId xmlns:a16="http://schemas.microsoft.com/office/drawing/2014/main" id="{FD346213-B0D6-CF00-9B16-D6C17090298F}"/>
                </a:ext>
              </a:extLst>
            </p:cNvPr>
            <p:cNvSpPr/>
            <p:nvPr/>
          </p:nvSpPr>
          <p:spPr>
            <a:xfrm>
              <a:off x="8305800" y="2084614"/>
              <a:ext cx="2971800" cy="29718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5BB74208-07C7-6E54-9B81-528E03AE5E0B}"/>
                </a:ext>
              </a:extLst>
            </p:cNvPr>
            <p:cNvGrpSpPr/>
            <p:nvPr/>
          </p:nvGrpSpPr>
          <p:grpSpPr>
            <a:xfrm>
              <a:off x="8458200" y="685800"/>
              <a:ext cx="2667000" cy="4136571"/>
              <a:chOff x="8534400" y="1426029"/>
              <a:chExt cx="2667000" cy="4136571"/>
            </a:xfrm>
          </p:grpSpPr>
          <p:sp>
            <p:nvSpPr>
              <p:cNvPr id="25" name="Oval 24">
                <a:extLst>
                  <a:ext uri="{FF2B5EF4-FFF2-40B4-BE49-F238E27FC236}">
                    <a16:creationId xmlns:a16="http://schemas.microsoft.com/office/drawing/2014/main" id="{7027A8E6-EC4C-1C2E-11BA-6D4DE4580AAB}"/>
                  </a:ext>
                </a:extLst>
              </p:cNvPr>
              <p:cNvSpPr/>
              <p:nvPr/>
            </p:nvSpPr>
            <p:spPr>
              <a:xfrm>
                <a:off x="8534400" y="2895600"/>
                <a:ext cx="2667000" cy="2667000"/>
              </a:xfrm>
              <a:prstGeom prst="ellipse">
                <a:avLst/>
              </a:prstGeom>
              <a:solidFill>
                <a:srgbClr val="F8E1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5">
                <a:extLst>
                  <a:ext uri="{FF2B5EF4-FFF2-40B4-BE49-F238E27FC236}">
                    <a16:creationId xmlns:a16="http://schemas.microsoft.com/office/drawing/2014/main" id="{1082C203-7F84-D183-4312-3AA35A15AAFA}"/>
                  </a:ext>
                </a:extLst>
              </p:cNvPr>
              <p:cNvSpPr/>
              <p:nvPr/>
            </p:nvSpPr>
            <p:spPr>
              <a:xfrm>
                <a:off x="8958121" y="1426029"/>
                <a:ext cx="1819559" cy="2342780"/>
              </a:xfrm>
              <a:custGeom>
                <a:avLst/>
                <a:gdLst/>
                <a:ahLst/>
                <a:cxnLst/>
                <a:rect l="l" t="t" r="r" b="b"/>
                <a:pathLst>
                  <a:path w="1819559" h="2342780">
                    <a:moveTo>
                      <a:pt x="0" y="0"/>
                    </a:moveTo>
                    <a:lnTo>
                      <a:pt x="1819559" y="0"/>
                    </a:lnTo>
                    <a:lnTo>
                      <a:pt x="1819559" y="2342780"/>
                    </a:lnTo>
                    <a:lnTo>
                      <a:pt x="0" y="234278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grpSp>
      <p:sp>
        <p:nvSpPr>
          <p:cNvPr id="28" name="Text Placeholder 4">
            <a:extLst>
              <a:ext uri="{FF2B5EF4-FFF2-40B4-BE49-F238E27FC236}">
                <a16:creationId xmlns:a16="http://schemas.microsoft.com/office/drawing/2014/main" id="{21B89CD7-B53D-C4BE-D409-15C0D13545AB}"/>
              </a:ext>
            </a:extLst>
          </p:cNvPr>
          <p:cNvSpPr txBox="1">
            <a:spLocks/>
          </p:cNvSpPr>
          <p:nvPr/>
        </p:nvSpPr>
        <p:spPr>
          <a:xfrm>
            <a:off x="762000" y="4419600"/>
            <a:ext cx="6172200" cy="646331"/>
          </a:xfrm>
          <a:prstGeom prst="rect">
            <a:avLst/>
          </a:prstGeom>
        </p:spPr>
        <p:txBody>
          <a:bodyPr wrap="square">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defTabSz="914400">
              <a:spcBef>
                <a:spcPts val="0"/>
              </a:spcBef>
              <a:spcAft>
                <a:spcPts val="800"/>
              </a:spcAft>
              <a:defRPr/>
            </a:pPr>
            <a:r>
              <a:rPr lang="en-US" sz="1800" dirty="0">
                <a:latin typeface="Arial" panose="020B0604020202020204" pitchFamily="34" charset="0"/>
                <a:cs typeface="Arial" panose="020B0604020202020204" pitchFamily="34" charset="0"/>
              </a:rPr>
              <a:t>Lab - </a:t>
            </a:r>
            <a:r>
              <a:rPr lang="en-US" sz="1800" dirty="0">
                <a:latin typeface="Arial"/>
                <a:cs typeface="Arial"/>
              </a:rPr>
              <a:t>Create a </a:t>
            </a:r>
            <a:r>
              <a:rPr lang="en-IN" sz="1800" dirty="0"/>
              <a:t>Student Progress Report in Excel using Copilot.</a:t>
            </a:r>
            <a:endParaRPr kumimoji="0" lang="en-US" sz="18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046448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DCC7A5-A944-3DDB-C870-F5E1BCEED043}"/>
              </a:ext>
            </a:extLst>
          </p:cNvPr>
          <p:cNvSpPr txBox="1"/>
          <p:nvPr/>
        </p:nvSpPr>
        <p:spPr>
          <a:xfrm>
            <a:off x="2006" y="887203"/>
            <a:ext cx="4221077" cy="790537"/>
          </a:xfrm>
          <a:prstGeom prst="rect">
            <a:avLst/>
          </a:prstGeom>
          <a:noFill/>
        </p:spPr>
        <p:txBody>
          <a:bodyPr wrap="square">
            <a:spAutoFit/>
          </a:bodyPr>
          <a:lstStyle/>
          <a:p>
            <a:pPr defTabSz="609630">
              <a:lnSpc>
                <a:spcPct val="107000"/>
              </a:lnSpc>
              <a:spcBef>
                <a:spcPct val="0"/>
              </a:spcBef>
              <a:spcAft>
                <a:spcPts val="800"/>
              </a:spcAft>
            </a:pPr>
            <a:r>
              <a:rPr lang="en-IN" sz="2200" b="1" dirty="0">
                <a:solidFill>
                  <a:srgbClr val="002060"/>
                </a:solidFill>
                <a:latin typeface="Arial" panose="020B0604020202020204" pitchFamily="34" charset="0"/>
                <a:ea typeface="+mj-ea"/>
                <a:cs typeface="Arial" panose="020B0604020202020204" pitchFamily="34" charset="0"/>
              </a:rPr>
              <a:t>Lab- Copilot Tasks Students Can Perform in Excel</a:t>
            </a:r>
          </a:p>
        </p:txBody>
      </p:sp>
      <p:graphicFrame>
        <p:nvGraphicFramePr>
          <p:cNvPr id="6" name="Diagram 5">
            <a:extLst>
              <a:ext uri="{FF2B5EF4-FFF2-40B4-BE49-F238E27FC236}">
                <a16:creationId xmlns:a16="http://schemas.microsoft.com/office/drawing/2014/main" id="{383E3D54-5CE4-2A99-B2A9-3DAF485051F6}"/>
              </a:ext>
            </a:extLst>
          </p:cNvPr>
          <p:cNvGraphicFramePr/>
          <p:nvPr>
            <p:extLst>
              <p:ext uri="{D42A27DB-BD31-4B8C-83A1-F6EECF244321}">
                <p14:modId xmlns:p14="http://schemas.microsoft.com/office/powerpoint/2010/main" val="1021750212"/>
              </p:ext>
            </p:extLst>
          </p:nvPr>
        </p:nvGraphicFramePr>
        <p:xfrm>
          <a:off x="2574759" y="1018228"/>
          <a:ext cx="8999621"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28861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EFDD1E-DAF4-3D76-3897-14712AE717C2}"/>
              </a:ext>
            </a:extLst>
          </p:cNvPr>
          <p:cNvSpPr txBox="1"/>
          <p:nvPr/>
        </p:nvSpPr>
        <p:spPr>
          <a:xfrm>
            <a:off x="207545" y="778917"/>
            <a:ext cx="3425992" cy="790537"/>
          </a:xfrm>
          <a:prstGeom prst="rect">
            <a:avLst/>
          </a:prstGeom>
          <a:noFill/>
        </p:spPr>
        <p:txBody>
          <a:bodyPr wrap="square">
            <a:spAutoFit/>
          </a:bodyPr>
          <a:lstStyle/>
          <a:p>
            <a:pPr>
              <a:lnSpc>
                <a:spcPct val="107000"/>
              </a:lnSpc>
              <a:spcAft>
                <a:spcPts val="800"/>
              </a:spcAft>
            </a:pPr>
            <a:r>
              <a:rPr lang="en-IN" sz="2200" b="1" dirty="0">
                <a:solidFill>
                  <a:srgbClr val="002060"/>
                </a:solidFill>
                <a:latin typeface="Arial" panose="020B0604020202020204" pitchFamily="34" charset="0"/>
                <a:cs typeface="Arial" panose="020B0604020202020204" pitchFamily="34" charset="0"/>
              </a:rPr>
              <a:t>Lab- Automation Workflow</a:t>
            </a:r>
          </a:p>
        </p:txBody>
      </p:sp>
      <p:graphicFrame>
        <p:nvGraphicFramePr>
          <p:cNvPr id="4" name="Diagram 3">
            <a:extLst>
              <a:ext uri="{FF2B5EF4-FFF2-40B4-BE49-F238E27FC236}">
                <a16:creationId xmlns:a16="http://schemas.microsoft.com/office/drawing/2014/main" id="{0E9A85D1-413B-EFEF-5DD7-94F9C461E51D}"/>
              </a:ext>
            </a:extLst>
          </p:cNvPr>
          <p:cNvGraphicFramePr/>
          <p:nvPr>
            <p:extLst>
              <p:ext uri="{D42A27DB-BD31-4B8C-83A1-F6EECF244321}">
                <p14:modId xmlns:p14="http://schemas.microsoft.com/office/powerpoint/2010/main" val="1921435433"/>
              </p:ext>
            </p:extLst>
          </p:nvPr>
        </p:nvGraphicFramePr>
        <p:xfrm>
          <a:off x="1394326" y="1600200"/>
          <a:ext cx="8820484" cy="46704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85071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40229" y="759787"/>
            <a:ext cx="117755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a:solidFill>
                  <a:srgbClr val="002060"/>
                </a:solidFill>
                <a:latin typeface="Arial" panose="020B0604020202020204" pitchFamily="34" charset="0"/>
                <a:cs typeface="Arial" panose="020B0604020202020204" pitchFamily="34" charset="0"/>
              </a:rPr>
              <a:t>Summary</a:t>
            </a:r>
          </a:p>
        </p:txBody>
      </p:sp>
      <p:sp>
        <p:nvSpPr>
          <p:cNvPr id="2" name="Text Placeholder 4">
            <a:extLst>
              <a:ext uri="{FF2B5EF4-FFF2-40B4-BE49-F238E27FC236}">
                <a16:creationId xmlns:a16="http://schemas.microsoft.com/office/drawing/2014/main" id="{976EDFFF-7E60-F4A2-ECDA-81CD89054335}"/>
              </a:ext>
            </a:extLst>
          </p:cNvPr>
          <p:cNvSpPr txBox="1">
            <a:spLocks/>
          </p:cNvSpPr>
          <p:nvPr/>
        </p:nvSpPr>
        <p:spPr>
          <a:xfrm>
            <a:off x="381000" y="1185356"/>
            <a:ext cx="5811058" cy="3691444"/>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spcBef>
                <a:spcPts val="0"/>
              </a:spcBef>
              <a:spcAft>
                <a:spcPts val="800"/>
              </a:spcAft>
              <a:buFont typeface="Arial" pitchFamily="34" charset="0"/>
              <a:buNone/>
            </a:pPr>
            <a:r>
              <a:rPr lang="en-US" sz="1800" b="1" dirty="0">
                <a:latin typeface="Arial" panose="020B0604020202020204" pitchFamily="34" charset="0"/>
                <a:cs typeface="Arial" panose="020B0604020202020204" pitchFamily="34" charset="0"/>
              </a:rPr>
              <a:t>You will learn in this Chapter:</a:t>
            </a:r>
          </a:p>
          <a:p>
            <a:pPr marL="0" indent="0">
              <a:buNone/>
            </a:pPr>
            <a:r>
              <a:rPr lang="en-IN" sz="1800" dirty="0">
                <a:latin typeface="Arial" panose="020B0604020202020204" pitchFamily="34" charset="0"/>
                <a:cs typeface="Arial" panose="020B0604020202020204" pitchFamily="34" charset="0"/>
              </a:rPr>
              <a:t>Each learner produces:</a:t>
            </a:r>
          </a:p>
          <a:p>
            <a:pPr lvl="0"/>
            <a:r>
              <a:rPr lang="en-IN" sz="1800" dirty="0">
                <a:latin typeface="Arial" panose="020B0604020202020204" pitchFamily="34" charset="0"/>
                <a:cs typeface="Arial" panose="020B0604020202020204" pitchFamily="34" charset="0"/>
              </a:rPr>
              <a:t>Excel sheet with formula</a:t>
            </a:r>
          </a:p>
          <a:p>
            <a:pPr lvl="0"/>
            <a:r>
              <a:rPr lang="en-IN" sz="1800" dirty="0">
                <a:latin typeface="Arial" panose="020B0604020202020204" pitchFamily="34" charset="0"/>
                <a:cs typeface="Arial" panose="020B0604020202020204" pitchFamily="34" charset="0"/>
              </a:rPr>
              <a:t>Attendance percentage calculation</a:t>
            </a:r>
          </a:p>
          <a:p>
            <a:pPr lvl="0"/>
            <a:r>
              <a:rPr lang="en-IN" sz="1800" dirty="0">
                <a:latin typeface="Arial" panose="020B0604020202020204" pitchFamily="34" charset="0"/>
                <a:cs typeface="Arial" panose="020B0604020202020204" pitchFamily="34" charset="0"/>
              </a:rPr>
              <a:t>Pivot Tables and Charts</a:t>
            </a:r>
          </a:p>
          <a:p>
            <a:pPr lvl="0"/>
            <a:r>
              <a:rPr lang="en-IN" sz="1800" dirty="0">
                <a:latin typeface="Arial" panose="020B0604020202020204" pitchFamily="34" charset="0"/>
                <a:cs typeface="Arial" panose="020B0604020202020204" pitchFamily="34" charset="0"/>
              </a:rPr>
              <a:t>Copilot-generated analysis</a:t>
            </a:r>
          </a:p>
          <a:p>
            <a:pPr lvl="0"/>
            <a:r>
              <a:rPr lang="en-IN" sz="1800" dirty="0">
                <a:latin typeface="Arial" panose="020B0604020202020204" pitchFamily="34" charset="0"/>
                <a:cs typeface="Arial" panose="020B0604020202020204" pitchFamily="34" charset="0"/>
              </a:rPr>
              <a:t>Weekly performance report</a:t>
            </a:r>
            <a:r>
              <a:rPr lang="en-US" sz="1800" dirty="0">
                <a:solidFill>
                  <a:srgbClr val="000000"/>
                </a:solidFill>
                <a:latin typeface="Arial" panose="020B0604020202020204" pitchFamily="34" charset="0"/>
                <a:cs typeface="Arial" panose="020B0604020202020204" pitchFamily="34" charset="0"/>
              </a:rPr>
              <a:t>.</a:t>
            </a:r>
          </a:p>
        </p:txBody>
      </p:sp>
      <p:sp>
        <p:nvSpPr>
          <p:cNvPr id="3" name="Freeform 2">
            <a:extLst>
              <a:ext uri="{FF2B5EF4-FFF2-40B4-BE49-F238E27FC236}">
                <a16:creationId xmlns:a16="http://schemas.microsoft.com/office/drawing/2014/main" id="{C603D4E8-9BAA-B8B5-0D8A-9F11B05FF385}"/>
              </a:ext>
            </a:extLst>
          </p:cNvPr>
          <p:cNvSpPr/>
          <p:nvPr/>
        </p:nvSpPr>
        <p:spPr>
          <a:xfrm>
            <a:off x="6858000" y="1447800"/>
            <a:ext cx="4478694" cy="4114800"/>
          </a:xfrm>
          <a:custGeom>
            <a:avLst/>
            <a:gdLst/>
            <a:ahLst/>
            <a:cxnLst/>
            <a:rect l="l" t="t" r="r" b="b"/>
            <a:pathLst>
              <a:path w="4478694" h="4114800">
                <a:moveTo>
                  <a:pt x="0" y="0"/>
                </a:moveTo>
                <a:lnTo>
                  <a:pt x="4478694" y="0"/>
                </a:lnTo>
                <a:lnTo>
                  <a:pt x="447869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ustDataLst>
      <p:tags r:id="rId1"/>
    </p:custDataLst>
    <p:extLst>
      <p:ext uri="{BB962C8B-B14F-4D97-AF65-F5344CB8AC3E}">
        <p14:creationId xmlns:p14="http://schemas.microsoft.com/office/powerpoint/2010/main" val="283201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81000" y="759787"/>
            <a:ext cx="111252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a:solidFill>
                  <a:srgbClr val="002060"/>
                </a:solidFill>
                <a:latin typeface="Arial" panose="020B0604020202020204" pitchFamily="34" charset="0"/>
                <a:cs typeface="Arial" panose="020B0604020202020204" pitchFamily="34" charset="0"/>
              </a:rPr>
              <a:t>Reference</a:t>
            </a:r>
          </a:p>
        </p:txBody>
      </p:sp>
      <p:sp>
        <p:nvSpPr>
          <p:cNvPr id="8" name="Text Placeholder 4">
            <a:extLst>
              <a:ext uri="{FF2B5EF4-FFF2-40B4-BE49-F238E27FC236}">
                <a16:creationId xmlns:a16="http://schemas.microsoft.com/office/drawing/2014/main" id="{8FB8E816-E868-A86A-9AC1-52D61C79325A}"/>
              </a:ext>
            </a:extLst>
          </p:cNvPr>
          <p:cNvSpPr txBox="1">
            <a:spLocks/>
          </p:cNvSpPr>
          <p:nvPr/>
        </p:nvSpPr>
        <p:spPr>
          <a:xfrm>
            <a:off x="361142" y="1196050"/>
            <a:ext cx="11297458" cy="3223550"/>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342900" lvl="0" indent="-342900">
              <a:lnSpc>
                <a:spcPct val="107000"/>
              </a:lnSpc>
              <a:spcAft>
                <a:spcPts val="0"/>
              </a:spcAft>
              <a:buFont typeface="Symbol" panose="05050102010706020507" pitchFamily="18" charset="2"/>
              <a:buChar char=""/>
            </a:pPr>
            <a:r>
              <a:rPr lang="en-US" sz="1800" dirty="0">
                <a:hlinkClick r:id="rId4"/>
              </a:rPr>
              <a:t>Get started with Copilot in Excel - Microsoft Support</a:t>
            </a:r>
            <a:endParaRPr lang="en-US" sz="1800" dirty="0"/>
          </a:p>
          <a:p>
            <a:pPr marL="342900" lvl="0" indent="-342900">
              <a:lnSpc>
                <a:spcPct val="107000"/>
              </a:lnSpc>
              <a:spcAft>
                <a:spcPts val="0"/>
              </a:spcAft>
              <a:buFont typeface="Symbol" panose="05050102010706020507" pitchFamily="18" charset="2"/>
              <a:buChar char=""/>
            </a:pPr>
            <a:r>
              <a:rPr lang="en-US" sz="1800" dirty="0">
                <a:hlinkClick r:id="rId5"/>
              </a:rPr>
              <a:t>Format data for Copilot in Excel - Microsoft Support</a:t>
            </a:r>
            <a:endParaRPr lang="en-US" sz="1800" dirty="0"/>
          </a:p>
          <a:p>
            <a:pPr marL="342900" lvl="0" indent="-342900">
              <a:lnSpc>
                <a:spcPct val="107000"/>
              </a:lnSpc>
              <a:spcAft>
                <a:spcPts val="0"/>
              </a:spcAft>
              <a:buFont typeface="Symbol" panose="05050102010706020507" pitchFamily="18" charset="2"/>
              <a:buChar char=""/>
            </a:pPr>
            <a:r>
              <a:rPr lang="en-US" sz="1800" dirty="0">
                <a:hlinkClick r:id="rId6"/>
              </a:rPr>
              <a:t>Generate formula rows and columns with Copilot in Excel - Microsoft Support</a:t>
            </a:r>
            <a:endParaRPr lang="en-US" sz="1800" dirty="0"/>
          </a:p>
          <a:p>
            <a:pPr marL="342900" lvl="0" indent="-342900">
              <a:lnSpc>
                <a:spcPct val="107000"/>
              </a:lnSpc>
              <a:spcAft>
                <a:spcPts val="0"/>
              </a:spcAft>
              <a:buFont typeface="Symbol" panose="05050102010706020507" pitchFamily="18" charset="2"/>
              <a:buChar char=""/>
            </a:pPr>
            <a:r>
              <a:rPr lang="en-US" sz="1800" dirty="0">
                <a:hlinkClick r:id="rId7"/>
              </a:rPr>
              <a:t>Create PivotTables with Copilot in Excel - Microsoft Support</a:t>
            </a:r>
            <a:endParaRPr lang="en-US" sz="1800" dirty="0"/>
          </a:p>
          <a:p>
            <a:pPr marL="342900" lvl="0" indent="-342900">
              <a:lnSpc>
                <a:spcPct val="107000"/>
              </a:lnSpc>
              <a:spcAft>
                <a:spcPts val="0"/>
              </a:spcAft>
              <a:buFont typeface="Symbol" panose="05050102010706020507" pitchFamily="18" charset="2"/>
              <a:buChar char=""/>
            </a:pPr>
            <a:endParaRPr lang="en-IN" sz="1800" dirty="0">
              <a:effectLst/>
              <a:latin typeface="Arial" panose="020B0604020202020204" pitchFamily="34" charset="0"/>
              <a:ea typeface="Calibri" panose="020F0502020204030204" pitchFamily="34" charset="0"/>
              <a:cs typeface="Gautami"/>
            </a:endParaRPr>
          </a:p>
        </p:txBody>
      </p:sp>
    </p:spTree>
    <p:custDataLst>
      <p:tags r:id="rId1"/>
    </p:custDataLst>
    <p:extLst>
      <p:ext uri="{BB962C8B-B14F-4D97-AF65-F5344CB8AC3E}">
        <p14:creationId xmlns:p14="http://schemas.microsoft.com/office/powerpoint/2010/main" val="4268352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2952749" y="1665112"/>
            <a:ext cx="6286502" cy="2395256"/>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0" b="1">
                <a:solidFill>
                  <a:srgbClr val="484F9E"/>
                </a:solidFill>
                <a:latin typeface="Arial" panose="020B0604020202020204" pitchFamily="34" charset="0"/>
                <a:cs typeface="Arial" panose="020B0604020202020204" pitchFamily="34" charset="0"/>
              </a:rPr>
              <a:t>QUIZ</a:t>
            </a:r>
          </a:p>
        </p:txBody>
      </p:sp>
      <p:sp>
        <p:nvSpPr>
          <p:cNvPr id="9" name="Title 3">
            <a:extLst>
              <a:ext uri="{FF2B5EF4-FFF2-40B4-BE49-F238E27FC236}">
                <a16:creationId xmlns:a16="http://schemas.microsoft.com/office/drawing/2014/main" id="{105F7530-0D39-06C4-D372-2B9649861D5D}"/>
              </a:ext>
            </a:extLst>
          </p:cNvPr>
          <p:cNvSpPr txBox="1">
            <a:spLocks/>
          </p:cNvSpPr>
          <p:nvPr/>
        </p:nvSpPr>
        <p:spPr>
          <a:xfrm>
            <a:off x="5253313" y="4308528"/>
            <a:ext cx="1881314"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600" b="1">
                <a:solidFill>
                  <a:srgbClr val="002060"/>
                </a:solidFill>
                <a:latin typeface="Arial" panose="020B0604020202020204" pitchFamily="34" charset="0"/>
                <a:cs typeface="Arial" panose="020B0604020202020204" pitchFamily="34" charset="0"/>
              </a:rPr>
              <a:t>Let’s Start</a:t>
            </a:r>
          </a:p>
        </p:txBody>
      </p:sp>
      <p:pic>
        <p:nvPicPr>
          <p:cNvPr id="8" name="Picture 7" descr="A cartoon of plants and flowers&#10;&#10;Description automatically generated">
            <a:extLst>
              <a:ext uri="{FF2B5EF4-FFF2-40B4-BE49-F238E27FC236}">
                <a16:creationId xmlns:a16="http://schemas.microsoft.com/office/drawing/2014/main" id="{4370FDC2-37FE-1078-8957-F74CF2D41C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9777" y="1295403"/>
            <a:ext cx="10212447" cy="4778828"/>
          </a:xfrm>
          <a:prstGeom prst="rect">
            <a:avLst/>
          </a:prstGeom>
        </p:spPr>
      </p:pic>
    </p:spTree>
    <p:extLst>
      <p:ext uri="{BB962C8B-B14F-4D97-AF65-F5344CB8AC3E}">
        <p14:creationId xmlns:p14="http://schemas.microsoft.com/office/powerpoint/2010/main" val="62280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58DE8C5-AD3A-E2A6-47DE-FD7F0A04BE7F}"/>
              </a:ext>
            </a:extLst>
          </p:cNvPr>
          <p:cNvGrpSpPr/>
          <p:nvPr/>
        </p:nvGrpSpPr>
        <p:grpSpPr>
          <a:xfrm rot="20804835">
            <a:off x="8105974" y="1314838"/>
            <a:ext cx="3032304" cy="4163210"/>
            <a:chOff x="5763589" y="866981"/>
            <a:chExt cx="2725091" cy="3741420"/>
          </a:xfrm>
        </p:grpSpPr>
        <p:pic>
          <p:nvPicPr>
            <p:cNvPr id="8" name="Picture 7" descr="A group of question marks&#10;&#10;Description automatically generated">
              <a:extLst>
                <a:ext uri="{FF2B5EF4-FFF2-40B4-BE49-F238E27FC236}">
                  <a16:creationId xmlns:a16="http://schemas.microsoft.com/office/drawing/2014/main" id="{52009D03-B2B0-B126-1674-DA8311D3C627}"/>
                </a:ext>
              </a:extLst>
            </p:cNvPr>
            <p:cNvPicPr>
              <a:picLocks noChangeAspect="1"/>
            </p:cNvPicPr>
            <p:nvPr/>
          </p:nvPicPr>
          <p:blipFill rotWithShape="1">
            <a:blip r:embed="rId3"/>
            <a:srcRect r="35860"/>
            <a:stretch/>
          </p:blipFill>
          <p:spPr>
            <a:xfrm>
              <a:off x="5763589" y="866981"/>
              <a:ext cx="2399746" cy="3741420"/>
            </a:xfrm>
            <a:prstGeom prst="rect">
              <a:avLst/>
            </a:prstGeom>
          </p:spPr>
        </p:pic>
        <p:sp>
          <p:nvSpPr>
            <p:cNvPr id="9" name="Rectangle 8">
              <a:extLst>
                <a:ext uri="{FF2B5EF4-FFF2-40B4-BE49-F238E27FC236}">
                  <a16:creationId xmlns:a16="http://schemas.microsoft.com/office/drawing/2014/main" id="{8F109B04-4735-E7FD-5B0C-5A10B230C533}"/>
                </a:ext>
              </a:extLst>
            </p:cNvPr>
            <p:cNvSpPr/>
            <p:nvPr/>
          </p:nvSpPr>
          <p:spPr>
            <a:xfrm>
              <a:off x="7749540" y="3276600"/>
              <a:ext cx="739140" cy="9999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10" name="Picture 2" descr="Free vector question marks background">
            <a:extLst>
              <a:ext uri="{FF2B5EF4-FFF2-40B4-BE49-F238E27FC236}">
                <a16:creationId xmlns:a16="http://schemas.microsoft.com/office/drawing/2014/main" id="{581E641B-B0AF-BEFB-66C3-62201536FC54}"/>
              </a:ext>
            </a:extLst>
          </p:cNvPr>
          <p:cNvPicPr>
            <a:picLocks noChangeAspect="1" noChangeArrowheads="1"/>
          </p:cNvPicPr>
          <p:nvPr/>
        </p:nvPicPr>
        <p:blipFill rotWithShape="1">
          <a:blip r:embed="rId4">
            <a:alphaModFix amt="10000"/>
            <a:extLst>
              <a:ext uri="{28A0092B-C50C-407E-A947-70E740481C1C}">
                <a14:useLocalDpi xmlns:a14="http://schemas.microsoft.com/office/drawing/2010/main" val="0"/>
              </a:ext>
            </a:extLst>
          </a:blip>
          <a:srcRect b="27719"/>
          <a:stretch/>
        </p:blipFill>
        <p:spPr bwMode="auto">
          <a:xfrm>
            <a:off x="0" y="751247"/>
            <a:ext cx="12169100" cy="5859335"/>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61;g5fab984687_2_0">
            <a:extLst>
              <a:ext uri="{FF2B5EF4-FFF2-40B4-BE49-F238E27FC236}">
                <a16:creationId xmlns:a16="http://schemas.microsoft.com/office/drawing/2014/main" id="{0D5D7E4D-3C3E-5B6C-3D56-30E42ADA7828}"/>
              </a:ext>
            </a:extLst>
          </p:cNvPr>
          <p:cNvSpPr txBox="1">
            <a:spLocks/>
          </p:cNvSpPr>
          <p:nvPr/>
        </p:nvSpPr>
        <p:spPr>
          <a:xfrm>
            <a:off x="282878" y="723165"/>
            <a:ext cx="3907423" cy="4288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2200" b="1">
                <a:solidFill>
                  <a:srgbClr val="213163"/>
                </a:solidFill>
              </a:rPr>
              <a:t>Quiz</a:t>
            </a:r>
            <a:endParaRPr lang="en-US" sz="2200"/>
          </a:p>
        </p:txBody>
      </p:sp>
      <p:grpSp>
        <p:nvGrpSpPr>
          <p:cNvPr id="12" name="Group 11">
            <a:extLst>
              <a:ext uri="{FF2B5EF4-FFF2-40B4-BE49-F238E27FC236}">
                <a16:creationId xmlns:a16="http://schemas.microsoft.com/office/drawing/2014/main" id="{A3C729A3-A716-8B4A-7CF1-D80898FED2CA}"/>
              </a:ext>
            </a:extLst>
          </p:cNvPr>
          <p:cNvGrpSpPr/>
          <p:nvPr/>
        </p:nvGrpSpPr>
        <p:grpSpPr>
          <a:xfrm>
            <a:off x="1" y="5582921"/>
            <a:ext cx="12192000" cy="1107234"/>
            <a:chOff x="229036" y="4299585"/>
            <a:chExt cx="8640644" cy="623995"/>
          </a:xfrm>
        </p:grpSpPr>
        <p:sp>
          <p:nvSpPr>
            <p:cNvPr id="13" name="Rectangle 12">
              <a:extLst>
                <a:ext uri="{FF2B5EF4-FFF2-40B4-BE49-F238E27FC236}">
                  <a16:creationId xmlns:a16="http://schemas.microsoft.com/office/drawing/2014/main" id="{8A77CB77-EB9C-C37B-ED9F-64E5CEF1556F}"/>
                </a:ext>
              </a:extLst>
            </p:cNvPr>
            <p:cNvSpPr/>
            <p:nvPr/>
          </p:nvSpPr>
          <p:spPr>
            <a:xfrm>
              <a:off x="229036" y="4299585"/>
              <a:ext cx="8640644" cy="623995"/>
            </a:xfrm>
            <a:prstGeom prst="rect">
              <a:avLst/>
            </a:prstGeom>
            <a:solidFill>
              <a:srgbClr val="CDE0FF">
                <a:alpha val="59000"/>
              </a:srgb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TextBox 13">
              <a:extLst>
                <a:ext uri="{FF2B5EF4-FFF2-40B4-BE49-F238E27FC236}">
                  <a16:creationId xmlns:a16="http://schemas.microsoft.com/office/drawing/2014/main" id="{E1F0CCD2-56D3-6ED7-A4D2-DC293A4DECED}"/>
                </a:ext>
              </a:extLst>
            </p:cNvPr>
            <p:cNvSpPr txBox="1"/>
            <p:nvPr/>
          </p:nvSpPr>
          <p:spPr>
            <a:xfrm>
              <a:off x="429516" y="4386401"/>
              <a:ext cx="6851486" cy="450973"/>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200" b="1" dirty="0">
                  <a:latin typeface="Arial"/>
                  <a:cs typeface="Arial"/>
                </a:rPr>
                <a:t>Answer: Option b</a:t>
              </a:r>
            </a:p>
            <a:p>
              <a:r>
                <a:rPr lang="en-IN" sz="2200" b="1" dirty="0">
                  <a:latin typeface="Arial"/>
                  <a:cs typeface="Arial"/>
                </a:rPr>
                <a:t>Analyse </a:t>
              </a:r>
              <a:r>
                <a:rPr lang="en-IN" sz="2200" b="1">
                  <a:latin typeface="Arial"/>
                  <a:cs typeface="Arial"/>
                </a:rPr>
                <a:t>Data Automatically</a:t>
              </a:r>
              <a:endParaRPr lang="en-IN" sz="2200" b="1">
                <a:latin typeface="Arial" panose="020B0604020202020204" pitchFamily="34" charset="0"/>
                <a:cs typeface="Arial" panose="020B0604020202020204" pitchFamily="34" charset="0"/>
              </a:endParaRPr>
            </a:p>
          </p:txBody>
        </p:sp>
      </p:grpSp>
      <p:sp>
        <p:nvSpPr>
          <p:cNvPr id="17" name="TextBox 16">
            <a:extLst>
              <a:ext uri="{FF2B5EF4-FFF2-40B4-BE49-F238E27FC236}">
                <a16:creationId xmlns:a16="http://schemas.microsoft.com/office/drawing/2014/main" id="{F67DEA04-9A38-2BC5-6A24-6F2AA4D4C1F4}"/>
              </a:ext>
            </a:extLst>
          </p:cNvPr>
          <p:cNvSpPr txBox="1"/>
          <p:nvPr/>
        </p:nvSpPr>
        <p:spPr>
          <a:xfrm>
            <a:off x="282878" y="1380927"/>
            <a:ext cx="6448763" cy="2298065"/>
          </a:xfrm>
          <a:prstGeom prst="rect">
            <a:avLst/>
          </a:prstGeom>
          <a:noFill/>
        </p:spPr>
        <p:txBody>
          <a:bodyPr wrap="square" lIns="121920" tIns="60960" rIns="121920" bIns="60960" rtlCol="0" anchor="t">
            <a:spAutoFit/>
          </a:bodyPr>
          <a:lstStyle/>
          <a:p>
            <a:pPr marL="342900" indent="-342900">
              <a:spcAft>
                <a:spcPts val="800"/>
              </a:spcAft>
              <a:buFontTx/>
              <a:buAutoNum type="arabicPeriod"/>
            </a:pPr>
            <a:r>
              <a:rPr lang="en-US" b="1" dirty="0">
                <a:latin typeface="Arial"/>
                <a:cs typeface="Arial"/>
              </a:rPr>
              <a:t>What is one key </a:t>
            </a:r>
            <a:r>
              <a:rPr lang="en-US" b="1">
                <a:latin typeface="Arial"/>
                <a:cs typeface="Arial"/>
              </a:rPr>
              <a:t>advantage</a:t>
            </a:r>
            <a:r>
              <a:rPr lang="en-US" b="1" dirty="0">
                <a:latin typeface="Arial"/>
                <a:cs typeface="Arial"/>
              </a:rPr>
              <a:t> of using Copilot in Excel?</a:t>
            </a:r>
          </a:p>
          <a:p>
            <a:pPr>
              <a:spcAft>
                <a:spcPts val="800"/>
              </a:spcAft>
            </a:pPr>
            <a:endParaRPr lang="en-US" b="1">
              <a:latin typeface="Arial" panose="020B0604020202020204" pitchFamily="34" charset="0"/>
              <a:cs typeface="Arial" panose="020B0604020202020204" pitchFamily="34" charset="0"/>
            </a:endParaRPr>
          </a:p>
          <a:p>
            <a:pPr marL="283210" indent="-283210">
              <a:spcAft>
                <a:spcPts val="800"/>
              </a:spcAft>
              <a:buAutoNum type="alphaLcParenR"/>
            </a:pPr>
            <a:r>
              <a:rPr lang="en-US" dirty="0">
                <a:latin typeface="Arial"/>
                <a:cs typeface="Arial"/>
              </a:rPr>
              <a:t>It replaces </a:t>
            </a:r>
            <a:r>
              <a:rPr lang="en-US">
                <a:latin typeface="Arial"/>
                <a:cs typeface="Arial"/>
              </a:rPr>
              <a:t>Excel completely</a:t>
            </a:r>
            <a:endParaRPr lang="en-US">
              <a:latin typeface="Arial" panose="020B0604020202020204" pitchFamily="34" charset="0"/>
              <a:cs typeface="Arial" panose="020B0604020202020204" pitchFamily="34" charset="0"/>
            </a:endParaRPr>
          </a:p>
          <a:p>
            <a:pPr marL="283210" indent="-283210">
              <a:spcAft>
                <a:spcPts val="800"/>
              </a:spcAft>
              <a:buAutoNum type="alphaLcParenR"/>
            </a:pPr>
            <a:r>
              <a:rPr lang="en-US">
                <a:latin typeface="Arial"/>
                <a:cs typeface="Arial"/>
              </a:rPr>
              <a:t>Analyze</a:t>
            </a:r>
            <a:r>
              <a:rPr lang="en-US" dirty="0">
                <a:latin typeface="Arial"/>
                <a:cs typeface="Arial"/>
              </a:rPr>
              <a:t> data automatically</a:t>
            </a:r>
            <a:endParaRPr lang="en-US" dirty="0">
              <a:latin typeface="Arial" panose="020B0604020202020204" pitchFamily="34" charset="0"/>
              <a:cs typeface="Arial" panose="020B0604020202020204" pitchFamily="34" charset="0"/>
            </a:endParaRPr>
          </a:p>
          <a:p>
            <a:pPr marL="283210" indent="-283210">
              <a:spcAft>
                <a:spcPts val="800"/>
              </a:spcAft>
              <a:buAutoNum type="alphaLcParenR"/>
            </a:pPr>
            <a:r>
              <a:rPr lang="en-US" dirty="0">
                <a:latin typeface="Arial"/>
                <a:cs typeface="Arial"/>
              </a:rPr>
              <a:t>Removes the need for </a:t>
            </a:r>
            <a:r>
              <a:rPr lang="en-US">
                <a:latin typeface="Arial"/>
                <a:cs typeface="Arial"/>
              </a:rPr>
              <a:t>structured</a:t>
            </a:r>
            <a:r>
              <a:rPr lang="en-US" dirty="0">
                <a:latin typeface="Arial"/>
                <a:cs typeface="Arial"/>
              </a:rPr>
              <a:t> data</a:t>
            </a:r>
            <a:endParaRPr lang="en-US" dirty="0">
              <a:latin typeface="Arial" panose="020B0604020202020204" pitchFamily="34" charset="0"/>
              <a:cs typeface="Arial" panose="020B0604020202020204" pitchFamily="34" charset="0"/>
            </a:endParaRPr>
          </a:p>
          <a:p>
            <a:pPr marL="283210" indent="-283210">
              <a:spcAft>
                <a:spcPts val="800"/>
              </a:spcAft>
              <a:buAutoNum type="alphaLcParenR"/>
            </a:pPr>
            <a:r>
              <a:rPr lang="en-US">
                <a:latin typeface="Arial"/>
                <a:cs typeface="Arial"/>
              </a:rPr>
              <a:t>Works only with charts</a:t>
            </a:r>
            <a:endParaRPr lang="en-US" dirty="0">
              <a:latin typeface="Arial"/>
              <a:cs typeface="Arial"/>
            </a:endParaRPr>
          </a:p>
        </p:txBody>
      </p:sp>
    </p:spTree>
    <p:extLst>
      <p:ext uri="{BB962C8B-B14F-4D97-AF65-F5344CB8AC3E}">
        <p14:creationId xmlns:p14="http://schemas.microsoft.com/office/powerpoint/2010/main" val="1476851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32F16-58BE-9E04-4FE1-76DAFD2A3B25}"/>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F6709D89-E699-B71C-2F0B-9C43CE82F970}"/>
              </a:ext>
            </a:extLst>
          </p:cNvPr>
          <p:cNvGrpSpPr/>
          <p:nvPr/>
        </p:nvGrpSpPr>
        <p:grpSpPr>
          <a:xfrm rot="20804835">
            <a:off x="8105974" y="1314838"/>
            <a:ext cx="3032304" cy="4163210"/>
            <a:chOff x="5763589" y="866981"/>
            <a:chExt cx="2725091" cy="3741420"/>
          </a:xfrm>
        </p:grpSpPr>
        <p:pic>
          <p:nvPicPr>
            <p:cNvPr id="8" name="Picture 7" descr="A group of question marks&#10;&#10;Description automatically generated">
              <a:extLst>
                <a:ext uri="{FF2B5EF4-FFF2-40B4-BE49-F238E27FC236}">
                  <a16:creationId xmlns:a16="http://schemas.microsoft.com/office/drawing/2014/main" id="{895C43D0-BAEA-30F8-6FD8-9D7CB430C11A}"/>
                </a:ext>
              </a:extLst>
            </p:cNvPr>
            <p:cNvPicPr>
              <a:picLocks noChangeAspect="1"/>
            </p:cNvPicPr>
            <p:nvPr/>
          </p:nvPicPr>
          <p:blipFill rotWithShape="1">
            <a:blip r:embed="rId3"/>
            <a:srcRect r="35860"/>
            <a:stretch/>
          </p:blipFill>
          <p:spPr>
            <a:xfrm>
              <a:off x="5763589" y="866981"/>
              <a:ext cx="2399746" cy="3741420"/>
            </a:xfrm>
            <a:prstGeom prst="rect">
              <a:avLst/>
            </a:prstGeom>
          </p:spPr>
        </p:pic>
        <p:sp>
          <p:nvSpPr>
            <p:cNvPr id="9" name="Rectangle 8">
              <a:extLst>
                <a:ext uri="{FF2B5EF4-FFF2-40B4-BE49-F238E27FC236}">
                  <a16:creationId xmlns:a16="http://schemas.microsoft.com/office/drawing/2014/main" id="{C28FDC31-D24C-6AB9-F92A-56CBCB41A1EF}"/>
                </a:ext>
              </a:extLst>
            </p:cNvPr>
            <p:cNvSpPr/>
            <p:nvPr/>
          </p:nvSpPr>
          <p:spPr>
            <a:xfrm>
              <a:off x="7749540" y="3276600"/>
              <a:ext cx="739140" cy="9999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10" name="Picture 2" descr="Free vector question marks background">
            <a:extLst>
              <a:ext uri="{FF2B5EF4-FFF2-40B4-BE49-F238E27FC236}">
                <a16:creationId xmlns:a16="http://schemas.microsoft.com/office/drawing/2014/main" id="{5D1F9E2F-551E-0B59-9F12-CC398C4DB72C}"/>
              </a:ext>
            </a:extLst>
          </p:cNvPr>
          <p:cNvPicPr>
            <a:picLocks noChangeAspect="1" noChangeArrowheads="1"/>
          </p:cNvPicPr>
          <p:nvPr/>
        </p:nvPicPr>
        <p:blipFill rotWithShape="1">
          <a:blip r:embed="rId4">
            <a:alphaModFix amt="10000"/>
            <a:extLst>
              <a:ext uri="{28A0092B-C50C-407E-A947-70E740481C1C}">
                <a14:useLocalDpi xmlns:a14="http://schemas.microsoft.com/office/drawing/2010/main" val="0"/>
              </a:ext>
            </a:extLst>
          </a:blip>
          <a:srcRect b="27719"/>
          <a:stretch/>
        </p:blipFill>
        <p:spPr bwMode="auto">
          <a:xfrm>
            <a:off x="0" y="751247"/>
            <a:ext cx="12169100" cy="5859335"/>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61;g5fab984687_2_0">
            <a:extLst>
              <a:ext uri="{FF2B5EF4-FFF2-40B4-BE49-F238E27FC236}">
                <a16:creationId xmlns:a16="http://schemas.microsoft.com/office/drawing/2014/main" id="{A9276B4A-BB3C-958F-B7F6-A03D20FB5B60}"/>
              </a:ext>
            </a:extLst>
          </p:cNvPr>
          <p:cNvSpPr txBox="1">
            <a:spLocks/>
          </p:cNvSpPr>
          <p:nvPr/>
        </p:nvSpPr>
        <p:spPr>
          <a:xfrm>
            <a:off x="282878" y="723165"/>
            <a:ext cx="3907423" cy="4288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2200" b="1">
                <a:solidFill>
                  <a:srgbClr val="213163"/>
                </a:solidFill>
              </a:rPr>
              <a:t>Quiz</a:t>
            </a:r>
            <a:endParaRPr lang="en-US" sz="2200"/>
          </a:p>
        </p:txBody>
      </p:sp>
      <p:grpSp>
        <p:nvGrpSpPr>
          <p:cNvPr id="12" name="Group 11">
            <a:extLst>
              <a:ext uri="{FF2B5EF4-FFF2-40B4-BE49-F238E27FC236}">
                <a16:creationId xmlns:a16="http://schemas.microsoft.com/office/drawing/2014/main" id="{5B7B71B2-0382-2712-3392-C7A912D9AA80}"/>
              </a:ext>
            </a:extLst>
          </p:cNvPr>
          <p:cNvGrpSpPr/>
          <p:nvPr/>
        </p:nvGrpSpPr>
        <p:grpSpPr>
          <a:xfrm>
            <a:off x="1" y="5582921"/>
            <a:ext cx="12192000" cy="1107234"/>
            <a:chOff x="229036" y="4299585"/>
            <a:chExt cx="8640644" cy="623995"/>
          </a:xfrm>
        </p:grpSpPr>
        <p:sp>
          <p:nvSpPr>
            <p:cNvPr id="13" name="Rectangle 12">
              <a:extLst>
                <a:ext uri="{FF2B5EF4-FFF2-40B4-BE49-F238E27FC236}">
                  <a16:creationId xmlns:a16="http://schemas.microsoft.com/office/drawing/2014/main" id="{219B7E0C-BF88-FC36-3FCC-FAEADE2E32D8}"/>
                </a:ext>
              </a:extLst>
            </p:cNvPr>
            <p:cNvSpPr/>
            <p:nvPr/>
          </p:nvSpPr>
          <p:spPr>
            <a:xfrm>
              <a:off x="229036" y="4299585"/>
              <a:ext cx="8640644" cy="623995"/>
            </a:xfrm>
            <a:prstGeom prst="rect">
              <a:avLst/>
            </a:prstGeom>
            <a:solidFill>
              <a:srgbClr val="CDE0FF">
                <a:alpha val="59000"/>
              </a:srgb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TextBox 13">
              <a:extLst>
                <a:ext uri="{FF2B5EF4-FFF2-40B4-BE49-F238E27FC236}">
                  <a16:creationId xmlns:a16="http://schemas.microsoft.com/office/drawing/2014/main" id="{5F68972D-CD64-606B-3F24-E76BC41DBB97}"/>
                </a:ext>
              </a:extLst>
            </p:cNvPr>
            <p:cNvSpPr txBox="1"/>
            <p:nvPr/>
          </p:nvSpPr>
          <p:spPr>
            <a:xfrm>
              <a:off x="429516" y="4386401"/>
              <a:ext cx="6851486" cy="450973"/>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200" b="1" dirty="0">
                  <a:latin typeface="Arial"/>
                  <a:cs typeface="Arial"/>
                </a:rPr>
                <a:t>Answer: Option c</a:t>
              </a:r>
            </a:p>
            <a:p>
              <a:r>
                <a:rPr lang="en-IN" sz="2200" b="1">
                  <a:latin typeface="Arial"/>
                  <a:cs typeface="Arial"/>
                </a:rPr>
                <a:t>Describe tasks in words</a:t>
              </a:r>
              <a:endParaRPr lang="en-IN" sz="2200" b="1">
                <a:latin typeface="Arial" panose="020B0604020202020204" pitchFamily="34" charset="0"/>
                <a:cs typeface="Arial" panose="020B0604020202020204" pitchFamily="34" charset="0"/>
              </a:endParaRPr>
            </a:p>
          </p:txBody>
        </p:sp>
      </p:grpSp>
      <p:sp>
        <p:nvSpPr>
          <p:cNvPr id="17" name="TextBox 16">
            <a:extLst>
              <a:ext uri="{FF2B5EF4-FFF2-40B4-BE49-F238E27FC236}">
                <a16:creationId xmlns:a16="http://schemas.microsoft.com/office/drawing/2014/main" id="{AF57E23A-585B-C317-E928-A71C0E0CFF64}"/>
              </a:ext>
            </a:extLst>
          </p:cNvPr>
          <p:cNvSpPr txBox="1"/>
          <p:nvPr/>
        </p:nvSpPr>
        <p:spPr>
          <a:xfrm>
            <a:off x="282878" y="1380927"/>
            <a:ext cx="6448763" cy="2677656"/>
          </a:xfrm>
          <a:prstGeom prst="rect">
            <a:avLst/>
          </a:prstGeom>
          <a:noFill/>
        </p:spPr>
        <p:txBody>
          <a:bodyPr wrap="square" lIns="121920" tIns="60960" rIns="121920" bIns="60960" rtlCol="0" anchor="t">
            <a:spAutoFit/>
          </a:bodyPr>
          <a:lstStyle/>
          <a:p>
            <a:pPr>
              <a:spcAft>
                <a:spcPts val="800"/>
              </a:spcAft>
            </a:pPr>
            <a:r>
              <a:rPr lang="en-US" b="1">
                <a:latin typeface="Arial"/>
                <a:cs typeface="Arial"/>
              </a:rPr>
              <a:t>2. In AI‑assisted Excel, how do users generate formulas?</a:t>
            </a:r>
            <a:endParaRPr lang="en-US"/>
          </a:p>
          <a:p>
            <a:pPr marL="342900" indent="-342900">
              <a:spcAft>
                <a:spcPts val="800"/>
              </a:spcAft>
              <a:buFontTx/>
              <a:buAutoNum type="arabicPeriod"/>
            </a:pPr>
            <a:endParaRPr lang="en-US" b="1" dirty="0">
              <a:latin typeface="Arial"/>
              <a:cs typeface="Arial"/>
            </a:endParaRPr>
          </a:p>
          <a:p>
            <a:pPr>
              <a:spcAft>
                <a:spcPts val="800"/>
              </a:spcAft>
            </a:pPr>
            <a:endParaRPr lang="en-US" b="1">
              <a:latin typeface="Arial" panose="020B0604020202020204" pitchFamily="34" charset="0"/>
              <a:cs typeface="Arial" panose="020B0604020202020204" pitchFamily="34" charset="0"/>
            </a:endParaRPr>
          </a:p>
          <a:p>
            <a:pPr marL="283210" indent="-283210">
              <a:spcAft>
                <a:spcPts val="800"/>
              </a:spcAft>
              <a:buFontTx/>
              <a:buAutoNum type="alphaLcParenR"/>
            </a:pPr>
            <a:r>
              <a:rPr lang="en-US">
                <a:latin typeface="Arial"/>
                <a:cs typeface="Arial"/>
              </a:rPr>
              <a:t>By memorizing formula syntax</a:t>
            </a:r>
            <a:endParaRPr lang="en-US">
              <a:latin typeface="Arial" panose="020B0604020202020204" pitchFamily="34" charset="0"/>
              <a:cs typeface="Arial" panose="020B0604020202020204" pitchFamily="34" charset="0"/>
            </a:endParaRPr>
          </a:p>
          <a:p>
            <a:pPr marL="283210" indent="-283210">
              <a:spcAft>
                <a:spcPts val="800"/>
              </a:spcAft>
              <a:buAutoNum type="alphaLcParenR"/>
            </a:pPr>
            <a:r>
              <a:rPr lang="en-US">
                <a:latin typeface="Arial"/>
                <a:cs typeface="Arial"/>
              </a:rPr>
              <a:t>By writing VBA syntax</a:t>
            </a:r>
            <a:endParaRPr lang="en-US">
              <a:latin typeface="Arial" panose="020B0604020202020204" pitchFamily="34" charset="0"/>
              <a:cs typeface="Arial" panose="020B0604020202020204" pitchFamily="34" charset="0"/>
            </a:endParaRPr>
          </a:p>
          <a:p>
            <a:pPr marL="283210" indent="-283210">
              <a:spcAft>
                <a:spcPts val="800"/>
              </a:spcAft>
              <a:buAutoNum type="alphaLcParenR"/>
            </a:pPr>
            <a:r>
              <a:rPr lang="en-US">
                <a:latin typeface="Arial"/>
                <a:cs typeface="Arial"/>
              </a:rPr>
              <a:t>Describe task in words</a:t>
            </a:r>
            <a:endParaRPr lang="en-US">
              <a:latin typeface="Arial" panose="020B0604020202020204" pitchFamily="34" charset="0"/>
              <a:cs typeface="Arial" panose="020B0604020202020204" pitchFamily="34" charset="0"/>
            </a:endParaRPr>
          </a:p>
          <a:p>
            <a:pPr marL="283210" indent="-283210">
              <a:spcAft>
                <a:spcPts val="800"/>
              </a:spcAft>
              <a:buAutoNum type="alphaLcParenR"/>
            </a:pPr>
            <a:r>
              <a:rPr lang="en-US">
                <a:latin typeface="Arial"/>
                <a:cs typeface="Arial"/>
              </a:rPr>
              <a:t>Through manual calculation</a:t>
            </a:r>
            <a:endParaRPr lang="en-US" dirty="0">
              <a:latin typeface="Arial"/>
              <a:cs typeface="Arial"/>
            </a:endParaRPr>
          </a:p>
        </p:txBody>
      </p:sp>
    </p:spTree>
    <p:extLst>
      <p:ext uri="{BB962C8B-B14F-4D97-AF65-F5344CB8AC3E}">
        <p14:creationId xmlns:p14="http://schemas.microsoft.com/office/powerpoint/2010/main" val="3100295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6FB45-7EBF-EEED-8D9B-12BB21CC458D}"/>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8BE81051-9F73-D05E-99A0-0898DA368B80}"/>
              </a:ext>
            </a:extLst>
          </p:cNvPr>
          <p:cNvGrpSpPr/>
          <p:nvPr/>
        </p:nvGrpSpPr>
        <p:grpSpPr>
          <a:xfrm rot="20804835">
            <a:off x="8105974" y="1314838"/>
            <a:ext cx="3032304" cy="4163210"/>
            <a:chOff x="5763589" y="866981"/>
            <a:chExt cx="2725091" cy="3741420"/>
          </a:xfrm>
        </p:grpSpPr>
        <p:pic>
          <p:nvPicPr>
            <p:cNvPr id="8" name="Picture 7" descr="A group of question marks&#10;&#10;Description automatically generated">
              <a:extLst>
                <a:ext uri="{FF2B5EF4-FFF2-40B4-BE49-F238E27FC236}">
                  <a16:creationId xmlns:a16="http://schemas.microsoft.com/office/drawing/2014/main" id="{BE45D97F-6C12-79D1-6E56-C047A250331B}"/>
                </a:ext>
              </a:extLst>
            </p:cNvPr>
            <p:cNvPicPr>
              <a:picLocks noChangeAspect="1"/>
            </p:cNvPicPr>
            <p:nvPr/>
          </p:nvPicPr>
          <p:blipFill rotWithShape="1">
            <a:blip r:embed="rId3"/>
            <a:srcRect r="35860"/>
            <a:stretch/>
          </p:blipFill>
          <p:spPr>
            <a:xfrm>
              <a:off x="5763589" y="866981"/>
              <a:ext cx="2399746" cy="3741420"/>
            </a:xfrm>
            <a:prstGeom prst="rect">
              <a:avLst/>
            </a:prstGeom>
          </p:spPr>
        </p:pic>
        <p:sp>
          <p:nvSpPr>
            <p:cNvPr id="9" name="Rectangle 8">
              <a:extLst>
                <a:ext uri="{FF2B5EF4-FFF2-40B4-BE49-F238E27FC236}">
                  <a16:creationId xmlns:a16="http://schemas.microsoft.com/office/drawing/2014/main" id="{F915FF3B-B3A4-E741-B01A-73952A1BB75E}"/>
                </a:ext>
              </a:extLst>
            </p:cNvPr>
            <p:cNvSpPr/>
            <p:nvPr/>
          </p:nvSpPr>
          <p:spPr>
            <a:xfrm>
              <a:off x="7749540" y="3276600"/>
              <a:ext cx="739140" cy="9999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10" name="Picture 2" descr="Free vector question marks background">
            <a:extLst>
              <a:ext uri="{FF2B5EF4-FFF2-40B4-BE49-F238E27FC236}">
                <a16:creationId xmlns:a16="http://schemas.microsoft.com/office/drawing/2014/main" id="{681B08A3-8930-0932-5277-4C357D5BC4E4}"/>
              </a:ext>
            </a:extLst>
          </p:cNvPr>
          <p:cNvPicPr>
            <a:picLocks noChangeAspect="1" noChangeArrowheads="1"/>
          </p:cNvPicPr>
          <p:nvPr/>
        </p:nvPicPr>
        <p:blipFill rotWithShape="1">
          <a:blip r:embed="rId4">
            <a:alphaModFix amt="10000"/>
            <a:extLst>
              <a:ext uri="{28A0092B-C50C-407E-A947-70E740481C1C}">
                <a14:useLocalDpi xmlns:a14="http://schemas.microsoft.com/office/drawing/2010/main" val="0"/>
              </a:ext>
            </a:extLst>
          </a:blip>
          <a:srcRect b="27719"/>
          <a:stretch/>
        </p:blipFill>
        <p:spPr bwMode="auto">
          <a:xfrm>
            <a:off x="0" y="751247"/>
            <a:ext cx="12169100" cy="5859335"/>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61;g5fab984687_2_0">
            <a:extLst>
              <a:ext uri="{FF2B5EF4-FFF2-40B4-BE49-F238E27FC236}">
                <a16:creationId xmlns:a16="http://schemas.microsoft.com/office/drawing/2014/main" id="{4A6418EE-A5BF-C507-257F-1AEDDD36F13C}"/>
              </a:ext>
            </a:extLst>
          </p:cNvPr>
          <p:cNvSpPr txBox="1">
            <a:spLocks/>
          </p:cNvSpPr>
          <p:nvPr/>
        </p:nvSpPr>
        <p:spPr>
          <a:xfrm>
            <a:off x="282878" y="723165"/>
            <a:ext cx="3907423" cy="4288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2200" b="1">
                <a:solidFill>
                  <a:srgbClr val="213163"/>
                </a:solidFill>
              </a:rPr>
              <a:t>Quiz</a:t>
            </a:r>
            <a:endParaRPr lang="en-US" sz="2200"/>
          </a:p>
        </p:txBody>
      </p:sp>
      <p:grpSp>
        <p:nvGrpSpPr>
          <p:cNvPr id="12" name="Group 11">
            <a:extLst>
              <a:ext uri="{FF2B5EF4-FFF2-40B4-BE49-F238E27FC236}">
                <a16:creationId xmlns:a16="http://schemas.microsoft.com/office/drawing/2014/main" id="{AC2335EF-1DE4-F849-A4FE-35C396DCEE5C}"/>
              </a:ext>
            </a:extLst>
          </p:cNvPr>
          <p:cNvGrpSpPr/>
          <p:nvPr/>
        </p:nvGrpSpPr>
        <p:grpSpPr>
          <a:xfrm>
            <a:off x="1" y="5582917"/>
            <a:ext cx="12192000" cy="1733968"/>
            <a:chOff x="229036" y="4299585"/>
            <a:chExt cx="8640644" cy="977199"/>
          </a:xfrm>
        </p:grpSpPr>
        <p:sp>
          <p:nvSpPr>
            <p:cNvPr id="13" name="Rectangle 12">
              <a:extLst>
                <a:ext uri="{FF2B5EF4-FFF2-40B4-BE49-F238E27FC236}">
                  <a16:creationId xmlns:a16="http://schemas.microsoft.com/office/drawing/2014/main" id="{36439B42-2091-2BEB-E50C-900F2D063B98}"/>
                </a:ext>
              </a:extLst>
            </p:cNvPr>
            <p:cNvSpPr/>
            <p:nvPr/>
          </p:nvSpPr>
          <p:spPr>
            <a:xfrm>
              <a:off x="229036" y="4299585"/>
              <a:ext cx="8640644" cy="623995"/>
            </a:xfrm>
            <a:prstGeom prst="rect">
              <a:avLst/>
            </a:prstGeom>
            <a:solidFill>
              <a:srgbClr val="CDE0FF">
                <a:alpha val="59000"/>
              </a:srgb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TextBox 13">
              <a:extLst>
                <a:ext uri="{FF2B5EF4-FFF2-40B4-BE49-F238E27FC236}">
                  <a16:creationId xmlns:a16="http://schemas.microsoft.com/office/drawing/2014/main" id="{7258DB5C-F483-9B14-7DDC-E85CD561AD1B}"/>
                </a:ext>
              </a:extLst>
            </p:cNvPr>
            <p:cNvSpPr txBox="1"/>
            <p:nvPr/>
          </p:nvSpPr>
          <p:spPr>
            <a:xfrm>
              <a:off x="429516" y="4386401"/>
              <a:ext cx="6851486" cy="890383"/>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200" b="1" dirty="0">
                  <a:latin typeface="Arial"/>
                  <a:cs typeface="Arial"/>
                </a:rPr>
                <a:t>Answer: Option a</a:t>
              </a:r>
            </a:p>
            <a:p>
              <a:pPr>
                <a:spcAft>
                  <a:spcPts val="800"/>
                </a:spcAft>
              </a:pPr>
              <a:r>
                <a:rPr lang="en-US" sz="2200" b="1">
                  <a:latin typeface="Arial"/>
                  <a:cs typeface="Arial"/>
                </a:rPr>
                <a:t>Enter structured data</a:t>
              </a:r>
            </a:p>
            <a:p>
              <a:endParaRPr lang="en-IN" sz="2200" b="1" dirty="0">
                <a:latin typeface="Arial"/>
                <a:cs typeface="Arial"/>
              </a:endParaRPr>
            </a:p>
            <a:p>
              <a:endParaRPr lang="en-IN" sz="2200" b="1" dirty="0">
                <a:latin typeface="Arial" panose="020B0604020202020204" pitchFamily="34" charset="0"/>
                <a:cs typeface="Arial" panose="020B0604020202020204" pitchFamily="34" charset="0"/>
              </a:endParaRPr>
            </a:p>
          </p:txBody>
        </p:sp>
      </p:grpSp>
      <p:sp>
        <p:nvSpPr>
          <p:cNvPr id="17" name="TextBox 16">
            <a:extLst>
              <a:ext uri="{FF2B5EF4-FFF2-40B4-BE49-F238E27FC236}">
                <a16:creationId xmlns:a16="http://schemas.microsoft.com/office/drawing/2014/main" id="{29DC945A-0B19-D928-2215-162853E6BF8C}"/>
              </a:ext>
            </a:extLst>
          </p:cNvPr>
          <p:cNvSpPr txBox="1"/>
          <p:nvPr/>
        </p:nvSpPr>
        <p:spPr>
          <a:xfrm>
            <a:off x="282878" y="1380927"/>
            <a:ext cx="6448763" cy="2954655"/>
          </a:xfrm>
          <a:prstGeom prst="rect">
            <a:avLst/>
          </a:prstGeom>
          <a:noFill/>
        </p:spPr>
        <p:txBody>
          <a:bodyPr wrap="square" lIns="121920" tIns="60960" rIns="121920" bIns="60960" rtlCol="0" anchor="t">
            <a:spAutoFit/>
          </a:bodyPr>
          <a:lstStyle/>
          <a:p>
            <a:pPr>
              <a:spcAft>
                <a:spcPts val="800"/>
              </a:spcAft>
            </a:pPr>
            <a:r>
              <a:rPr lang="en-US" b="1">
                <a:latin typeface="Arial"/>
                <a:cs typeface="Arial"/>
              </a:rPr>
              <a:t>3. What</a:t>
            </a:r>
            <a:r>
              <a:rPr lang="en-US" b="1" dirty="0">
                <a:latin typeface="Arial"/>
                <a:cs typeface="Arial"/>
              </a:rPr>
              <a:t> is the first step in the automation workflow mentioned in the PPT?</a:t>
            </a:r>
          </a:p>
          <a:p>
            <a:pPr>
              <a:spcAft>
                <a:spcPts val="800"/>
              </a:spcAft>
            </a:pPr>
            <a:endParaRPr lang="en-US" b="1" dirty="0">
              <a:latin typeface="Arial"/>
              <a:cs typeface="Arial"/>
            </a:endParaRPr>
          </a:p>
          <a:p>
            <a:pPr>
              <a:spcAft>
                <a:spcPts val="800"/>
              </a:spcAft>
            </a:pPr>
            <a:endParaRPr lang="en-US" b="1">
              <a:latin typeface="Arial" panose="020B0604020202020204" pitchFamily="34" charset="0"/>
              <a:cs typeface="Arial" panose="020B0604020202020204" pitchFamily="34" charset="0"/>
            </a:endParaRPr>
          </a:p>
          <a:p>
            <a:pPr marL="283210" indent="-283210">
              <a:spcAft>
                <a:spcPts val="800"/>
              </a:spcAft>
              <a:buFontTx/>
              <a:buAutoNum type="alphaLcParenR"/>
            </a:pPr>
            <a:r>
              <a:rPr lang="en-US">
                <a:latin typeface="Arial"/>
                <a:cs typeface="Arial"/>
              </a:rPr>
              <a:t>Enter structured data</a:t>
            </a:r>
            <a:endParaRPr lang="en-US">
              <a:latin typeface="Arial" panose="020B0604020202020204" pitchFamily="34" charset="0"/>
              <a:cs typeface="Arial" panose="020B0604020202020204" pitchFamily="34" charset="0"/>
            </a:endParaRPr>
          </a:p>
          <a:p>
            <a:pPr marL="283210" indent="-283210">
              <a:spcAft>
                <a:spcPts val="800"/>
              </a:spcAft>
              <a:buAutoNum type="alphaLcParenR"/>
            </a:pPr>
            <a:r>
              <a:rPr lang="en-US">
                <a:latin typeface="Arial"/>
                <a:cs typeface="Arial"/>
              </a:rPr>
              <a:t>Generate Pivots</a:t>
            </a:r>
            <a:endParaRPr lang="en-US">
              <a:latin typeface="Arial" panose="020B0604020202020204" pitchFamily="34" charset="0"/>
              <a:cs typeface="Arial" panose="020B0604020202020204" pitchFamily="34" charset="0"/>
            </a:endParaRPr>
          </a:p>
          <a:p>
            <a:pPr marL="283210" indent="-283210">
              <a:spcAft>
                <a:spcPts val="800"/>
              </a:spcAft>
              <a:buAutoNum type="alphaLcParenR"/>
            </a:pPr>
            <a:r>
              <a:rPr lang="en-US">
                <a:latin typeface="Arial"/>
                <a:cs typeface="Arial"/>
              </a:rPr>
              <a:t>Create report</a:t>
            </a:r>
            <a:endParaRPr lang="en-US" dirty="0">
              <a:latin typeface="Arial" panose="020B0604020202020204" pitchFamily="34" charset="0"/>
              <a:cs typeface="Arial" panose="020B0604020202020204" pitchFamily="34" charset="0"/>
            </a:endParaRPr>
          </a:p>
          <a:p>
            <a:pPr marL="283210" indent="-283210">
              <a:spcAft>
                <a:spcPts val="800"/>
              </a:spcAft>
              <a:buAutoNum type="alphaLcParenR"/>
            </a:pPr>
            <a:r>
              <a:rPr lang="en-US" dirty="0">
                <a:latin typeface="Arial"/>
                <a:cs typeface="Arial"/>
              </a:rPr>
              <a:t>Write formulas </a:t>
            </a:r>
            <a:r>
              <a:rPr lang="en-US">
                <a:latin typeface="Arial"/>
                <a:cs typeface="Arial"/>
              </a:rPr>
              <a:t>manually</a:t>
            </a:r>
            <a:endParaRPr lang="en-US" dirty="0">
              <a:latin typeface="Arial"/>
              <a:cs typeface="Arial"/>
            </a:endParaRPr>
          </a:p>
        </p:txBody>
      </p:sp>
    </p:spTree>
    <p:extLst>
      <p:ext uri="{BB962C8B-B14F-4D97-AF65-F5344CB8AC3E}">
        <p14:creationId xmlns:p14="http://schemas.microsoft.com/office/powerpoint/2010/main" val="23768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D1BF8-1DEC-336F-8E12-C1833B8D4728}"/>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C204B3CD-2BF4-7464-230F-07E5B33BB640}"/>
              </a:ext>
            </a:extLst>
          </p:cNvPr>
          <p:cNvGrpSpPr/>
          <p:nvPr/>
        </p:nvGrpSpPr>
        <p:grpSpPr>
          <a:xfrm rot="20804835">
            <a:off x="8105974" y="1314838"/>
            <a:ext cx="3032304" cy="4163210"/>
            <a:chOff x="5763589" y="866981"/>
            <a:chExt cx="2725091" cy="3741420"/>
          </a:xfrm>
        </p:grpSpPr>
        <p:pic>
          <p:nvPicPr>
            <p:cNvPr id="8" name="Picture 7" descr="A group of question marks&#10;&#10;Description automatically generated">
              <a:extLst>
                <a:ext uri="{FF2B5EF4-FFF2-40B4-BE49-F238E27FC236}">
                  <a16:creationId xmlns:a16="http://schemas.microsoft.com/office/drawing/2014/main" id="{30859D8B-5B4D-C632-06CD-A3B62FEA4A9F}"/>
                </a:ext>
              </a:extLst>
            </p:cNvPr>
            <p:cNvPicPr>
              <a:picLocks noChangeAspect="1"/>
            </p:cNvPicPr>
            <p:nvPr/>
          </p:nvPicPr>
          <p:blipFill rotWithShape="1">
            <a:blip r:embed="rId3"/>
            <a:srcRect r="35860"/>
            <a:stretch/>
          </p:blipFill>
          <p:spPr>
            <a:xfrm>
              <a:off x="5763589" y="866981"/>
              <a:ext cx="2399746" cy="3741420"/>
            </a:xfrm>
            <a:prstGeom prst="rect">
              <a:avLst/>
            </a:prstGeom>
          </p:spPr>
        </p:pic>
        <p:sp>
          <p:nvSpPr>
            <p:cNvPr id="9" name="Rectangle 8">
              <a:extLst>
                <a:ext uri="{FF2B5EF4-FFF2-40B4-BE49-F238E27FC236}">
                  <a16:creationId xmlns:a16="http://schemas.microsoft.com/office/drawing/2014/main" id="{02E7BA41-30DE-8C69-F1EA-C935E09BB37B}"/>
                </a:ext>
              </a:extLst>
            </p:cNvPr>
            <p:cNvSpPr/>
            <p:nvPr/>
          </p:nvSpPr>
          <p:spPr>
            <a:xfrm>
              <a:off x="7749540" y="3276600"/>
              <a:ext cx="739140" cy="9999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10" name="Picture 2" descr="Free vector question marks background">
            <a:extLst>
              <a:ext uri="{FF2B5EF4-FFF2-40B4-BE49-F238E27FC236}">
                <a16:creationId xmlns:a16="http://schemas.microsoft.com/office/drawing/2014/main" id="{06821401-AAA3-4A97-F762-7F2776EB7D0A}"/>
              </a:ext>
            </a:extLst>
          </p:cNvPr>
          <p:cNvPicPr>
            <a:picLocks noChangeAspect="1" noChangeArrowheads="1"/>
          </p:cNvPicPr>
          <p:nvPr/>
        </p:nvPicPr>
        <p:blipFill rotWithShape="1">
          <a:blip r:embed="rId4">
            <a:alphaModFix amt="10000"/>
            <a:extLst>
              <a:ext uri="{28A0092B-C50C-407E-A947-70E740481C1C}">
                <a14:useLocalDpi xmlns:a14="http://schemas.microsoft.com/office/drawing/2010/main" val="0"/>
              </a:ext>
            </a:extLst>
          </a:blip>
          <a:srcRect b="27719"/>
          <a:stretch/>
        </p:blipFill>
        <p:spPr bwMode="auto">
          <a:xfrm>
            <a:off x="0" y="751247"/>
            <a:ext cx="12169100" cy="5859335"/>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61;g5fab984687_2_0">
            <a:extLst>
              <a:ext uri="{FF2B5EF4-FFF2-40B4-BE49-F238E27FC236}">
                <a16:creationId xmlns:a16="http://schemas.microsoft.com/office/drawing/2014/main" id="{3B37A6D5-95EF-2CE8-CBEB-E5B6424DCA1A}"/>
              </a:ext>
            </a:extLst>
          </p:cNvPr>
          <p:cNvSpPr txBox="1">
            <a:spLocks/>
          </p:cNvSpPr>
          <p:nvPr/>
        </p:nvSpPr>
        <p:spPr>
          <a:xfrm>
            <a:off x="282878" y="723165"/>
            <a:ext cx="3907423" cy="4288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2200" b="1">
                <a:solidFill>
                  <a:srgbClr val="213163"/>
                </a:solidFill>
              </a:rPr>
              <a:t>Quiz</a:t>
            </a:r>
            <a:endParaRPr lang="en-US" sz="2200"/>
          </a:p>
        </p:txBody>
      </p:sp>
      <p:grpSp>
        <p:nvGrpSpPr>
          <p:cNvPr id="12" name="Group 11">
            <a:extLst>
              <a:ext uri="{FF2B5EF4-FFF2-40B4-BE49-F238E27FC236}">
                <a16:creationId xmlns:a16="http://schemas.microsoft.com/office/drawing/2014/main" id="{7B1F2E8F-F4C4-03ED-2B08-31A4CC1BB5AE}"/>
              </a:ext>
            </a:extLst>
          </p:cNvPr>
          <p:cNvGrpSpPr/>
          <p:nvPr/>
        </p:nvGrpSpPr>
        <p:grpSpPr>
          <a:xfrm>
            <a:off x="1" y="5582917"/>
            <a:ext cx="12192000" cy="1733968"/>
            <a:chOff x="229036" y="4299585"/>
            <a:chExt cx="8640644" cy="977199"/>
          </a:xfrm>
        </p:grpSpPr>
        <p:sp>
          <p:nvSpPr>
            <p:cNvPr id="13" name="Rectangle 12">
              <a:extLst>
                <a:ext uri="{FF2B5EF4-FFF2-40B4-BE49-F238E27FC236}">
                  <a16:creationId xmlns:a16="http://schemas.microsoft.com/office/drawing/2014/main" id="{DFF2ACBB-BDE5-5D53-35E4-4986EE4BEC69}"/>
                </a:ext>
              </a:extLst>
            </p:cNvPr>
            <p:cNvSpPr/>
            <p:nvPr/>
          </p:nvSpPr>
          <p:spPr>
            <a:xfrm>
              <a:off x="229036" y="4299585"/>
              <a:ext cx="8640644" cy="623995"/>
            </a:xfrm>
            <a:prstGeom prst="rect">
              <a:avLst/>
            </a:prstGeom>
            <a:solidFill>
              <a:srgbClr val="CDE0FF">
                <a:alpha val="59000"/>
              </a:srgb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TextBox 13">
              <a:extLst>
                <a:ext uri="{FF2B5EF4-FFF2-40B4-BE49-F238E27FC236}">
                  <a16:creationId xmlns:a16="http://schemas.microsoft.com/office/drawing/2014/main" id="{8284D95F-BC5F-03B7-6C15-6DBB1BAEA365}"/>
                </a:ext>
              </a:extLst>
            </p:cNvPr>
            <p:cNvSpPr txBox="1"/>
            <p:nvPr/>
          </p:nvSpPr>
          <p:spPr>
            <a:xfrm>
              <a:off x="429516" y="4386401"/>
              <a:ext cx="6851486" cy="890383"/>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200" b="1" dirty="0">
                  <a:latin typeface="Arial"/>
                  <a:cs typeface="Arial"/>
                </a:rPr>
                <a:t>Answer: Option b</a:t>
              </a:r>
            </a:p>
            <a:p>
              <a:pPr>
                <a:spcAft>
                  <a:spcPts val="800"/>
                </a:spcAft>
              </a:pPr>
              <a:r>
                <a:rPr lang="en-US" sz="2200" b="1">
                  <a:latin typeface="Arial"/>
                  <a:cs typeface="Arial"/>
                </a:rPr>
                <a:t>Faster workflow</a:t>
              </a:r>
            </a:p>
            <a:p>
              <a:endParaRPr lang="en-IN" sz="2200" b="1" dirty="0">
                <a:latin typeface="Arial"/>
                <a:cs typeface="Arial"/>
              </a:endParaRPr>
            </a:p>
            <a:p>
              <a:endParaRPr lang="en-IN" sz="2200" b="1" dirty="0">
                <a:latin typeface="Arial" panose="020B0604020202020204" pitchFamily="34" charset="0"/>
                <a:cs typeface="Arial" panose="020B0604020202020204" pitchFamily="34" charset="0"/>
              </a:endParaRPr>
            </a:p>
          </p:txBody>
        </p:sp>
      </p:grpSp>
      <p:sp>
        <p:nvSpPr>
          <p:cNvPr id="17" name="TextBox 16">
            <a:extLst>
              <a:ext uri="{FF2B5EF4-FFF2-40B4-BE49-F238E27FC236}">
                <a16:creationId xmlns:a16="http://schemas.microsoft.com/office/drawing/2014/main" id="{8A0FE9ED-D407-9A77-DB65-CDF761AE73FA}"/>
              </a:ext>
            </a:extLst>
          </p:cNvPr>
          <p:cNvSpPr txBox="1"/>
          <p:nvPr/>
        </p:nvSpPr>
        <p:spPr>
          <a:xfrm>
            <a:off x="282878" y="1380927"/>
            <a:ext cx="6448763" cy="2954655"/>
          </a:xfrm>
          <a:prstGeom prst="rect">
            <a:avLst/>
          </a:prstGeom>
          <a:noFill/>
        </p:spPr>
        <p:txBody>
          <a:bodyPr wrap="square" lIns="121920" tIns="60960" rIns="121920" bIns="60960" rtlCol="0" anchor="t">
            <a:spAutoFit/>
          </a:bodyPr>
          <a:lstStyle/>
          <a:p>
            <a:pPr>
              <a:spcAft>
                <a:spcPts val="800"/>
              </a:spcAft>
            </a:pPr>
            <a:r>
              <a:rPr lang="en-US" b="1" dirty="0">
                <a:latin typeface="Arial"/>
                <a:cs typeface="Arial"/>
              </a:rPr>
              <a:t>4. </a:t>
            </a:r>
            <a:r>
              <a:rPr lang="en-US" b="1">
                <a:latin typeface="Arial"/>
                <a:cs typeface="Arial"/>
              </a:rPr>
              <a:t>What</a:t>
            </a:r>
            <a:r>
              <a:rPr lang="en-US" b="1" dirty="0">
                <a:latin typeface="Arial"/>
                <a:cs typeface="Arial"/>
              </a:rPr>
              <a:t> is one major benefit of AI‑assisted Excel compared to traditional Excel?</a:t>
            </a:r>
          </a:p>
          <a:p>
            <a:pPr>
              <a:spcAft>
                <a:spcPts val="800"/>
              </a:spcAft>
            </a:pPr>
            <a:endParaRPr lang="en-US" b="1" dirty="0">
              <a:latin typeface="Arial"/>
              <a:cs typeface="Arial"/>
            </a:endParaRPr>
          </a:p>
          <a:p>
            <a:pPr>
              <a:spcAft>
                <a:spcPts val="800"/>
              </a:spcAft>
            </a:pPr>
            <a:endParaRPr lang="en-US" b="1" dirty="0">
              <a:latin typeface="Arial"/>
              <a:cs typeface="Arial"/>
            </a:endParaRPr>
          </a:p>
          <a:p>
            <a:pPr marL="283210" indent="-283210">
              <a:spcAft>
                <a:spcPts val="800"/>
              </a:spcAft>
              <a:buFontTx/>
              <a:buAutoNum type="alphaLcParenR"/>
            </a:pPr>
            <a:r>
              <a:rPr lang="en-US">
                <a:latin typeface="Arial"/>
                <a:cs typeface="Arial"/>
              </a:rPr>
              <a:t>Requires more manual effort</a:t>
            </a:r>
            <a:endParaRPr lang="en-US">
              <a:latin typeface="Arial" panose="020B0604020202020204" pitchFamily="34" charset="0"/>
              <a:cs typeface="Arial" panose="020B0604020202020204" pitchFamily="34" charset="0"/>
            </a:endParaRPr>
          </a:p>
          <a:p>
            <a:pPr marL="283210" indent="-283210">
              <a:spcAft>
                <a:spcPts val="800"/>
              </a:spcAft>
              <a:buFontTx/>
              <a:buAutoNum type="alphaLcParenR"/>
            </a:pPr>
            <a:r>
              <a:rPr lang="en-US">
                <a:latin typeface="Arial"/>
                <a:cs typeface="Arial"/>
              </a:rPr>
              <a:t>Faster workflow</a:t>
            </a:r>
            <a:endParaRPr lang="en-US">
              <a:latin typeface="Arial" panose="020B0604020202020204" pitchFamily="34" charset="0"/>
              <a:cs typeface="Arial" panose="020B0604020202020204" pitchFamily="34" charset="0"/>
            </a:endParaRPr>
          </a:p>
          <a:p>
            <a:pPr marL="283210" indent="-283210">
              <a:spcAft>
                <a:spcPts val="800"/>
              </a:spcAft>
              <a:buAutoNum type="alphaLcParenR"/>
            </a:pPr>
            <a:r>
              <a:rPr lang="en-US">
                <a:latin typeface="Arial"/>
                <a:cs typeface="Arial"/>
              </a:rPr>
              <a:t>Harder for beginners</a:t>
            </a:r>
            <a:endParaRPr lang="en-US" dirty="0">
              <a:latin typeface="Arial" panose="020B0604020202020204" pitchFamily="34" charset="0"/>
              <a:cs typeface="Arial" panose="020B0604020202020204" pitchFamily="34" charset="0"/>
            </a:endParaRPr>
          </a:p>
          <a:p>
            <a:pPr marL="283210" indent="-283210">
              <a:spcAft>
                <a:spcPts val="800"/>
              </a:spcAft>
              <a:buAutoNum type="alphaLcParenR"/>
            </a:pPr>
            <a:r>
              <a:rPr lang="en-US" dirty="0">
                <a:latin typeface="Arial"/>
                <a:cs typeface="Arial"/>
              </a:rPr>
              <a:t>Requires coding </a:t>
            </a:r>
            <a:r>
              <a:rPr lang="en-US">
                <a:latin typeface="Arial"/>
                <a:cs typeface="Arial"/>
              </a:rPr>
              <a:t>knowledge</a:t>
            </a:r>
            <a:endParaRPr lang="en-US" dirty="0">
              <a:latin typeface="Arial"/>
              <a:cs typeface="Arial"/>
            </a:endParaRPr>
          </a:p>
        </p:txBody>
      </p:sp>
    </p:spTree>
    <p:extLst>
      <p:ext uri="{BB962C8B-B14F-4D97-AF65-F5344CB8AC3E}">
        <p14:creationId xmlns:p14="http://schemas.microsoft.com/office/powerpoint/2010/main" val="172763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0E178734-7E1D-0740-E039-E64D8B06102C}"/>
              </a:ext>
            </a:extLst>
          </p:cNvPr>
          <p:cNvSpPr txBox="1">
            <a:spLocks/>
          </p:cNvSpPr>
          <p:nvPr/>
        </p:nvSpPr>
        <p:spPr>
          <a:xfrm>
            <a:off x="4230058" y="2971800"/>
            <a:ext cx="3770942" cy="990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5000"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28667399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1226</Words>
  <Application>Microsoft Office PowerPoint</Application>
  <PresentationFormat>Widescreen</PresentationFormat>
  <Paragraphs>134</Paragraphs>
  <Slides>18</Slides>
  <Notes>17</Notes>
  <HiddenSlides>0</HiddenSlides>
  <MMClips>0</MMClips>
  <ScaleCrop>false</ScaleCrop>
  <HeadingPairs>
    <vt:vector size="4" baseType="variant">
      <vt:variant>
        <vt:lpstr>Theme</vt:lpstr>
      </vt:variant>
      <vt:variant>
        <vt:i4>2</vt:i4>
      </vt:variant>
      <vt:variant>
        <vt:lpstr>Slide Titles</vt:lpstr>
      </vt:variant>
      <vt:variant>
        <vt:i4>18</vt:i4>
      </vt:variant>
    </vt:vector>
  </HeadingPairs>
  <TitlesOfParts>
    <vt:vector size="20" baseType="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bharti verma</cp:lastModifiedBy>
  <cp:revision>109</cp:revision>
  <dcterms:created xsi:type="dcterms:W3CDTF">2024-05-21T11:55:07Z</dcterms:created>
  <dcterms:modified xsi:type="dcterms:W3CDTF">2026-03-06T07:10:17Z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9C66A616-42E4-4EAC-B385-AC0C45CFC5CC</vt:lpwstr>
  </property>
  <property fmtid="{D5CDD505-2E9C-101B-9397-08002B2CF9AE}" pid="3" name="ArticulatePath">
    <vt:lpwstr>https://edunetfoundationorg-my.sharepoint.com/personal/kaisar_edunetfoundation_org/Documents/Beutified ppt/MSITI/Micro Degree/Template/microdigree-Template</vt:lpwstr>
  </property>
</Properties>
</file>